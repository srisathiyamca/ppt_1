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33"/>
  </p:notesMasterIdLst>
  <p:handoutMasterIdLst>
    <p:handoutMasterId r:id="rId34"/>
  </p:handoutMasterIdLst>
  <p:sldIdLst>
    <p:sldId id="3267" r:id="rId2"/>
    <p:sldId id="3323" r:id="rId3"/>
    <p:sldId id="3325" r:id="rId4"/>
    <p:sldId id="3303" r:id="rId5"/>
    <p:sldId id="3304" r:id="rId6"/>
    <p:sldId id="1443" r:id="rId7"/>
    <p:sldId id="3274" r:id="rId8"/>
    <p:sldId id="1425" r:id="rId9"/>
    <p:sldId id="1426" r:id="rId10"/>
    <p:sldId id="3328" r:id="rId11"/>
    <p:sldId id="3330" r:id="rId12"/>
    <p:sldId id="3326" r:id="rId13"/>
    <p:sldId id="3327" r:id="rId14"/>
    <p:sldId id="3305" r:id="rId15"/>
    <p:sldId id="3306" r:id="rId16"/>
    <p:sldId id="3285" r:id="rId17"/>
    <p:sldId id="3295" r:id="rId18"/>
    <p:sldId id="3307" r:id="rId19"/>
    <p:sldId id="3298" r:id="rId20"/>
    <p:sldId id="3311" r:id="rId21"/>
    <p:sldId id="2785" r:id="rId22"/>
    <p:sldId id="3312" r:id="rId23"/>
    <p:sldId id="3314" r:id="rId24"/>
    <p:sldId id="3300" r:id="rId25"/>
    <p:sldId id="3281" r:id="rId26"/>
    <p:sldId id="3320" r:id="rId27"/>
    <p:sldId id="3318" r:id="rId28"/>
    <p:sldId id="3309" r:id="rId29"/>
    <p:sldId id="3310" r:id="rId30"/>
    <p:sldId id="3322" r:id="rId31"/>
    <p:sldId id="3291" r:id="rId32"/>
  </p:sldIdLst>
  <p:sldSz cx="18288000" cy="10287000"/>
  <p:notesSz cx="6858000" cy="9144000"/>
  <p:defaultTextStyle>
    <a:defPPr>
      <a:defRPr lang="uk-UA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624" userDrawn="1">
          <p15:clr>
            <a:srgbClr val="A4A3A4"/>
          </p15:clr>
        </p15:guide>
        <p15:guide id="5" pos="4896" userDrawn="1">
          <p15:clr>
            <a:srgbClr val="A4A3A4"/>
          </p15:clr>
        </p15:guide>
        <p15:guide id="6" orient="horz" pos="32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D12F"/>
    <a:srgbClr val="93B428"/>
    <a:srgbClr val="B8B527"/>
    <a:srgbClr val="47475B"/>
    <a:srgbClr val="3E3E50"/>
    <a:srgbClr val="202124"/>
    <a:srgbClr val="30947C"/>
    <a:srgbClr val="178F95"/>
    <a:srgbClr val="50C2E1"/>
    <a:srgbClr val="1BA2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0" autoAdjust="0"/>
    <p:restoredTop sz="94645" autoAdjust="0"/>
  </p:normalViewPr>
  <p:slideViewPr>
    <p:cSldViewPr>
      <p:cViewPr varScale="1">
        <p:scale>
          <a:sx n="77" d="100"/>
          <a:sy n="77" d="100"/>
        </p:scale>
        <p:origin x="420" y="168"/>
      </p:cViewPr>
      <p:guideLst>
        <p:guide pos="6624"/>
        <p:guide pos="4896"/>
        <p:guide orient="horz" pos="3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279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8A721A-7097-462E-9F15-D2DA8F677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Source Sans Pro" panose="020B05030304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0B37E1-A66D-4F9B-BEE0-E6CE0E36E1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535EF-3905-4906-82C6-F73D4AB46B56}" type="datetimeFigureOut">
              <a:rPr lang="ru-RU" smtClean="0">
                <a:latin typeface="Source Sans Pro" panose="020B0503030403020204" pitchFamily="34" charset="0"/>
              </a:rPr>
              <a:t>17.12.2019</a:t>
            </a:fld>
            <a:endParaRPr lang="ru-RU" dirty="0">
              <a:latin typeface="Source Sans Pro" panose="020B05030304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7303B-3609-482B-BC4D-3E4D2A7013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Source Sans Pro" panose="020B05030304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388AA-6100-4868-8A2B-6F5D3D460B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51765-A80B-4A81-8816-DA0059D6660E}" type="slidenum">
              <a:rPr lang="ru-RU" smtClean="0">
                <a:latin typeface="Source Sans Pro" panose="020B0503030403020204" pitchFamily="34" charset="0"/>
              </a:rPr>
              <a:t>‹#›</a:t>
            </a:fld>
            <a:endParaRPr lang="ru-RU" dirty="0"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11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ource Sans Pro" panose="020B0503030403020204" pitchFamily="34" charset="0"/>
              </a:defRPr>
            </a:lvl1pPr>
          </a:lstStyle>
          <a:p>
            <a:endParaRPr lang="uk-U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ource Sans Pro" panose="020B0503030403020204" pitchFamily="34" charset="0"/>
              </a:defRPr>
            </a:lvl1pPr>
          </a:lstStyle>
          <a:p>
            <a:fld id="{FB027185-10FB-4A57-B3F0-45136A811A24}" type="datetimeFigureOut">
              <a:rPr lang="uk-UA" smtClean="0"/>
              <a:pPr/>
              <a:t>17.12.2019</a:t>
            </a:fld>
            <a:endParaRPr lang="uk-U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uk-U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ource Sans Pro" panose="020B0503030403020204" pitchFamily="34" charset="0"/>
              </a:defRPr>
            </a:lvl1pPr>
          </a:lstStyle>
          <a:p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ource Sans Pro" panose="020B0503030403020204" pitchFamily="34" charset="0"/>
              </a:defRPr>
            </a:lvl1pPr>
          </a:lstStyle>
          <a:p>
            <a:fld id="{BD9C3A12-1E0F-412B-B376-8089A55D946C}" type="slidenum">
              <a:rPr lang="uk-UA" smtClean="0"/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67216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pPr/>
              <a:t>10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40506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pPr/>
              <a:t>28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45503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C3A12-1E0F-412B-B376-8089A55D946C}" type="slidenum">
              <a:rPr lang="uk-UA" smtClean="0"/>
              <a:pPr/>
              <a:t>29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4710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CCFE45-E909-434C-A78A-59916A4F641D}"/>
              </a:ext>
            </a:extLst>
          </p:cNvPr>
          <p:cNvSpPr/>
          <p:nvPr userDrawn="1"/>
        </p:nvSpPr>
        <p:spPr>
          <a:xfrm>
            <a:off x="3359603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F4E8A5-96CF-42E8-A675-6275BB71CE3F}"/>
              </a:ext>
            </a:extLst>
          </p:cNvPr>
          <p:cNvSpPr/>
          <p:nvPr userDrawn="1"/>
        </p:nvSpPr>
        <p:spPr>
          <a:xfrm>
            <a:off x="5319032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60B76A-6CC4-4B80-8528-4F91D1980581}"/>
              </a:ext>
            </a:extLst>
          </p:cNvPr>
          <p:cNvSpPr/>
          <p:nvPr userDrawn="1"/>
        </p:nvSpPr>
        <p:spPr>
          <a:xfrm>
            <a:off x="7278461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59F118-4738-46B0-BDB4-C7303F4996B1}"/>
              </a:ext>
            </a:extLst>
          </p:cNvPr>
          <p:cNvSpPr/>
          <p:nvPr userDrawn="1"/>
        </p:nvSpPr>
        <p:spPr>
          <a:xfrm>
            <a:off x="9237890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AA6823-BD3A-49EE-8C6D-2CC725BB4031}"/>
              </a:ext>
            </a:extLst>
          </p:cNvPr>
          <p:cNvSpPr/>
          <p:nvPr userDrawn="1"/>
        </p:nvSpPr>
        <p:spPr>
          <a:xfrm>
            <a:off x="11197319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DA2FD4-51FA-4BF5-8840-7FF00DC929DD}"/>
              </a:ext>
            </a:extLst>
          </p:cNvPr>
          <p:cNvSpPr/>
          <p:nvPr userDrawn="1"/>
        </p:nvSpPr>
        <p:spPr>
          <a:xfrm>
            <a:off x="13156748" y="11283728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FF1F77-63E1-493B-AEEB-45264C2D0AEF}"/>
              </a:ext>
            </a:extLst>
          </p:cNvPr>
          <p:cNvSpPr/>
          <p:nvPr userDrawn="1"/>
        </p:nvSpPr>
        <p:spPr>
          <a:xfrm>
            <a:off x="3359603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746853-2DA2-48A2-9FDB-0B77EC2992C8}"/>
              </a:ext>
            </a:extLst>
          </p:cNvPr>
          <p:cNvSpPr/>
          <p:nvPr userDrawn="1"/>
        </p:nvSpPr>
        <p:spPr>
          <a:xfrm>
            <a:off x="5319032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BA33E0-AF7D-45BE-90A6-C8A0566727FB}"/>
              </a:ext>
            </a:extLst>
          </p:cNvPr>
          <p:cNvSpPr/>
          <p:nvPr userDrawn="1"/>
        </p:nvSpPr>
        <p:spPr>
          <a:xfrm>
            <a:off x="7278461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C3F3CB-D6DE-496D-A465-91EDED458D4D}"/>
              </a:ext>
            </a:extLst>
          </p:cNvPr>
          <p:cNvSpPr/>
          <p:nvPr userDrawn="1"/>
        </p:nvSpPr>
        <p:spPr>
          <a:xfrm>
            <a:off x="9237890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B9F457-33CB-445F-B279-3294ED68AF2C}"/>
              </a:ext>
            </a:extLst>
          </p:cNvPr>
          <p:cNvSpPr/>
          <p:nvPr userDrawn="1"/>
        </p:nvSpPr>
        <p:spPr>
          <a:xfrm>
            <a:off x="11197319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3DF26-4FA8-4D0E-82AF-86A1C0738015}"/>
              </a:ext>
            </a:extLst>
          </p:cNvPr>
          <p:cNvSpPr/>
          <p:nvPr userDrawn="1"/>
        </p:nvSpPr>
        <p:spPr>
          <a:xfrm>
            <a:off x="13156748" y="12525548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BB9D46-4B4B-4A18-AEEB-364024675EE9}"/>
              </a:ext>
            </a:extLst>
          </p:cNvPr>
          <p:cNvSpPr/>
          <p:nvPr userDrawn="1"/>
        </p:nvSpPr>
        <p:spPr>
          <a:xfrm>
            <a:off x="3359603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A1E02A-A5E2-4234-A4E6-21D93CDE4CF7}"/>
              </a:ext>
            </a:extLst>
          </p:cNvPr>
          <p:cNvSpPr/>
          <p:nvPr userDrawn="1"/>
        </p:nvSpPr>
        <p:spPr>
          <a:xfrm>
            <a:off x="5319032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67D3BE-D640-4DCD-8F20-F425B0F4907E}"/>
              </a:ext>
            </a:extLst>
          </p:cNvPr>
          <p:cNvSpPr/>
          <p:nvPr userDrawn="1"/>
        </p:nvSpPr>
        <p:spPr>
          <a:xfrm>
            <a:off x="7278461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4AF4A8-B7F0-45AF-AD32-68E73E6E327F}"/>
              </a:ext>
            </a:extLst>
          </p:cNvPr>
          <p:cNvSpPr/>
          <p:nvPr userDrawn="1"/>
        </p:nvSpPr>
        <p:spPr>
          <a:xfrm>
            <a:off x="9237890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2E51AB-D360-415A-817E-9E0C90E1D2C6}"/>
              </a:ext>
            </a:extLst>
          </p:cNvPr>
          <p:cNvSpPr/>
          <p:nvPr userDrawn="1"/>
        </p:nvSpPr>
        <p:spPr>
          <a:xfrm>
            <a:off x="11197319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471FD8-C17F-4453-95A8-EFAD17552F9E}"/>
              </a:ext>
            </a:extLst>
          </p:cNvPr>
          <p:cNvSpPr/>
          <p:nvPr userDrawn="1"/>
        </p:nvSpPr>
        <p:spPr>
          <a:xfrm>
            <a:off x="13156748" y="13736642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B1816C-7DE7-4223-80A4-925C48D9D2EB}"/>
              </a:ext>
            </a:extLst>
          </p:cNvPr>
          <p:cNvSpPr/>
          <p:nvPr userDrawn="1"/>
        </p:nvSpPr>
        <p:spPr>
          <a:xfrm>
            <a:off x="3359603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0A1F21-2EC7-4EDD-B2F9-DC245A7DC2C7}"/>
              </a:ext>
            </a:extLst>
          </p:cNvPr>
          <p:cNvSpPr/>
          <p:nvPr userDrawn="1"/>
        </p:nvSpPr>
        <p:spPr>
          <a:xfrm>
            <a:off x="5319032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3B4FE8-0D7E-4C0D-B3D8-5941C008BCBA}"/>
              </a:ext>
            </a:extLst>
          </p:cNvPr>
          <p:cNvSpPr/>
          <p:nvPr userDrawn="1"/>
        </p:nvSpPr>
        <p:spPr>
          <a:xfrm>
            <a:off x="7278461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B92D8A-CAE0-48CD-9C71-2AE345B66421}"/>
              </a:ext>
            </a:extLst>
          </p:cNvPr>
          <p:cNvSpPr/>
          <p:nvPr userDrawn="1"/>
        </p:nvSpPr>
        <p:spPr>
          <a:xfrm>
            <a:off x="9237890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DBB29E-B7B0-4283-AF98-2F9649866020}"/>
              </a:ext>
            </a:extLst>
          </p:cNvPr>
          <p:cNvSpPr/>
          <p:nvPr userDrawn="1"/>
        </p:nvSpPr>
        <p:spPr>
          <a:xfrm>
            <a:off x="11197319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DE75A5-582C-4E80-8797-0089F6F7C2F9}"/>
              </a:ext>
            </a:extLst>
          </p:cNvPr>
          <p:cNvSpPr/>
          <p:nvPr userDrawn="1"/>
        </p:nvSpPr>
        <p:spPr>
          <a:xfrm>
            <a:off x="13156748" y="14947736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B9DC7E-3B8E-487A-A73C-55B4A0BAEE8E}"/>
              </a:ext>
            </a:extLst>
          </p:cNvPr>
          <p:cNvSpPr txBox="1"/>
          <p:nvPr userDrawn="1"/>
        </p:nvSpPr>
        <p:spPr>
          <a:xfrm>
            <a:off x="3389100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1000">
                      <a:schemeClr val="accent1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2"/>
                  </a:gs>
                  <a:gs pos="1000">
                    <a:schemeClr val="accent1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32CC07-570C-4F0B-AEE8-E668375FE761}"/>
              </a:ext>
            </a:extLst>
          </p:cNvPr>
          <p:cNvSpPr txBox="1"/>
          <p:nvPr userDrawn="1"/>
        </p:nvSpPr>
        <p:spPr>
          <a:xfrm>
            <a:off x="5519057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3"/>
                    </a:gs>
                    <a:gs pos="1000">
                      <a:schemeClr val="accent2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3"/>
                  </a:gs>
                  <a:gs pos="1000">
                    <a:schemeClr val="accent2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08A755-00B6-406B-908B-84A1391B0127}"/>
              </a:ext>
            </a:extLst>
          </p:cNvPr>
          <p:cNvSpPr txBox="1"/>
          <p:nvPr userDrawn="1"/>
        </p:nvSpPr>
        <p:spPr>
          <a:xfrm>
            <a:off x="7478486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4"/>
                    </a:gs>
                    <a:gs pos="1000">
                      <a:schemeClr val="accent3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4"/>
                  </a:gs>
                  <a:gs pos="1000">
                    <a:schemeClr val="accent3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85443C-5D0F-448B-B222-1329F39F2144}"/>
              </a:ext>
            </a:extLst>
          </p:cNvPr>
          <p:cNvSpPr txBox="1"/>
          <p:nvPr userDrawn="1"/>
        </p:nvSpPr>
        <p:spPr>
          <a:xfrm>
            <a:off x="9437914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5"/>
                    </a:gs>
                    <a:gs pos="1000">
                      <a:schemeClr val="accent4"/>
                    </a:gs>
                  </a:gsLst>
                  <a:lin ang="18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5"/>
                  </a:gs>
                  <a:gs pos="1000">
                    <a:schemeClr val="accent4"/>
                  </a:gs>
                </a:gsLst>
                <a:lin ang="18600000" scaled="0"/>
              </a:gradFill>
              <a:latin typeface="+mj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5B9563-CEA4-43F7-BD65-D13E2500853B}"/>
              </a:ext>
            </a:extLst>
          </p:cNvPr>
          <p:cNvSpPr txBox="1"/>
          <p:nvPr userDrawn="1"/>
        </p:nvSpPr>
        <p:spPr>
          <a:xfrm>
            <a:off x="11567871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6"/>
                    </a:gs>
                    <a:gs pos="1000">
                      <a:schemeClr val="accent5"/>
                    </a:gs>
                  </a:gsLst>
                  <a:lin ang="18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6"/>
                  </a:gs>
                  <a:gs pos="1000">
                    <a:schemeClr val="accent5"/>
                  </a:gs>
                </a:gsLst>
                <a:lin ang="18600000" scaled="0"/>
              </a:gra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86ACA1-53ED-4E7E-9E2C-290B77C656CF}"/>
              </a:ext>
            </a:extLst>
          </p:cNvPr>
          <p:cNvSpPr txBox="1"/>
          <p:nvPr userDrawn="1"/>
        </p:nvSpPr>
        <p:spPr>
          <a:xfrm>
            <a:off x="13527300" y="-2104724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gradFill>
                  <a:gsLst>
                    <a:gs pos="100000">
                      <a:schemeClr val="accent6">
                        <a:lumMod val="75000"/>
                      </a:schemeClr>
                    </a:gs>
                    <a:gs pos="1000">
                      <a:schemeClr val="accent6"/>
                    </a:gs>
                  </a:gsLst>
                  <a:lin ang="6600000" scaled="0"/>
                </a:gradFill>
                <a:latin typeface="+mj-lt"/>
              </a:rPr>
              <a:t>01</a:t>
            </a:r>
            <a:endParaRPr lang="ru-RU" sz="6600" dirty="0">
              <a:gradFill>
                <a:gsLst>
                  <a:gs pos="100000">
                    <a:schemeClr val="accent6">
                      <a:lumMod val="75000"/>
                    </a:schemeClr>
                  </a:gs>
                  <a:gs pos="1000">
                    <a:schemeClr val="accent6"/>
                  </a:gs>
                </a:gsLst>
                <a:lin ang="6600000" scaled="0"/>
              </a:gradFill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6AB1D7-94CA-412A-B522-8E2E7E3B9EC1}"/>
              </a:ext>
            </a:extLst>
          </p:cNvPr>
          <p:cNvSpPr txBox="1"/>
          <p:nvPr userDrawn="1"/>
        </p:nvSpPr>
        <p:spPr>
          <a:xfrm>
            <a:off x="3359603" y="-4909474"/>
            <a:ext cx="101382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rPr>
              <a:t>01</a:t>
            </a:r>
            <a:endParaRPr lang="ru-RU" sz="16600" dirty="0">
              <a:gradFill>
                <a:gsLst>
                  <a:gs pos="100000">
                    <a:schemeClr val="accent6"/>
                  </a:gs>
                  <a:gs pos="80000">
                    <a:schemeClr val="accent5"/>
                  </a:gs>
                  <a:gs pos="60000">
                    <a:schemeClr val="accent4"/>
                  </a:gs>
                  <a:gs pos="40000">
                    <a:schemeClr val="accent3"/>
                  </a:gs>
                  <a:gs pos="20000">
                    <a:schemeClr val="accent2"/>
                  </a:gs>
                  <a:gs pos="1000">
                    <a:schemeClr val="accent1"/>
                  </a:gs>
                </a:gsLst>
                <a:lin ang="9000000" scaled="0"/>
              </a:gra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FFCADD-7631-481A-A390-3C84DA7456D6}"/>
              </a:ext>
            </a:extLst>
          </p:cNvPr>
          <p:cNvSpPr/>
          <p:nvPr userDrawn="1"/>
        </p:nvSpPr>
        <p:spPr>
          <a:xfrm>
            <a:off x="3359602" y="16158830"/>
            <a:ext cx="11539297" cy="895350"/>
          </a:xfrm>
          <a:prstGeom prst="rect">
            <a:avLst/>
          </a:prstGeom>
          <a:gradFill>
            <a:gsLst>
              <a:gs pos="98230">
                <a:schemeClr val="accent6"/>
              </a:gs>
              <a:gs pos="80000">
                <a:schemeClr val="accent5"/>
              </a:gs>
              <a:gs pos="60000">
                <a:schemeClr val="accent4"/>
              </a:gs>
              <a:gs pos="40000">
                <a:schemeClr val="accent3"/>
              </a:gs>
              <a:gs pos="20000">
                <a:schemeClr val="accent2"/>
              </a:gs>
              <a:gs pos="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775223-E227-4F7F-B6DD-0AF4B6399ABF}"/>
              </a:ext>
            </a:extLst>
          </p:cNvPr>
          <p:cNvSpPr/>
          <p:nvPr userDrawn="1"/>
        </p:nvSpPr>
        <p:spPr>
          <a:xfrm>
            <a:off x="-12650108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32E2BB-719A-42CE-A807-D3A5BB47F6AB}"/>
              </a:ext>
            </a:extLst>
          </p:cNvPr>
          <p:cNvSpPr/>
          <p:nvPr userDrawn="1"/>
        </p:nvSpPr>
        <p:spPr>
          <a:xfrm>
            <a:off x="-10690679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9386235-5DE3-4E5C-A184-010A304950C1}"/>
              </a:ext>
            </a:extLst>
          </p:cNvPr>
          <p:cNvSpPr/>
          <p:nvPr userDrawn="1"/>
        </p:nvSpPr>
        <p:spPr>
          <a:xfrm>
            <a:off x="-8731250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F2DEDF5-7B1B-46F8-AC89-47FA867DA15B}"/>
              </a:ext>
            </a:extLst>
          </p:cNvPr>
          <p:cNvSpPr/>
          <p:nvPr userDrawn="1"/>
        </p:nvSpPr>
        <p:spPr>
          <a:xfrm>
            <a:off x="-6771821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42AEC1-31E1-4541-A061-ABC17EA8DE59}"/>
              </a:ext>
            </a:extLst>
          </p:cNvPr>
          <p:cNvSpPr/>
          <p:nvPr userDrawn="1"/>
        </p:nvSpPr>
        <p:spPr>
          <a:xfrm>
            <a:off x="-4812392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66000">
                <a:schemeClr val="accent6">
                  <a:alpha val="50000"/>
                </a:schemeClr>
              </a:gs>
              <a:gs pos="33000">
                <a:schemeClr val="accent5">
                  <a:alpha val="50000"/>
                </a:schemeClr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84FF38-DEAF-4965-BFF5-63A95CC922F6}"/>
              </a:ext>
            </a:extLst>
          </p:cNvPr>
          <p:cNvSpPr/>
          <p:nvPr userDrawn="1"/>
        </p:nvSpPr>
        <p:spPr>
          <a:xfrm>
            <a:off x="-2852963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04FBB06-6ACF-42B3-A601-DA9092589AC7}"/>
              </a:ext>
            </a:extLst>
          </p:cNvPr>
          <p:cNvSpPr/>
          <p:nvPr userDrawn="1"/>
        </p:nvSpPr>
        <p:spPr>
          <a:xfrm>
            <a:off x="-12650108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41E686-20A6-4E44-9E43-FCB7C9EBA87D}"/>
              </a:ext>
            </a:extLst>
          </p:cNvPr>
          <p:cNvSpPr/>
          <p:nvPr userDrawn="1"/>
        </p:nvSpPr>
        <p:spPr>
          <a:xfrm>
            <a:off x="-10690679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257B2E2-55EC-4FE1-ADA3-F8A45D4499DB}"/>
              </a:ext>
            </a:extLst>
          </p:cNvPr>
          <p:cNvSpPr/>
          <p:nvPr userDrawn="1"/>
        </p:nvSpPr>
        <p:spPr>
          <a:xfrm>
            <a:off x="-8731250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072476B-E2B3-4113-A8EB-53297064E723}"/>
              </a:ext>
            </a:extLst>
          </p:cNvPr>
          <p:cNvSpPr/>
          <p:nvPr userDrawn="1"/>
        </p:nvSpPr>
        <p:spPr>
          <a:xfrm>
            <a:off x="-6771821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1C6BAAE-C408-4DC1-BBAC-F38F61BFF289}"/>
              </a:ext>
            </a:extLst>
          </p:cNvPr>
          <p:cNvSpPr/>
          <p:nvPr userDrawn="1"/>
        </p:nvSpPr>
        <p:spPr>
          <a:xfrm>
            <a:off x="-4812392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FEA89E8-F519-45D4-BBF1-51FF3A0D3F34}"/>
              </a:ext>
            </a:extLst>
          </p:cNvPr>
          <p:cNvSpPr/>
          <p:nvPr userDrawn="1"/>
        </p:nvSpPr>
        <p:spPr>
          <a:xfrm>
            <a:off x="-2852963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2D4D7C-8548-4285-B27F-05D5E3A94E8C}"/>
              </a:ext>
            </a:extLst>
          </p:cNvPr>
          <p:cNvSpPr/>
          <p:nvPr userDrawn="1"/>
        </p:nvSpPr>
        <p:spPr>
          <a:xfrm>
            <a:off x="-12650108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0216C3-877A-4297-B95C-05B30F60A7EF}"/>
              </a:ext>
            </a:extLst>
          </p:cNvPr>
          <p:cNvSpPr/>
          <p:nvPr userDrawn="1"/>
        </p:nvSpPr>
        <p:spPr>
          <a:xfrm>
            <a:off x="-10690679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1484F0D-1D79-4A0F-A30A-FF4C3A42CD45}"/>
              </a:ext>
            </a:extLst>
          </p:cNvPr>
          <p:cNvSpPr/>
          <p:nvPr userDrawn="1"/>
        </p:nvSpPr>
        <p:spPr>
          <a:xfrm>
            <a:off x="-8731250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5E2FBE-40C1-4AFB-B186-76B57432052F}"/>
              </a:ext>
            </a:extLst>
          </p:cNvPr>
          <p:cNvSpPr/>
          <p:nvPr userDrawn="1"/>
        </p:nvSpPr>
        <p:spPr>
          <a:xfrm>
            <a:off x="-6771821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8F7C230-01B0-4354-9309-D7BBF4370994}"/>
              </a:ext>
            </a:extLst>
          </p:cNvPr>
          <p:cNvSpPr/>
          <p:nvPr userDrawn="1"/>
        </p:nvSpPr>
        <p:spPr>
          <a:xfrm>
            <a:off x="-4812392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E3E96E1-0305-47DD-BA0A-E2E3D38A52A0}"/>
              </a:ext>
            </a:extLst>
          </p:cNvPr>
          <p:cNvSpPr/>
          <p:nvPr userDrawn="1"/>
        </p:nvSpPr>
        <p:spPr>
          <a:xfrm>
            <a:off x="-2852963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101C09C-4334-4CC0-B89D-7D5D06DD9B9A}"/>
              </a:ext>
            </a:extLst>
          </p:cNvPr>
          <p:cNvSpPr/>
          <p:nvPr userDrawn="1"/>
        </p:nvSpPr>
        <p:spPr>
          <a:xfrm>
            <a:off x="-12650108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10C6167-35A0-4DEC-9A9B-2155762BB378}"/>
              </a:ext>
            </a:extLst>
          </p:cNvPr>
          <p:cNvSpPr/>
          <p:nvPr userDrawn="1"/>
        </p:nvSpPr>
        <p:spPr>
          <a:xfrm>
            <a:off x="-10690679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2C53E81-26AD-478B-BD2D-AB1B44848837}"/>
              </a:ext>
            </a:extLst>
          </p:cNvPr>
          <p:cNvSpPr/>
          <p:nvPr userDrawn="1"/>
        </p:nvSpPr>
        <p:spPr>
          <a:xfrm>
            <a:off x="-8731250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E8D4755-AE01-46F8-AADB-833BF3A30CF0}"/>
              </a:ext>
            </a:extLst>
          </p:cNvPr>
          <p:cNvSpPr/>
          <p:nvPr userDrawn="1"/>
        </p:nvSpPr>
        <p:spPr>
          <a:xfrm>
            <a:off x="-6771821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9DD7F20-697D-41C5-A684-04665C65CF0C}"/>
              </a:ext>
            </a:extLst>
          </p:cNvPr>
          <p:cNvSpPr/>
          <p:nvPr userDrawn="1"/>
        </p:nvSpPr>
        <p:spPr>
          <a:xfrm>
            <a:off x="-4820101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D26935-7A59-4415-86EF-4D2F4D3E4436}"/>
              </a:ext>
            </a:extLst>
          </p:cNvPr>
          <p:cNvSpPr/>
          <p:nvPr userDrawn="1"/>
        </p:nvSpPr>
        <p:spPr>
          <a:xfrm>
            <a:off x="-2852963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FD1753-DFCA-4824-8B4D-19641F187792}"/>
              </a:ext>
            </a:extLst>
          </p:cNvPr>
          <p:cNvSpPr txBox="1"/>
          <p:nvPr userDrawn="1"/>
        </p:nvSpPr>
        <p:spPr>
          <a:xfrm>
            <a:off x="4074900" y="2542788"/>
            <a:ext cx="101382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rPr>
              <a:t>COLOR SHEET</a:t>
            </a:r>
            <a:endParaRPr lang="ru-RU" sz="16600" dirty="0">
              <a:gradFill>
                <a:gsLst>
                  <a:gs pos="100000">
                    <a:schemeClr val="accent6"/>
                  </a:gs>
                  <a:gs pos="80000">
                    <a:schemeClr val="accent5"/>
                  </a:gs>
                  <a:gs pos="60000">
                    <a:schemeClr val="accent4"/>
                  </a:gs>
                  <a:gs pos="40000">
                    <a:schemeClr val="accent3"/>
                  </a:gs>
                  <a:gs pos="20000">
                    <a:schemeClr val="accent2"/>
                  </a:gs>
                  <a:gs pos="1000">
                    <a:schemeClr val="accent1"/>
                  </a:gs>
                </a:gsLst>
                <a:lin ang="9000000" scaled="0"/>
              </a:gradFill>
              <a:latin typeface="+mj-l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F06F30A-15E0-4D2D-9C6B-343CA9BDA119}"/>
              </a:ext>
            </a:extLst>
          </p:cNvPr>
          <p:cNvSpPr/>
          <p:nvPr userDrawn="1"/>
        </p:nvSpPr>
        <p:spPr>
          <a:xfrm>
            <a:off x="3359602" y="17424698"/>
            <a:ext cx="11539297" cy="895350"/>
          </a:xfrm>
          <a:prstGeom prst="rect">
            <a:avLst/>
          </a:prstGeom>
          <a:gradFill>
            <a:gsLst>
              <a:gs pos="0">
                <a:schemeClr val="accent5"/>
              </a:gs>
              <a:gs pos="33000">
                <a:schemeClr val="accent4"/>
              </a:gs>
              <a:gs pos="66000">
                <a:schemeClr val="accent3"/>
              </a:gs>
              <a:gs pos="100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23DA8D5-75F0-48DF-A6BD-1D9EEB0E0822}"/>
              </a:ext>
            </a:extLst>
          </p:cNvPr>
          <p:cNvSpPr/>
          <p:nvPr userDrawn="1"/>
        </p:nvSpPr>
        <p:spPr>
          <a:xfrm>
            <a:off x="19369313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6909CA9-D209-4159-A7E5-310FCFD4435B}"/>
              </a:ext>
            </a:extLst>
          </p:cNvPr>
          <p:cNvSpPr/>
          <p:nvPr userDrawn="1"/>
        </p:nvSpPr>
        <p:spPr>
          <a:xfrm>
            <a:off x="21328742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985243F-FB47-4269-A9ED-F3B32B7FCB8C}"/>
              </a:ext>
            </a:extLst>
          </p:cNvPr>
          <p:cNvSpPr/>
          <p:nvPr userDrawn="1"/>
        </p:nvSpPr>
        <p:spPr>
          <a:xfrm>
            <a:off x="23288171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6BB7FE9-32D5-469B-932A-C993D32C66CC}"/>
              </a:ext>
            </a:extLst>
          </p:cNvPr>
          <p:cNvSpPr/>
          <p:nvPr userDrawn="1"/>
        </p:nvSpPr>
        <p:spPr>
          <a:xfrm>
            <a:off x="25247600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58CFEB-D802-4A8D-9337-BB6F3BB34FEC}"/>
              </a:ext>
            </a:extLst>
          </p:cNvPr>
          <p:cNvSpPr/>
          <p:nvPr userDrawn="1"/>
        </p:nvSpPr>
        <p:spPr>
          <a:xfrm>
            <a:off x="27207029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66000">
                <a:schemeClr val="accent6">
                  <a:alpha val="50000"/>
                </a:schemeClr>
              </a:gs>
              <a:gs pos="33000">
                <a:schemeClr val="accent5">
                  <a:alpha val="50000"/>
                </a:schemeClr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3774205-3920-478A-A839-74D594EDCACE}"/>
              </a:ext>
            </a:extLst>
          </p:cNvPr>
          <p:cNvSpPr/>
          <p:nvPr userDrawn="1"/>
        </p:nvSpPr>
        <p:spPr>
          <a:xfrm>
            <a:off x="29166458" y="273495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26DFFC0-F563-4181-8C07-01721106AFAE}"/>
              </a:ext>
            </a:extLst>
          </p:cNvPr>
          <p:cNvSpPr/>
          <p:nvPr userDrawn="1"/>
        </p:nvSpPr>
        <p:spPr>
          <a:xfrm>
            <a:off x="19369313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A577136-6AB9-4E86-A4D2-D8B4C2B2EA0D}"/>
              </a:ext>
            </a:extLst>
          </p:cNvPr>
          <p:cNvSpPr/>
          <p:nvPr userDrawn="1"/>
        </p:nvSpPr>
        <p:spPr>
          <a:xfrm>
            <a:off x="21328742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B500D4-E411-40A1-AD2F-4DAE4151AC56}"/>
              </a:ext>
            </a:extLst>
          </p:cNvPr>
          <p:cNvSpPr/>
          <p:nvPr userDrawn="1"/>
        </p:nvSpPr>
        <p:spPr>
          <a:xfrm>
            <a:off x="23288171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856A43F-8D50-4A13-87DA-64335E0F3B01}"/>
              </a:ext>
            </a:extLst>
          </p:cNvPr>
          <p:cNvSpPr/>
          <p:nvPr userDrawn="1"/>
        </p:nvSpPr>
        <p:spPr>
          <a:xfrm>
            <a:off x="25247600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A22D757-33D8-42B8-AED0-6EDE96421782}"/>
              </a:ext>
            </a:extLst>
          </p:cNvPr>
          <p:cNvSpPr/>
          <p:nvPr userDrawn="1"/>
        </p:nvSpPr>
        <p:spPr>
          <a:xfrm>
            <a:off x="27207029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5E1AC82-66B9-48C7-913D-629802895916}"/>
              </a:ext>
            </a:extLst>
          </p:cNvPr>
          <p:cNvSpPr/>
          <p:nvPr userDrawn="1"/>
        </p:nvSpPr>
        <p:spPr>
          <a:xfrm>
            <a:off x="29166458" y="3976775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D219B66-3190-49FD-BA76-7D7F39D85803}"/>
              </a:ext>
            </a:extLst>
          </p:cNvPr>
          <p:cNvSpPr/>
          <p:nvPr userDrawn="1"/>
        </p:nvSpPr>
        <p:spPr>
          <a:xfrm>
            <a:off x="19369313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3A28A0-83C8-4F49-9C64-5EFE5E053CD7}"/>
              </a:ext>
            </a:extLst>
          </p:cNvPr>
          <p:cNvSpPr/>
          <p:nvPr userDrawn="1"/>
        </p:nvSpPr>
        <p:spPr>
          <a:xfrm>
            <a:off x="21328742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EE218E6-34CB-4004-B1E8-91E94D288CBF}"/>
              </a:ext>
            </a:extLst>
          </p:cNvPr>
          <p:cNvSpPr/>
          <p:nvPr userDrawn="1"/>
        </p:nvSpPr>
        <p:spPr>
          <a:xfrm>
            <a:off x="23288171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36FDB4B-0938-4DA4-8897-EE4470147B14}"/>
              </a:ext>
            </a:extLst>
          </p:cNvPr>
          <p:cNvSpPr/>
          <p:nvPr userDrawn="1"/>
        </p:nvSpPr>
        <p:spPr>
          <a:xfrm>
            <a:off x="25247600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0794D18-B750-4932-A08F-BB9A81E68964}"/>
              </a:ext>
            </a:extLst>
          </p:cNvPr>
          <p:cNvSpPr/>
          <p:nvPr userDrawn="1"/>
        </p:nvSpPr>
        <p:spPr>
          <a:xfrm>
            <a:off x="27207029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C0664A5-9B41-42FD-9F61-83E778CF0B29}"/>
              </a:ext>
            </a:extLst>
          </p:cNvPr>
          <p:cNvSpPr/>
          <p:nvPr userDrawn="1"/>
        </p:nvSpPr>
        <p:spPr>
          <a:xfrm>
            <a:off x="29166458" y="5187869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F3B59F7-D274-4052-9639-CC7DCC1A66A8}"/>
              </a:ext>
            </a:extLst>
          </p:cNvPr>
          <p:cNvSpPr/>
          <p:nvPr userDrawn="1"/>
        </p:nvSpPr>
        <p:spPr>
          <a:xfrm>
            <a:off x="19369313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3"/>
              </a:gs>
              <a:gs pos="50000">
                <a:srgbClr val="E6568E">
                  <a:alpha val="50000"/>
                </a:srgbClr>
              </a:gs>
              <a:gs pos="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20B0DF4-FAEF-4ECA-BCA6-0328C809DA6D}"/>
              </a:ext>
            </a:extLst>
          </p:cNvPr>
          <p:cNvSpPr/>
          <p:nvPr userDrawn="1"/>
        </p:nvSpPr>
        <p:spPr>
          <a:xfrm>
            <a:off x="21328742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4"/>
              </a:gs>
              <a:gs pos="50000">
                <a:schemeClr val="accent3">
                  <a:alpha val="50000"/>
                </a:schemeClr>
              </a:gs>
              <a:gs pos="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B37811D-EB6C-492D-A9F5-827F54AF4462}"/>
              </a:ext>
            </a:extLst>
          </p:cNvPr>
          <p:cNvSpPr/>
          <p:nvPr userDrawn="1"/>
        </p:nvSpPr>
        <p:spPr>
          <a:xfrm>
            <a:off x="23288171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5"/>
              </a:gs>
              <a:gs pos="50000">
                <a:schemeClr val="accent4">
                  <a:alpha val="50000"/>
                </a:schemeClr>
              </a:gs>
              <a:gs pos="0">
                <a:schemeClr val="accent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B1C1A88-A855-46EF-9F27-64F7D9F0BA38}"/>
              </a:ext>
            </a:extLst>
          </p:cNvPr>
          <p:cNvSpPr/>
          <p:nvPr userDrawn="1"/>
        </p:nvSpPr>
        <p:spPr>
          <a:xfrm>
            <a:off x="25247600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50000">
                <a:schemeClr val="accent5">
                  <a:alpha val="50000"/>
                </a:schemeClr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BD3782A-822A-4B25-B42A-506EE2D52AB9}"/>
              </a:ext>
            </a:extLst>
          </p:cNvPr>
          <p:cNvSpPr/>
          <p:nvPr userDrawn="1"/>
        </p:nvSpPr>
        <p:spPr>
          <a:xfrm>
            <a:off x="27199320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3B2F6AC-3BEA-44EF-A964-89836A9FA730}"/>
              </a:ext>
            </a:extLst>
          </p:cNvPr>
          <p:cNvSpPr/>
          <p:nvPr userDrawn="1"/>
        </p:nvSpPr>
        <p:spPr>
          <a:xfrm>
            <a:off x="29166458" y="6398963"/>
            <a:ext cx="1771650" cy="89535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1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653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307236"/>
            <a:ext cx="128778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48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71785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FAULT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02EB8-4CBB-4C97-AC85-6BAEE43B152F}"/>
              </a:ext>
            </a:extLst>
          </p:cNvPr>
          <p:cNvSpPr/>
          <p:nvPr userDrawn="1"/>
        </p:nvSpPr>
        <p:spPr>
          <a:xfrm rot="10800000" flipH="1" flipV="1">
            <a:off x="0" y="-2"/>
            <a:ext cx="18288000" cy="647702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307236"/>
            <a:ext cx="128778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48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63032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47E30C-C464-44C9-84B9-C651C1BC1DF9}"/>
              </a:ext>
            </a:extLst>
          </p:cNvPr>
          <p:cNvSpPr/>
          <p:nvPr userDrawn="1"/>
        </p:nvSpPr>
        <p:spPr>
          <a:xfrm rot="10800000" flipH="1" flipV="1">
            <a:off x="0" y="9639297"/>
            <a:ext cx="18288000" cy="647702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694606-ABEA-4095-8D53-FF83E07C48AB}"/>
              </a:ext>
            </a:extLst>
          </p:cNvPr>
          <p:cNvSpPr/>
          <p:nvPr userDrawn="1"/>
        </p:nvSpPr>
        <p:spPr>
          <a:xfrm rot="10800000" flipH="1" flipV="1">
            <a:off x="0" y="-2"/>
            <a:ext cx="18288000" cy="647702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8553450" y="9316131"/>
            <a:ext cx="836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36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307236"/>
            <a:ext cx="128778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48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23043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720000" y="719100"/>
            <a:ext cx="16848000" cy="8848800"/>
          </a:xfrm>
          <a:prstGeom prst="roundRect">
            <a:avLst>
              <a:gd name="adj" fmla="val 2233"/>
            </a:avLst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68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49733" y="1333498"/>
            <a:ext cx="7620002" cy="7620002"/>
          </a:xfrm>
          <a:prstGeom prst="ellipse">
            <a:avLst/>
          </a:prstGeom>
          <a:ln w="38100">
            <a:noFill/>
          </a:ln>
          <a:effectLst/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669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30226" y="1333498"/>
            <a:ext cx="7620002" cy="7620002"/>
          </a:xfrm>
          <a:prstGeom prst="ellipse">
            <a:avLst/>
          </a:prstGeom>
          <a:ln w="38100">
            <a:noFill/>
          </a:ln>
          <a:effectLst/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4266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791200" y="2324100"/>
            <a:ext cx="12496800" cy="79629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9189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0" y="0"/>
            <a:ext cx="118110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594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0" y="650100"/>
            <a:ext cx="12263400" cy="8986800"/>
          </a:xfrm>
          <a:prstGeom prst="parallelogram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83133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181600" y="0"/>
            <a:ext cx="131064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42698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7467600" y="0"/>
            <a:ext cx="108204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369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6012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36916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5344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37781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486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24349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0439400" y="0"/>
            <a:ext cx="78486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5535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791200" y="0"/>
            <a:ext cx="124968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423299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4968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49935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77343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9975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5438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0203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982200" y="0"/>
            <a:ext cx="83058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570256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8538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4_0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75600" y="1371600"/>
            <a:ext cx="10540800" cy="75438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307236"/>
            <a:ext cx="1287780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48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6546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87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3997" r:id="rId2"/>
    <p:sldLayoutId id="2147483998" r:id="rId3"/>
    <p:sldLayoutId id="2147483999" r:id="rId4"/>
    <p:sldLayoutId id="2147484005" r:id="rId5"/>
    <p:sldLayoutId id="2147484118" r:id="rId6"/>
    <p:sldLayoutId id="2147484131" r:id="rId7"/>
    <p:sldLayoutId id="2147484132" r:id="rId8"/>
    <p:sldLayoutId id="2147484114" r:id="rId9"/>
    <p:sldLayoutId id="2147484116" r:id="rId10"/>
    <p:sldLayoutId id="2147484117" r:id="rId11"/>
    <p:sldLayoutId id="2147484120" r:id="rId12"/>
    <p:sldLayoutId id="2147484130" r:id="rId13"/>
    <p:sldLayoutId id="2147484121" r:id="rId14"/>
    <p:sldLayoutId id="2147484122" r:id="rId15"/>
    <p:sldLayoutId id="2147484123" r:id="rId16"/>
    <p:sldLayoutId id="2147484124" r:id="rId17"/>
    <p:sldLayoutId id="2147484125" r:id="rId18"/>
    <p:sldLayoutId id="2147484126" r:id="rId19"/>
    <p:sldLayoutId id="2147484127" r:id="rId20"/>
    <p:sldLayoutId id="2147484128" r:id="rId21"/>
    <p:sldLayoutId id="2147484129" r:id="rId22"/>
    <p:sldLayoutId id="2147484002" r:id="rId23"/>
    <p:sldLayoutId id="2147484032" r:id="rId24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7B176A-B318-41B6-BCB5-8866B12B7232}"/>
              </a:ext>
            </a:extLst>
          </p:cNvPr>
          <p:cNvSpPr txBox="1"/>
          <p:nvPr/>
        </p:nvSpPr>
        <p:spPr>
          <a:xfrm>
            <a:off x="2133600" y="3566145"/>
            <a:ext cx="140208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900" dirty="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rPr>
              <a:t>VIVID</a:t>
            </a:r>
            <a:endParaRPr lang="ru-RU" sz="19900" dirty="0">
              <a:gradFill>
                <a:gsLst>
                  <a:gs pos="100000">
                    <a:schemeClr val="accent6"/>
                  </a:gs>
                  <a:gs pos="80000">
                    <a:schemeClr val="accent5"/>
                  </a:gs>
                  <a:gs pos="60000">
                    <a:schemeClr val="accent4"/>
                  </a:gs>
                  <a:gs pos="40000">
                    <a:schemeClr val="accent3"/>
                  </a:gs>
                  <a:gs pos="20000">
                    <a:schemeClr val="accent2"/>
                  </a:gs>
                  <a:gs pos="1000">
                    <a:schemeClr val="accent1"/>
                  </a:gs>
                </a:gsLst>
                <a:lin ang="9000000" scaled="0"/>
              </a:gradFill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CFFCEC-E67C-4688-82FC-F495DF22CC04}"/>
              </a:ext>
            </a:extLst>
          </p:cNvPr>
          <p:cNvSpPr/>
          <p:nvPr/>
        </p:nvSpPr>
        <p:spPr>
          <a:xfrm>
            <a:off x="12039600" y="4076700"/>
            <a:ext cx="6880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+mj-lt"/>
              </a:rPr>
              <a:t>1.2</a:t>
            </a:r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642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65527D3-FB10-4E45-81BB-E44A963AF5F4}"/>
              </a:ext>
            </a:extLst>
          </p:cNvPr>
          <p:cNvSpPr/>
          <p:nvPr/>
        </p:nvSpPr>
        <p:spPr>
          <a:xfrm>
            <a:off x="0" y="1359659"/>
            <a:ext cx="11071152" cy="8931328"/>
          </a:xfrm>
          <a:custGeom>
            <a:avLst/>
            <a:gdLst>
              <a:gd name="connsiteX0" fmla="*/ 4080129 w 11071152"/>
              <a:gd name="connsiteY0" fmla="*/ 237 h 8931328"/>
              <a:gd name="connsiteX1" fmla="*/ 6924454 w 11071152"/>
              <a:gd name="connsiteY1" fmla="*/ 1471260 h 8931328"/>
              <a:gd name="connsiteX2" fmla="*/ 7319187 w 11071152"/>
              <a:gd name="connsiteY2" fmla="*/ 5271070 h 8931328"/>
              <a:gd name="connsiteX3" fmla="*/ 10660470 w 11071152"/>
              <a:gd name="connsiteY3" fmla="*/ 8851584 h 8931328"/>
              <a:gd name="connsiteX4" fmla="*/ 11071152 w 11071152"/>
              <a:gd name="connsiteY4" fmla="*/ 8931328 h 8931328"/>
              <a:gd name="connsiteX5" fmla="*/ 0 w 11071152"/>
              <a:gd name="connsiteY5" fmla="*/ 8931328 h 8931328"/>
              <a:gd name="connsiteX6" fmla="*/ 0 w 11071152"/>
              <a:gd name="connsiteY6" fmla="*/ 1899742 h 8931328"/>
              <a:gd name="connsiteX7" fmla="*/ 116427 w 11071152"/>
              <a:gd name="connsiteY7" fmla="*/ 1806808 h 8931328"/>
              <a:gd name="connsiteX8" fmla="*/ 3296093 w 11071152"/>
              <a:gd name="connsiteY8" fmla="*/ 87698 h 8931328"/>
              <a:gd name="connsiteX9" fmla="*/ 4080129 w 11071152"/>
              <a:gd name="connsiteY9" fmla="*/ 237 h 893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71152" h="8931328">
                <a:moveTo>
                  <a:pt x="4080129" y="237"/>
                </a:moveTo>
                <a:cubicBezTo>
                  <a:pt x="5228722" y="-12278"/>
                  <a:pt x="6396398" y="470221"/>
                  <a:pt x="6924454" y="1471260"/>
                </a:cubicBezTo>
                <a:cubicBezTo>
                  <a:pt x="7522535" y="2607614"/>
                  <a:pt x="7139763" y="3999150"/>
                  <a:pt x="7319187" y="5271070"/>
                </a:cubicBezTo>
                <a:cubicBezTo>
                  <a:pt x="7562407" y="6993545"/>
                  <a:pt x="8961918" y="8488748"/>
                  <a:pt x="10660470" y="8851584"/>
                </a:cubicBezTo>
                <a:cubicBezTo>
                  <a:pt x="10800022" y="8879494"/>
                  <a:pt x="10935586" y="8903417"/>
                  <a:pt x="11071152" y="8931328"/>
                </a:cubicBezTo>
                <a:lnTo>
                  <a:pt x="0" y="8931328"/>
                </a:lnTo>
                <a:lnTo>
                  <a:pt x="0" y="1899742"/>
                </a:lnTo>
                <a:lnTo>
                  <a:pt x="116427" y="1806808"/>
                </a:lnTo>
                <a:cubicBezTo>
                  <a:pt x="1079392" y="1050609"/>
                  <a:pt x="2109899" y="349359"/>
                  <a:pt x="3296093" y="87698"/>
                </a:cubicBezTo>
                <a:cubicBezTo>
                  <a:pt x="3551026" y="32376"/>
                  <a:pt x="3815069" y="3126"/>
                  <a:pt x="4080129" y="237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1DC9A9D-AAD7-4327-8FF7-5907DF0126EE}"/>
              </a:ext>
            </a:extLst>
          </p:cNvPr>
          <p:cNvSpPr/>
          <p:nvPr/>
        </p:nvSpPr>
        <p:spPr>
          <a:xfrm>
            <a:off x="8640947" y="1024712"/>
            <a:ext cx="8237574" cy="8237574"/>
          </a:xfrm>
          <a:custGeom>
            <a:avLst/>
            <a:gdLst>
              <a:gd name="connsiteX0" fmla="*/ 8237574 w 8237574"/>
              <a:gd name="connsiteY0" fmla="*/ 4118787 h 8237574"/>
              <a:gd name="connsiteX1" fmla="*/ 4118787 w 8237574"/>
              <a:gd name="connsiteY1" fmla="*/ 8237575 h 8237574"/>
              <a:gd name="connsiteX2" fmla="*/ 0 w 8237574"/>
              <a:gd name="connsiteY2" fmla="*/ 4118787 h 8237574"/>
              <a:gd name="connsiteX3" fmla="*/ 4118787 w 8237574"/>
              <a:gd name="connsiteY3" fmla="*/ 0 h 8237574"/>
              <a:gd name="connsiteX4" fmla="*/ 8237574 w 8237574"/>
              <a:gd name="connsiteY4" fmla="*/ 4118787 h 8237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37574" h="8237574">
                <a:moveTo>
                  <a:pt x="8237574" y="4118787"/>
                </a:moveTo>
                <a:cubicBezTo>
                  <a:pt x="8237574" y="6393531"/>
                  <a:pt x="6393531" y="8237575"/>
                  <a:pt x="4118787" y="8237575"/>
                </a:cubicBezTo>
                <a:cubicBezTo>
                  <a:pt x="1844043" y="8237575"/>
                  <a:pt x="0" y="6393531"/>
                  <a:pt x="0" y="4118787"/>
                </a:cubicBezTo>
                <a:cubicBezTo>
                  <a:pt x="0" y="1844044"/>
                  <a:pt x="1844045" y="0"/>
                  <a:pt x="4118787" y="0"/>
                </a:cubicBezTo>
                <a:cubicBezTo>
                  <a:pt x="6393531" y="0"/>
                  <a:pt x="8237574" y="1844044"/>
                  <a:pt x="8237574" y="4118787"/>
                </a:cubicBezTo>
                <a:close/>
              </a:path>
            </a:pathLst>
          </a:custGeom>
          <a:solidFill>
            <a:schemeClr val="bg2"/>
          </a:solidFill>
          <a:ln w="398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8D77D4-6E9D-4F4F-AC7E-57574D41F951}"/>
              </a:ext>
            </a:extLst>
          </p:cNvPr>
          <p:cNvSpPr/>
          <p:nvPr/>
        </p:nvSpPr>
        <p:spPr>
          <a:xfrm>
            <a:off x="4619847" y="0"/>
            <a:ext cx="5909043" cy="818371"/>
          </a:xfrm>
          <a:custGeom>
            <a:avLst/>
            <a:gdLst>
              <a:gd name="connsiteX0" fmla="*/ 0 w 5909043"/>
              <a:gd name="connsiteY0" fmla="*/ 0 h 818371"/>
              <a:gd name="connsiteX1" fmla="*/ 5909044 w 5909043"/>
              <a:gd name="connsiteY1" fmla="*/ 0 h 818371"/>
              <a:gd name="connsiteX2" fmla="*/ 5147486 w 5909043"/>
              <a:gd name="connsiteY2" fmla="*/ 247207 h 818371"/>
              <a:gd name="connsiteX3" fmla="*/ 2272709 w 5909043"/>
              <a:gd name="connsiteY3" fmla="*/ 817378 h 818371"/>
              <a:gd name="connsiteX4" fmla="*/ 0 w 5909043"/>
              <a:gd name="connsiteY4" fmla="*/ 0 h 81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9043" h="818371">
                <a:moveTo>
                  <a:pt x="0" y="0"/>
                </a:moveTo>
                <a:lnTo>
                  <a:pt x="5909044" y="0"/>
                </a:lnTo>
                <a:cubicBezTo>
                  <a:pt x="5653862" y="79744"/>
                  <a:pt x="5402669" y="167463"/>
                  <a:pt x="5147486" y="247207"/>
                </a:cubicBezTo>
                <a:cubicBezTo>
                  <a:pt x="4214480" y="554222"/>
                  <a:pt x="3253562" y="837314"/>
                  <a:pt x="2272709" y="817378"/>
                </a:cubicBezTo>
                <a:cubicBezTo>
                  <a:pt x="1447357" y="801429"/>
                  <a:pt x="602068" y="542261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A0D4881-2DD1-4BEF-93A7-6D34454D8679}"/>
              </a:ext>
            </a:extLst>
          </p:cNvPr>
          <p:cNvSpPr/>
          <p:nvPr/>
        </p:nvSpPr>
        <p:spPr>
          <a:xfrm>
            <a:off x="15429170" y="0"/>
            <a:ext cx="2842879" cy="39872"/>
          </a:xfrm>
          <a:custGeom>
            <a:avLst/>
            <a:gdLst>
              <a:gd name="connsiteX0" fmla="*/ 0 w 2842879"/>
              <a:gd name="connsiteY0" fmla="*/ 0 h 39872"/>
              <a:gd name="connsiteX1" fmla="*/ 2842880 w 2842879"/>
              <a:gd name="connsiteY1" fmla="*/ 0 h 39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42879" h="39872">
                <a:moveTo>
                  <a:pt x="0" y="0"/>
                </a:moveTo>
                <a:lnTo>
                  <a:pt x="2842880" y="0"/>
                </a:lnTo>
              </a:path>
            </a:pathLst>
          </a:custGeom>
          <a:solidFill>
            <a:srgbClr val="EC1C24"/>
          </a:solidFill>
          <a:ln w="398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Graphic 2">
            <a:extLst>
              <a:ext uri="{FF2B5EF4-FFF2-40B4-BE49-F238E27FC236}">
                <a16:creationId xmlns:a16="http://schemas.microsoft.com/office/drawing/2014/main" id="{8A433A81-A336-4EE0-A5C6-DA6EA42DB1E1}"/>
              </a:ext>
            </a:extLst>
          </p:cNvPr>
          <p:cNvSpPr/>
          <p:nvPr/>
        </p:nvSpPr>
        <p:spPr>
          <a:xfrm>
            <a:off x="15457081" y="0"/>
            <a:ext cx="2842880" cy="2803008"/>
          </a:xfrm>
          <a:custGeom>
            <a:avLst/>
            <a:gdLst>
              <a:gd name="connsiteX0" fmla="*/ 2842881 w 2842880"/>
              <a:gd name="connsiteY0" fmla="*/ 0 h 2803008"/>
              <a:gd name="connsiteX1" fmla="*/ 2842881 w 2842880"/>
              <a:gd name="connsiteY1" fmla="*/ 2803009 h 2803008"/>
              <a:gd name="connsiteX2" fmla="*/ 2767124 w 2842880"/>
              <a:gd name="connsiteY2" fmla="*/ 2619597 h 2803008"/>
              <a:gd name="connsiteX3" fmla="*/ 761557 w 2842880"/>
              <a:gd name="connsiteY3" fmla="*/ 406695 h 2803008"/>
              <a:gd name="connsiteX4" fmla="*/ 0 w 2842880"/>
              <a:gd name="connsiteY4" fmla="*/ 0 h 2803008"/>
              <a:gd name="connsiteX5" fmla="*/ 2842881 w 2842880"/>
              <a:gd name="connsiteY5" fmla="*/ 0 h 280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2880" h="2803008">
                <a:moveTo>
                  <a:pt x="2842881" y="0"/>
                </a:moveTo>
                <a:lnTo>
                  <a:pt x="2842881" y="2803009"/>
                </a:lnTo>
                <a:cubicBezTo>
                  <a:pt x="2814970" y="2727252"/>
                  <a:pt x="2791047" y="2659469"/>
                  <a:pt x="2767124" y="2619597"/>
                </a:cubicBezTo>
                <a:cubicBezTo>
                  <a:pt x="2308595" y="1722475"/>
                  <a:pt x="1606846" y="948956"/>
                  <a:pt x="761557" y="406695"/>
                </a:cubicBezTo>
                <a:cubicBezTo>
                  <a:pt x="518337" y="251194"/>
                  <a:pt x="263156" y="115629"/>
                  <a:pt x="0" y="0"/>
                </a:cubicBezTo>
                <a:lnTo>
                  <a:pt x="2842881" y="0"/>
                </a:ln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A966048A-CD50-4CCB-8DC6-76E6277725E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/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F406663-117D-4E2A-B83A-4935EDBA25D5}"/>
              </a:ext>
            </a:extLst>
          </p:cNvPr>
          <p:cNvSpPr txBox="1"/>
          <p:nvPr/>
        </p:nvSpPr>
        <p:spPr>
          <a:xfrm>
            <a:off x="1718265" y="4295343"/>
            <a:ext cx="6148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Vivid is a multipurpose presentation template. Advance, clean and professional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CAE103-0ED1-4025-96BF-B335BFEA506F}"/>
              </a:ext>
            </a:extLst>
          </p:cNvPr>
          <p:cNvSpPr txBox="1"/>
          <p:nvPr/>
        </p:nvSpPr>
        <p:spPr>
          <a:xfrm>
            <a:off x="1718265" y="3390900"/>
            <a:ext cx="5090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</a:rPr>
              <a:t>ALWAYS FREE</a:t>
            </a:r>
            <a:endParaRPr lang="uk-UA" sz="4400" dirty="0">
              <a:solidFill>
                <a:schemeClr val="bg1"/>
              </a:solidFill>
            </a:endParaRPr>
          </a:p>
        </p:txBody>
      </p:sp>
      <p:sp>
        <p:nvSpPr>
          <p:cNvPr id="41" name="Freeform 269">
            <a:extLst>
              <a:ext uri="{FF2B5EF4-FFF2-40B4-BE49-F238E27FC236}">
                <a16:creationId xmlns:a16="http://schemas.microsoft.com/office/drawing/2014/main" id="{63AB0CB8-51D5-4E78-A2F0-90067C6F1BBF}"/>
              </a:ext>
            </a:extLst>
          </p:cNvPr>
          <p:cNvSpPr>
            <a:spLocks noEditPoints="1"/>
          </p:cNvSpPr>
          <p:nvPr/>
        </p:nvSpPr>
        <p:spPr bwMode="auto">
          <a:xfrm>
            <a:off x="1718265" y="902970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212EFE-7B1A-428B-AD36-2CEB4AA22EE7}"/>
              </a:ext>
            </a:extLst>
          </p:cNvPr>
          <p:cNvSpPr txBox="1"/>
          <p:nvPr/>
        </p:nvSpPr>
        <p:spPr>
          <a:xfrm>
            <a:off x="2392565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inname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4" name="Freeform 263">
            <a:extLst>
              <a:ext uri="{FF2B5EF4-FFF2-40B4-BE49-F238E27FC236}">
                <a16:creationId xmlns:a16="http://schemas.microsoft.com/office/drawing/2014/main" id="{32BE80DE-F719-4413-8FCD-D23A8C4FD138}"/>
              </a:ext>
            </a:extLst>
          </p:cNvPr>
          <p:cNvSpPr>
            <a:spLocks noEditPoints="1"/>
          </p:cNvSpPr>
          <p:nvPr/>
        </p:nvSpPr>
        <p:spPr bwMode="auto">
          <a:xfrm>
            <a:off x="4697942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0A7C117-CD87-4D87-BB38-8138907009BD}"/>
              </a:ext>
            </a:extLst>
          </p:cNvPr>
          <p:cNvSpPr txBox="1"/>
          <p:nvPr/>
        </p:nvSpPr>
        <p:spPr>
          <a:xfrm>
            <a:off x="5383723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twname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1F1E78-5E32-40C9-83CF-6F45187D4129}"/>
              </a:ext>
            </a:extLst>
          </p:cNvPr>
          <p:cNvSpPr txBox="1"/>
          <p:nvPr/>
        </p:nvSpPr>
        <p:spPr>
          <a:xfrm>
            <a:off x="14798111" y="8911670"/>
            <a:ext cx="2842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2020</a:t>
            </a:r>
            <a:endParaRPr lang="en-US" sz="3600" b="1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43BB38F-79EB-4244-B4E3-BE35A76E4A26}"/>
              </a:ext>
            </a:extLst>
          </p:cNvPr>
          <p:cNvGrpSpPr/>
          <p:nvPr/>
        </p:nvGrpSpPr>
        <p:grpSpPr>
          <a:xfrm flipH="1">
            <a:off x="460855" y="300812"/>
            <a:ext cx="948624" cy="1423290"/>
            <a:chOff x="16199578" y="342900"/>
            <a:chExt cx="1154972" cy="1732889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A59F263-CE89-47E6-9D2D-3FCDF9E05217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A8DD229D-4204-42E1-83D9-1875A0643447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8401395-079B-4417-B996-155B0FA8EF91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9106ED5-34A4-473C-BC70-7B2EE28A008D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F2F7304-0D10-4086-A56F-5A0E5A1A1C88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5378B00-FCE8-43E9-96BF-4CE30127E0A3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459856A-007D-4348-9394-1E744D3B4626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4B2FAF0-F962-47DB-9518-3694214E4FC9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773A9D7-6EB5-4517-B5D8-B23102D2F23C}"/>
                </a:ext>
              </a:extLst>
            </p:cNvPr>
            <p:cNvSpPr txBox="1"/>
            <p:nvPr/>
          </p:nvSpPr>
          <p:spPr>
            <a:xfrm>
              <a:off x="16260233" y="1513701"/>
              <a:ext cx="1033663" cy="562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+mj-lt"/>
                </a:rPr>
                <a:t>YOUR 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231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A0D4881-2DD1-4BEF-93A7-6D34454D8679}"/>
              </a:ext>
            </a:extLst>
          </p:cNvPr>
          <p:cNvSpPr/>
          <p:nvPr/>
        </p:nvSpPr>
        <p:spPr>
          <a:xfrm>
            <a:off x="15429170" y="0"/>
            <a:ext cx="2842879" cy="39872"/>
          </a:xfrm>
          <a:custGeom>
            <a:avLst/>
            <a:gdLst>
              <a:gd name="connsiteX0" fmla="*/ 0 w 2842879"/>
              <a:gd name="connsiteY0" fmla="*/ 0 h 39872"/>
              <a:gd name="connsiteX1" fmla="*/ 2842880 w 2842879"/>
              <a:gd name="connsiteY1" fmla="*/ 0 h 39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42879" h="39872">
                <a:moveTo>
                  <a:pt x="0" y="0"/>
                </a:moveTo>
                <a:lnTo>
                  <a:pt x="2842880" y="0"/>
                </a:lnTo>
              </a:path>
            </a:pathLst>
          </a:custGeom>
          <a:solidFill>
            <a:srgbClr val="EC1C24"/>
          </a:solidFill>
          <a:ln w="398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1DC9A9D-AAD7-4327-8FF7-5907DF0126EE}"/>
              </a:ext>
            </a:extLst>
          </p:cNvPr>
          <p:cNvSpPr/>
          <p:nvPr/>
        </p:nvSpPr>
        <p:spPr>
          <a:xfrm flipH="1">
            <a:off x="1421440" y="1024712"/>
            <a:ext cx="8237574" cy="8237574"/>
          </a:xfrm>
          <a:custGeom>
            <a:avLst/>
            <a:gdLst>
              <a:gd name="connsiteX0" fmla="*/ 8237574 w 8237574"/>
              <a:gd name="connsiteY0" fmla="*/ 4118787 h 8237574"/>
              <a:gd name="connsiteX1" fmla="*/ 4118787 w 8237574"/>
              <a:gd name="connsiteY1" fmla="*/ 8237575 h 8237574"/>
              <a:gd name="connsiteX2" fmla="*/ 0 w 8237574"/>
              <a:gd name="connsiteY2" fmla="*/ 4118787 h 8237574"/>
              <a:gd name="connsiteX3" fmla="*/ 4118787 w 8237574"/>
              <a:gd name="connsiteY3" fmla="*/ 0 h 8237574"/>
              <a:gd name="connsiteX4" fmla="*/ 8237574 w 8237574"/>
              <a:gd name="connsiteY4" fmla="*/ 4118787 h 8237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37574" h="8237574">
                <a:moveTo>
                  <a:pt x="8237574" y="4118787"/>
                </a:moveTo>
                <a:cubicBezTo>
                  <a:pt x="8237574" y="6393531"/>
                  <a:pt x="6393531" y="8237575"/>
                  <a:pt x="4118787" y="8237575"/>
                </a:cubicBezTo>
                <a:cubicBezTo>
                  <a:pt x="1844043" y="8237575"/>
                  <a:pt x="0" y="6393531"/>
                  <a:pt x="0" y="4118787"/>
                </a:cubicBezTo>
                <a:cubicBezTo>
                  <a:pt x="0" y="1844044"/>
                  <a:pt x="1844045" y="0"/>
                  <a:pt x="4118787" y="0"/>
                </a:cubicBezTo>
                <a:cubicBezTo>
                  <a:pt x="6393531" y="0"/>
                  <a:pt x="8237574" y="1844044"/>
                  <a:pt x="8237574" y="4118787"/>
                </a:cubicBezTo>
                <a:close/>
              </a:path>
            </a:pathLst>
          </a:custGeom>
          <a:solidFill>
            <a:schemeClr val="bg2"/>
          </a:solidFill>
          <a:ln w="398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65527D3-FB10-4E45-81BB-E44A963AF5F4}"/>
              </a:ext>
            </a:extLst>
          </p:cNvPr>
          <p:cNvSpPr/>
          <p:nvPr/>
        </p:nvSpPr>
        <p:spPr>
          <a:xfrm flipH="1">
            <a:off x="7228809" y="1359659"/>
            <a:ext cx="11071152" cy="8931328"/>
          </a:xfrm>
          <a:custGeom>
            <a:avLst/>
            <a:gdLst>
              <a:gd name="connsiteX0" fmla="*/ 4080129 w 11071152"/>
              <a:gd name="connsiteY0" fmla="*/ 237 h 8931328"/>
              <a:gd name="connsiteX1" fmla="*/ 6924454 w 11071152"/>
              <a:gd name="connsiteY1" fmla="*/ 1471260 h 8931328"/>
              <a:gd name="connsiteX2" fmla="*/ 7319187 w 11071152"/>
              <a:gd name="connsiteY2" fmla="*/ 5271070 h 8931328"/>
              <a:gd name="connsiteX3" fmla="*/ 10660470 w 11071152"/>
              <a:gd name="connsiteY3" fmla="*/ 8851584 h 8931328"/>
              <a:gd name="connsiteX4" fmla="*/ 11071152 w 11071152"/>
              <a:gd name="connsiteY4" fmla="*/ 8931328 h 8931328"/>
              <a:gd name="connsiteX5" fmla="*/ 0 w 11071152"/>
              <a:gd name="connsiteY5" fmla="*/ 8931328 h 8931328"/>
              <a:gd name="connsiteX6" fmla="*/ 0 w 11071152"/>
              <a:gd name="connsiteY6" fmla="*/ 1899742 h 8931328"/>
              <a:gd name="connsiteX7" fmla="*/ 116427 w 11071152"/>
              <a:gd name="connsiteY7" fmla="*/ 1806808 h 8931328"/>
              <a:gd name="connsiteX8" fmla="*/ 3296093 w 11071152"/>
              <a:gd name="connsiteY8" fmla="*/ 87698 h 8931328"/>
              <a:gd name="connsiteX9" fmla="*/ 4080129 w 11071152"/>
              <a:gd name="connsiteY9" fmla="*/ 237 h 893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71152" h="8931328">
                <a:moveTo>
                  <a:pt x="4080129" y="237"/>
                </a:moveTo>
                <a:cubicBezTo>
                  <a:pt x="5228722" y="-12278"/>
                  <a:pt x="6396398" y="470221"/>
                  <a:pt x="6924454" y="1471260"/>
                </a:cubicBezTo>
                <a:cubicBezTo>
                  <a:pt x="7522535" y="2607614"/>
                  <a:pt x="7139763" y="3999150"/>
                  <a:pt x="7319187" y="5271070"/>
                </a:cubicBezTo>
                <a:cubicBezTo>
                  <a:pt x="7562407" y="6993545"/>
                  <a:pt x="8961918" y="8488748"/>
                  <a:pt x="10660470" y="8851584"/>
                </a:cubicBezTo>
                <a:cubicBezTo>
                  <a:pt x="10800022" y="8879494"/>
                  <a:pt x="10935586" y="8903417"/>
                  <a:pt x="11071152" y="8931328"/>
                </a:cubicBezTo>
                <a:lnTo>
                  <a:pt x="0" y="8931328"/>
                </a:lnTo>
                <a:lnTo>
                  <a:pt x="0" y="1899742"/>
                </a:lnTo>
                <a:lnTo>
                  <a:pt x="116427" y="1806808"/>
                </a:lnTo>
                <a:cubicBezTo>
                  <a:pt x="1079392" y="1050609"/>
                  <a:pt x="2109899" y="349359"/>
                  <a:pt x="3296093" y="87698"/>
                </a:cubicBezTo>
                <a:cubicBezTo>
                  <a:pt x="3551026" y="32376"/>
                  <a:pt x="3815069" y="3126"/>
                  <a:pt x="4080129" y="237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8D77D4-6E9D-4F4F-AC7E-57574D41F951}"/>
              </a:ext>
            </a:extLst>
          </p:cNvPr>
          <p:cNvSpPr/>
          <p:nvPr/>
        </p:nvSpPr>
        <p:spPr>
          <a:xfrm flipH="1">
            <a:off x="7771071" y="0"/>
            <a:ext cx="5909043" cy="818371"/>
          </a:xfrm>
          <a:custGeom>
            <a:avLst/>
            <a:gdLst>
              <a:gd name="connsiteX0" fmla="*/ 0 w 5909043"/>
              <a:gd name="connsiteY0" fmla="*/ 0 h 818371"/>
              <a:gd name="connsiteX1" fmla="*/ 5909044 w 5909043"/>
              <a:gd name="connsiteY1" fmla="*/ 0 h 818371"/>
              <a:gd name="connsiteX2" fmla="*/ 5147486 w 5909043"/>
              <a:gd name="connsiteY2" fmla="*/ 247207 h 818371"/>
              <a:gd name="connsiteX3" fmla="*/ 2272709 w 5909043"/>
              <a:gd name="connsiteY3" fmla="*/ 817378 h 818371"/>
              <a:gd name="connsiteX4" fmla="*/ 0 w 5909043"/>
              <a:gd name="connsiteY4" fmla="*/ 0 h 818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9043" h="818371">
                <a:moveTo>
                  <a:pt x="0" y="0"/>
                </a:moveTo>
                <a:lnTo>
                  <a:pt x="5909044" y="0"/>
                </a:lnTo>
                <a:cubicBezTo>
                  <a:pt x="5653862" y="79744"/>
                  <a:pt x="5402669" y="167463"/>
                  <a:pt x="5147486" y="247207"/>
                </a:cubicBezTo>
                <a:cubicBezTo>
                  <a:pt x="4214480" y="554222"/>
                  <a:pt x="3253562" y="837314"/>
                  <a:pt x="2272709" y="817378"/>
                </a:cubicBezTo>
                <a:cubicBezTo>
                  <a:pt x="1447357" y="801429"/>
                  <a:pt x="602068" y="542261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2">
            <a:extLst>
              <a:ext uri="{FF2B5EF4-FFF2-40B4-BE49-F238E27FC236}">
                <a16:creationId xmlns:a16="http://schemas.microsoft.com/office/drawing/2014/main" id="{8A433A81-A336-4EE0-A5C6-DA6EA42DB1E1}"/>
              </a:ext>
            </a:extLst>
          </p:cNvPr>
          <p:cNvSpPr/>
          <p:nvPr/>
        </p:nvSpPr>
        <p:spPr>
          <a:xfrm flipH="1">
            <a:off x="0" y="0"/>
            <a:ext cx="2842880" cy="2803008"/>
          </a:xfrm>
          <a:custGeom>
            <a:avLst/>
            <a:gdLst>
              <a:gd name="connsiteX0" fmla="*/ 2842881 w 2842880"/>
              <a:gd name="connsiteY0" fmla="*/ 0 h 2803008"/>
              <a:gd name="connsiteX1" fmla="*/ 2842881 w 2842880"/>
              <a:gd name="connsiteY1" fmla="*/ 2803009 h 2803008"/>
              <a:gd name="connsiteX2" fmla="*/ 2767124 w 2842880"/>
              <a:gd name="connsiteY2" fmla="*/ 2619597 h 2803008"/>
              <a:gd name="connsiteX3" fmla="*/ 761557 w 2842880"/>
              <a:gd name="connsiteY3" fmla="*/ 406695 h 2803008"/>
              <a:gd name="connsiteX4" fmla="*/ 0 w 2842880"/>
              <a:gd name="connsiteY4" fmla="*/ 0 h 2803008"/>
              <a:gd name="connsiteX5" fmla="*/ 2842881 w 2842880"/>
              <a:gd name="connsiteY5" fmla="*/ 0 h 280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2880" h="2803008">
                <a:moveTo>
                  <a:pt x="2842881" y="0"/>
                </a:moveTo>
                <a:lnTo>
                  <a:pt x="2842881" y="2803009"/>
                </a:lnTo>
                <a:cubicBezTo>
                  <a:pt x="2814970" y="2727252"/>
                  <a:pt x="2791047" y="2659469"/>
                  <a:pt x="2767124" y="2619597"/>
                </a:cubicBezTo>
                <a:cubicBezTo>
                  <a:pt x="2308595" y="1722475"/>
                  <a:pt x="1606846" y="948956"/>
                  <a:pt x="761557" y="406695"/>
                </a:cubicBezTo>
                <a:cubicBezTo>
                  <a:pt x="518337" y="251194"/>
                  <a:pt x="263156" y="115629"/>
                  <a:pt x="0" y="0"/>
                </a:cubicBezTo>
                <a:lnTo>
                  <a:pt x="2842881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0B73F698-B71B-4F18-AAA5-7DD2148B3FC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r="21875"/>
          <a:stretch/>
        </p:blipFill>
        <p:spPr/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5D99F6FE-AF2D-4735-A464-AD58FE300096}"/>
              </a:ext>
            </a:extLst>
          </p:cNvPr>
          <p:cNvSpPr txBox="1"/>
          <p:nvPr/>
        </p:nvSpPr>
        <p:spPr>
          <a:xfrm>
            <a:off x="15163800" y="5715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LOGO</a:t>
            </a:r>
            <a:endParaRPr lang="en-US" sz="36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AE7A43-04FD-4B4A-9CD0-27C0516D5D2B}"/>
              </a:ext>
            </a:extLst>
          </p:cNvPr>
          <p:cNvSpPr txBox="1"/>
          <p:nvPr/>
        </p:nvSpPr>
        <p:spPr>
          <a:xfrm>
            <a:off x="771525" y="8911670"/>
            <a:ext cx="952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///</a:t>
            </a:r>
            <a:endParaRPr lang="en-US" sz="36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F41F60-3BD9-4065-A7AA-726DAEE2A5D7}"/>
              </a:ext>
            </a:extLst>
          </p:cNvPr>
          <p:cNvSpPr txBox="1"/>
          <p:nvPr/>
        </p:nvSpPr>
        <p:spPr>
          <a:xfrm>
            <a:off x="12718931" y="2898099"/>
            <a:ext cx="38388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solidFill>
                  <a:schemeClr val="bg1"/>
                </a:solidFill>
              </a:rPr>
              <a:t>VIVID TEMPLATE</a:t>
            </a:r>
            <a:endParaRPr lang="uk-UA" sz="6000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CBDBEA-DA9C-4D94-8836-DCF0E3033CCD}"/>
              </a:ext>
            </a:extLst>
          </p:cNvPr>
          <p:cNvSpPr txBox="1"/>
          <p:nvPr/>
        </p:nvSpPr>
        <p:spPr>
          <a:xfrm>
            <a:off x="11933802" y="5067300"/>
            <a:ext cx="46189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Vivid is a multipurpose </a:t>
            </a:r>
          </a:p>
          <a:p>
            <a:pPr algn="r"/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presentation template. Advance, clean and professional design.</a:t>
            </a:r>
          </a:p>
        </p:txBody>
      </p:sp>
      <p:sp>
        <p:nvSpPr>
          <p:cNvPr id="75" name="Freeform 263">
            <a:extLst>
              <a:ext uri="{FF2B5EF4-FFF2-40B4-BE49-F238E27FC236}">
                <a16:creationId xmlns:a16="http://schemas.microsoft.com/office/drawing/2014/main" id="{5317B300-F1B1-42A9-A4DD-AC712A1139A5}"/>
              </a:ext>
            </a:extLst>
          </p:cNvPr>
          <p:cNvSpPr>
            <a:spLocks noEditPoints="1"/>
          </p:cNvSpPr>
          <p:nvPr/>
        </p:nvSpPr>
        <p:spPr bwMode="auto">
          <a:xfrm>
            <a:off x="11323057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5FCEAB9-CEB0-467D-9DDB-0DDA9B668712}"/>
              </a:ext>
            </a:extLst>
          </p:cNvPr>
          <p:cNvSpPr txBox="1"/>
          <p:nvPr/>
        </p:nvSpPr>
        <p:spPr>
          <a:xfrm>
            <a:off x="12008838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twname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3" name="Freeform 264">
            <a:extLst>
              <a:ext uri="{FF2B5EF4-FFF2-40B4-BE49-F238E27FC236}">
                <a16:creationId xmlns:a16="http://schemas.microsoft.com/office/drawing/2014/main" id="{E9DD9176-22A8-4727-B769-8E3F235DEB6C}"/>
              </a:ext>
            </a:extLst>
          </p:cNvPr>
          <p:cNvSpPr>
            <a:spLocks noEditPoints="1"/>
          </p:cNvSpPr>
          <p:nvPr/>
        </p:nvSpPr>
        <p:spPr bwMode="auto">
          <a:xfrm>
            <a:off x="14314214" y="9029700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D2FD425-C005-43AC-9EA6-BAF0539BE87A}"/>
              </a:ext>
            </a:extLst>
          </p:cNvPr>
          <p:cNvSpPr txBox="1"/>
          <p:nvPr/>
        </p:nvSpPr>
        <p:spPr>
          <a:xfrm>
            <a:off x="14999996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fbpage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5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47BD0622-7D6A-4E08-AFF5-4A0F7D1FF7C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2" r="28542"/>
          <a:stretch/>
        </p:blipFill>
        <p:spPr/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6206786" y="0"/>
            <a:ext cx="12081215" cy="10287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8820150" y="3876338"/>
            <a:ext cx="8496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9600" dirty="0">
                <a:solidFill>
                  <a:schemeClr val="bg1"/>
                </a:solidFill>
              </a:rPr>
              <a:t>RUN FOR FUN</a:t>
            </a:r>
            <a:endParaRPr lang="uk-UA" sz="96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3D29AB-CC56-40E2-B483-B5E6EB61218E}"/>
              </a:ext>
            </a:extLst>
          </p:cNvPr>
          <p:cNvSpPr txBox="1"/>
          <p:nvPr/>
        </p:nvSpPr>
        <p:spPr>
          <a:xfrm>
            <a:off x="8820150" y="5210333"/>
            <a:ext cx="7639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Vivid is a multipurpose presentation template. Enjoy!</a:t>
            </a:r>
          </a:p>
        </p:txBody>
      </p:sp>
      <p:sp>
        <p:nvSpPr>
          <p:cNvPr id="19" name="Freeform 269">
            <a:extLst>
              <a:ext uri="{FF2B5EF4-FFF2-40B4-BE49-F238E27FC236}">
                <a16:creationId xmlns:a16="http://schemas.microsoft.com/office/drawing/2014/main" id="{FCFBA7B1-CCA4-4DDE-A93E-991C9B72BCC6}"/>
              </a:ext>
            </a:extLst>
          </p:cNvPr>
          <p:cNvSpPr>
            <a:spLocks noEditPoints="1"/>
          </p:cNvSpPr>
          <p:nvPr/>
        </p:nvSpPr>
        <p:spPr bwMode="auto">
          <a:xfrm>
            <a:off x="8821511" y="902970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052728-6DCB-400A-A05B-B8EECC2CCE9D}"/>
              </a:ext>
            </a:extLst>
          </p:cNvPr>
          <p:cNvSpPr txBox="1"/>
          <p:nvPr/>
        </p:nvSpPr>
        <p:spPr>
          <a:xfrm>
            <a:off x="9495811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inrunner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Freeform 263">
            <a:extLst>
              <a:ext uri="{FF2B5EF4-FFF2-40B4-BE49-F238E27FC236}">
                <a16:creationId xmlns:a16="http://schemas.microsoft.com/office/drawing/2014/main" id="{E7AF3A06-3825-4B9C-9C58-C2166AC4A486}"/>
              </a:ext>
            </a:extLst>
          </p:cNvPr>
          <p:cNvSpPr>
            <a:spLocks noEditPoints="1"/>
          </p:cNvSpPr>
          <p:nvPr/>
        </p:nvSpPr>
        <p:spPr bwMode="auto">
          <a:xfrm>
            <a:off x="11801188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33DCD2-B026-45EA-A65E-DE1641254D83}"/>
              </a:ext>
            </a:extLst>
          </p:cNvPr>
          <p:cNvSpPr txBox="1"/>
          <p:nvPr/>
        </p:nvSpPr>
        <p:spPr>
          <a:xfrm>
            <a:off x="12486969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twrunner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Freeform 264">
            <a:extLst>
              <a:ext uri="{FF2B5EF4-FFF2-40B4-BE49-F238E27FC236}">
                <a16:creationId xmlns:a16="http://schemas.microsoft.com/office/drawing/2014/main" id="{84D4F418-B9E3-42D0-896E-6065F5FC176F}"/>
              </a:ext>
            </a:extLst>
          </p:cNvPr>
          <p:cNvSpPr>
            <a:spLocks noEditPoints="1"/>
          </p:cNvSpPr>
          <p:nvPr/>
        </p:nvSpPr>
        <p:spPr bwMode="auto">
          <a:xfrm>
            <a:off x="14792345" y="9029700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A14073-323A-4B15-802D-887DA8921479}"/>
              </a:ext>
            </a:extLst>
          </p:cNvPr>
          <p:cNvSpPr txBox="1"/>
          <p:nvPr/>
        </p:nvSpPr>
        <p:spPr>
          <a:xfrm>
            <a:off x="15478127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fbrunner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8820150" y="612386"/>
            <a:ext cx="7639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LOGO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67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4F415D09-F1E0-4C84-8BBB-9A7EA36DBB7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42" r="28542"/>
          <a:stretch/>
        </p:blipFill>
        <p:spPr/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 flipH="1">
            <a:off x="0" y="0"/>
            <a:ext cx="12081215" cy="10287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269">
            <a:extLst>
              <a:ext uri="{FF2B5EF4-FFF2-40B4-BE49-F238E27FC236}">
                <a16:creationId xmlns:a16="http://schemas.microsoft.com/office/drawing/2014/main" id="{FA0F956B-1FFD-4D9B-8017-AA4B4650CED0}"/>
              </a:ext>
            </a:extLst>
          </p:cNvPr>
          <p:cNvSpPr>
            <a:spLocks noEditPoints="1"/>
          </p:cNvSpPr>
          <p:nvPr/>
        </p:nvSpPr>
        <p:spPr bwMode="auto">
          <a:xfrm>
            <a:off x="1577196" y="902970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AACA5C-69D2-4354-9720-31B037C2EB15}"/>
              </a:ext>
            </a:extLst>
          </p:cNvPr>
          <p:cNvSpPr txBox="1"/>
          <p:nvPr/>
        </p:nvSpPr>
        <p:spPr>
          <a:xfrm>
            <a:off x="2251496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inrunner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0" name="Freeform 263">
            <a:extLst>
              <a:ext uri="{FF2B5EF4-FFF2-40B4-BE49-F238E27FC236}">
                <a16:creationId xmlns:a16="http://schemas.microsoft.com/office/drawing/2014/main" id="{A619E329-087E-4751-A07F-A1CA19D1772A}"/>
              </a:ext>
            </a:extLst>
          </p:cNvPr>
          <p:cNvSpPr>
            <a:spLocks noEditPoints="1"/>
          </p:cNvSpPr>
          <p:nvPr/>
        </p:nvSpPr>
        <p:spPr bwMode="auto">
          <a:xfrm>
            <a:off x="4556873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58F58A-675B-4C11-8555-732770E156BA}"/>
              </a:ext>
            </a:extLst>
          </p:cNvPr>
          <p:cNvSpPr txBox="1"/>
          <p:nvPr/>
        </p:nvSpPr>
        <p:spPr>
          <a:xfrm>
            <a:off x="5242654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twrunner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Freeform 264">
            <a:extLst>
              <a:ext uri="{FF2B5EF4-FFF2-40B4-BE49-F238E27FC236}">
                <a16:creationId xmlns:a16="http://schemas.microsoft.com/office/drawing/2014/main" id="{BA862CE2-3F29-42D4-9828-83EEFFB9724E}"/>
              </a:ext>
            </a:extLst>
          </p:cNvPr>
          <p:cNvSpPr>
            <a:spLocks noEditPoints="1"/>
          </p:cNvSpPr>
          <p:nvPr/>
        </p:nvSpPr>
        <p:spPr bwMode="auto">
          <a:xfrm>
            <a:off x="7548030" y="9029700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D9F415-C5DE-4072-BAAE-9CC2CC481903}"/>
              </a:ext>
            </a:extLst>
          </p:cNvPr>
          <p:cNvSpPr txBox="1"/>
          <p:nvPr/>
        </p:nvSpPr>
        <p:spPr>
          <a:xfrm>
            <a:off x="8233812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/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fbrunner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3C8BF2-0559-4DA2-B99A-FDFAB9DB7B13}"/>
              </a:ext>
            </a:extLst>
          </p:cNvPr>
          <p:cNvSpPr txBox="1"/>
          <p:nvPr/>
        </p:nvSpPr>
        <p:spPr>
          <a:xfrm>
            <a:off x="2451184" y="3666446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solidFill>
                  <a:schemeClr val="bg1"/>
                </a:solidFill>
              </a:rPr>
              <a:t>COMPANY NAME</a:t>
            </a:r>
            <a:endParaRPr lang="uk-UA" sz="6000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02E761-471E-4278-AA76-A86912BFDE0A}"/>
              </a:ext>
            </a:extLst>
          </p:cNvPr>
          <p:cNvSpPr txBox="1"/>
          <p:nvPr/>
        </p:nvSpPr>
        <p:spPr>
          <a:xfrm>
            <a:off x="1460585" y="4686300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Vivid is a multipurpose presentation template. Advance, clean and professional design concept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89093D8-98BA-40C4-B233-E7AA9DD75BD0}"/>
              </a:ext>
            </a:extLst>
          </p:cNvPr>
          <p:cNvGrpSpPr/>
          <p:nvPr/>
        </p:nvGrpSpPr>
        <p:grpSpPr>
          <a:xfrm flipH="1">
            <a:off x="8233812" y="734080"/>
            <a:ext cx="1154972" cy="1117609"/>
            <a:chOff x="16326070" y="1104900"/>
            <a:chExt cx="1154972" cy="1117609"/>
          </a:xfrm>
          <a:solidFill>
            <a:schemeClr val="bg1"/>
          </a:solidFill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428512D-962D-4050-9608-CF875771B188}"/>
                </a:ext>
              </a:extLst>
            </p:cNvPr>
            <p:cNvSpPr/>
            <p:nvPr/>
          </p:nvSpPr>
          <p:spPr>
            <a:xfrm>
              <a:off x="16326070" y="2003287"/>
              <a:ext cx="774440" cy="219222"/>
            </a:xfrm>
            <a:custGeom>
              <a:avLst/>
              <a:gdLst>
                <a:gd name="connsiteX0" fmla="*/ 1465759 w 1465758"/>
                <a:gd name="connsiteY0" fmla="*/ 83180 h 414915"/>
                <a:gd name="connsiteX1" fmla="*/ 1395919 w 1465758"/>
                <a:gd name="connsiteY1" fmla="*/ 289207 h 414915"/>
                <a:gd name="connsiteX2" fmla="*/ 627683 w 1465758"/>
                <a:gd name="connsiteY2" fmla="*/ 338095 h 414915"/>
                <a:gd name="connsiteX3" fmla="*/ 0 w 1465758"/>
                <a:gd name="connsiteY3" fmla="*/ 291826 h 414915"/>
                <a:gd name="connsiteX4" fmla="*/ 686174 w 1465758"/>
                <a:gd name="connsiteY4" fmla="*/ 222859 h 414915"/>
                <a:gd name="connsiteX5" fmla="*/ 1131402 w 1465758"/>
                <a:gd name="connsiteY5" fmla="*/ 311905 h 414915"/>
                <a:gd name="connsiteX6" fmla="*/ 1378459 w 1465758"/>
                <a:gd name="connsiteY6" fmla="*/ 18578 h 414915"/>
                <a:gd name="connsiteX7" fmla="*/ 1465759 w 1465758"/>
                <a:gd name="connsiteY7" fmla="*/ 83180 h 41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65758" h="414915">
                  <a:moveTo>
                    <a:pt x="1465759" y="83180"/>
                  </a:moveTo>
                  <a:cubicBezTo>
                    <a:pt x="1456156" y="219367"/>
                    <a:pt x="1422109" y="264763"/>
                    <a:pt x="1395919" y="289207"/>
                  </a:cubicBezTo>
                  <a:cubicBezTo>
                    <a:pt x="1292033" y="384363"/>
                    <a:pt x="1102593" y="490869"/>
                    <a:pt x="627683" y="338095"/>
                  </a:cubicBezTo>
                  <a:cubicBezTo>
                    <a:pt x="290707" y="228970"/>
                    <a:pt x="148409" y="250795"/>
                    <a:pt x="0" y="291826"/>
                  </a:cubicBezTo>
                  <a:cubicBezTo>
                    <a:pt x="233090" y="55244"/>
                    <a:pt x="485385" y="153893"/>
                    <a:pt x="686174" y="222859"/>
                  </a:cubicBezTo>
                  <a:cubicBezTo>
                    <a:pt x="772601" y="252541"/>
                    <a:pt x="964660" y="335476"/>
                    <a:pt x="1131402" y="311905"/>
                  </a:cubicBezTo>
                  <a:cubicBezTo>
                    <a:pt x="1314731" y="286588"/>
                    <a:pt x="1464886" y="153020"/>
                    <a:pt x="1378459" y="18578"/>
                  </a:cubicBezTo>
                  <a:cubicBezTo>
                    <a:pt x="1347904" y="-30309"/>
                    <a:pt x="1443934" y="26435"/>
                    <a:pt x="1465759" y="83180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9C16EFC-0CA1-4348-AAB8-8DF534132E51}"/>
                </a:ext>
              </a:extLst>
            </p:cNvPr>
            <p:cNvSpPr/>
            <p:nvPr/>
          </p:nvSpPr>
          <p:spPr>
            <a:xfrm>
              <a:off x="17223203" y="1752507"/>
              <a:ext cx="257839" cy="247219"/>
            </a:xfrm>
            <a:custGeom>
              <a:avLst/>
              <a:gdLst>
                <a:gd name="connsiteX0" fmla="*/ 57617 w 488003"/>
                <a:gd name="connsiteY0" fmla="*/ 467904 h 467904"/>
                <a:gd name="connsiteX1" fmla="*/ 0 w 488003"/>
                <a:gd name="connsiteY1" fmla="*/ 90770 h 467904"/>
                <a:gd name="connsiteX2" fmla="*/ 488004 w 488003"/>
                <a:gd name="connsiteY2" fmla="*/ 87278 h 467904"/>
                <a:gd name="connsiteX3" fmla="*/ 57617 w 488003"/>
                <a:gd name="connsiteY3" fmla="*/ 467904 h 46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003" h="467904">
                  <a:moveTo>
                    <a:pt x="57617" y="467904"/>
                  </a:moveTo>
                  <a:cubicBezTo>
                    <a:pt x="115235" y="333463"/>
                    <a:pt x="95156" y="197276"/>
                    <a:pt x="0" y="90770"/>
                  </a:cubicBezTo>
                  <a:cubicBezTo>
                    <a:pt x="108251" y="-10497"/>
                    <a:pt x="331738" y="-47163"/>
                    <a:pt x="488004" y="87278"/>
                  </a:cubicBezTo>
                  <a:cubicBezTo>
                    <a:pt x="273247" y="86405"/>
                    <a:pt x="244439" y="335209"/>
                    <a:pt x="57617" y="467904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FCD6E9E-0566-491A-BA36-140C2040D72E}"/>
                </a:ext>
              </a:extLst>
            </p:cNvPr>
            <p:cNvSpPr/>
            <p:nvPr/>
          </p:nvSpPr>
          <p:spPr>
            <a:xfrm>
              <a:off x="16747443" y="1104900"/>
              <a:ext cx="494576" cy="958940"/>
            </a:xfrm>
            <a:custGeom>
              <a:avLst/>
              <a:gdLst>
                <a:gd name="connsiteX0" fmla="*/ 620224 w 936069"/>
                <a:gd name="connsiteY0" fmla="*/ 1111323 h 1814957"/>
                <a:gd name="connsiteX1" fmla="*/ 79840 w 936069"/>
                <a:gd name="connsiteY1" fmla="*/ 0 h 1814957"/>
                <a:gd name="connsiteX2" fmla="*/ 837600 w 936069"/>
                <a:gd name="connsiteY2" fmla="*/ 1814957 h 1814957"/>
                <a:gd name="connsiteX3" fmla="*/ 620224 w 936069"/>
                <a:gd name="connsiteY3" fmla="*/ 1111323 h 1814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6069" h="1814957">
                  <a:moveTo>
                    <a:pt x="620224" y="1111323"/>
                  </a:moveTo>
                  <a:cubicBezTo>
                    <a:pt x="311184" y="855535"/>
                    <a:pt x="-58093" y="625938"/>
                    <a:pt x="79840" y="0"/>
                  </a:cubicBezTo>
                  <a:cubicBezTo>
                    <a:pt x="-342690" y="1139259"/>
                    <a:pt x="1060214" y="1175052"/>
                    <a:pt x="837600" y="1814957"/>
                  </a:cubicBezTo>
                  <a:cubicBezTo>
                    <a:pt x="952835" y="1653453"/>
                    <a:pt x="1050611" y="1468378"/>
                    <a:pt x="620224" y="1111323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71586E3-C49A-457B-8312-A89F860A8393}"/>
                </a:ext>
              </a:extLst>
            </p:cNvPr>
            <p:cNvSpPr/>
            <p:nvPr/>
          </p:nvSpPr>
          <p:spPr>
            <a:xfrm>
              <a:off x="16812470" y="1711906"/>
              <a:ext cx="310422" cy="444184"/>
            </a:xfrm>
            <a:custGeom>
              <a:avLst/>
              <a:gdLst>
                <a:gd name="connsiteX0" fmla="*/ 1290 w 587526"/>
                <a:gd name="connsiteY0" fmla="*/ 0 h 840694"/>
                <a:gd name="connsiteX1" fmla="*/ 475326 w 587526"/>
                <a:gd name="connsiteY1" fmla="*/ 840694 h 840694"/>
                <a:gd name="connsiteX2" fmla="*/ 325171 w 587526"/>
                <a:gd name="connsiteY2" fmla="*/ 309913 h 840694"/>
                <a:gd name="connsiteX3" fmla="*/ 1290 w 587526"/>
                <a:gd name="connsiteY3" fmla="*/ 0 h 840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526" h="840694">
                  <a:moveTo>
                    <a:pt x="1290" y="0"/>
                  </a:moveTo>
                  <a:cubicBezTo>
                    <a:pt x="-34503" y="456576"/>
                    <a:pt x="688337" y="454830"/>
                    <a:pt x="475326" y="840694"/>
                  </a:cubicBezTo>
                  <a:cubicBezTo>
                    <a:pt x="603656" y="721094"/>
                    <a:pt x="694448" y="584034"/>
                    <a:pt x="325171" y="309913"/>
                  </a:cubicBezTo>
                  <a:cubicBezTo>
                    <a:pt x="242237" y="247931"/>
                    <a:pt x="73748" y="109124"/>
                    <a:pt x="1290" y="0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44BA1D6-72DB-4306-978D-E5C8992FEE79}"/>
                </a:ext>
              </a:extLst>
            </p:cNvPr>
            <p:cNvSpPr/>
            <p:nvPr/>
          </p:nvSpPr>
          <p:spPr>
            <a:xfrm>
              <a:off x="16755388" y="1471594"/>
              <a:ext cx="422984" cy="642522"/>
            </a:xfrm>
            <a:custGeom>
              <a:avLst/>
              <a:gdLst>
                <a:gd name="connsiteX0" fmla="*/ 702963 w 800569"/>
                <a:gd name="connsiteY0" fmla="*/ 1216082 h 1216082"/>
                <a:gd name="connsiteX1" fmla="*/ 655822 w 800569"/>
                <a:gd name="connsiteY1" fmla="*/ 707999 h 1216082"/>
                <a:gd name="connsiteX2" fmla="*/ 655822 w 800569"/>
                <a:gd name="connsiteY2" fmla="*/ 707999 h 1216082"/>
                <a:gd name="connsiteX3" fmla="*/ 3694 w 800569"/>
                <a:gd name="connsiteY3" fmla="*/ 0 h 1216082"/>
                <a:gd name="connsiteX4" fmla="*/ 392177 w 800569"/>
                <a:gd name="connsiteY4" fmla="*/ 661730 h 1216082"/>
                <a:gd name="connsiteX5" fmla="*/ 702963 w 800569"/>
                <a:gd name="connsiteY5" fmla="*/ 1216082 h 121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569" h="1216082">
                  <a:moveTo>
                    <a:pt x="702963" y="1216082"/>
                  </a:moveTo>
                  <a:cubicBezTo>
                    <a:pt x="849627" y="1123545"/>
                    <a:pt x="828675" y="893074"/>
                    <a:pt x="655822" y="707999"/>
                  </a:cubicBezTo>
                  <a:cubicBezTo>
                    <a:pt x="655822" y="707999"/>
                    <a:pt x="655822" y="707999"/>
                    <a:pt x="655822" y="707999"/>
                  </a:cubicBezTo>
                  <a:cubicBezTo>
                    <a:pt x="450668" y="487131"/>
                    <a:pt x="65677" y="318643"/>
                    <a:pt x="3694" y="0"/>
                  </a:cubicBezTo>
                  <a:cubicBezTo>
                    <a:pt x="-32099" y="316897"/>
                    <a:pt x="199245" y="501972"/>
                    <a:pt x="392177" y="661730"/>
                  </a:cubicBezTo>
                  <a:cubicBezTo>
                    <a:pt x="574633" y="824107"/>
                    <a:pt x="856611" y="983866"/>
                    <a:pt x="702963" y="1216082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294E9BF-CDB4-4F03-A004-10DEEEE04B33}"/>
                </a:ext>
              </a:extLst>
            </p:cNvPr>
            <p:cNvSpPr/>
            <p:nvPr/>
          </p:nvSpPr>
          <p:spPr>
            <a:xfrm>
              <a:off x="16447379" y="2001669"/>
              <a:ext cx="545660" cy="141507"/>
            </a:xfrm>
            <a:custGeom>
              <a:avLst/>
              <a:gdLst>
                <a:gd name="connsiteX0" fmla="*/ 1032753 w 1032753"/>
                <a:gd name="connsiteY0" fmla="*/ 225921 h 267826"/>
                <a:gd name="connsiteX1" fmla="*/ 0 w 1032753"/>
                <a:gd name="connsiteY1" fmla="*/ 122034 h 267826"/>
                <a:gd name="connsiteX2" fmla="*/ 658239 w 1032753"/>
                <a:gd name="connsiteY2" fmla="*/ 117669 h 267826"/>
                <a:gd name="connsiteX3" fmla="*/ 1032753 w 1032753"/>
                <a:gd name="connsiteY3" fmla="*/ 225921 h 267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2753" h="267826">
                  <a:moveTo>
                    <a:pt x="1032753" y="225921"/>
                  </a:moveTo>
                  <a:cubicBezTo>
                    <a:pt x="713237" y="397901"/>
                    <a:pt x="378880" y="-24629"/>
                    <a:pt x="0" y="122034"/>
                  </a:cubicBezTo>
                  <a:cubicBezTo>
                    <a:pt x="211265" y="-74390"/>
                    <a:pt x="412054" y="-1931"/>
                    <a:pt x="658239" y="117669"/>
                  </a:cubicBezTo>
                  <a:cubicBezTo>
                    <a:pt x="805774" y="189255"/>
                    <a:pt x="890455" y="232032"/>
                    <a:pt x="1032753" y="225921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F2E7AC4-EF7A-404B-B16F-1AF1D92466C5}"/>
                </a:ext>
              </a:extLst>
            </p:cNvPr>
            <p:cNvSpPr/>
            <p:nvPr/>
          </p:nvSpPr>
          <p:spPr>
            <a:xfrm>
              <a:off x="16589444" y="1940278"/>
              <a:ext cx="448336" cy="154346"/>
            </a:xfrm>
            <a:custGeom>
              <a:avLst/>
              <a:gdLst>
                <a:gd name="connsiteX0" fmla="*/ 848551 w 848551"/>
                <a:gd name="connsiteY0" fmla="*/ 264417 h 292126"/>
                <a:gd name="connsiteX1" fmla="*/ 0 w 848551"/>
                <a:gd name="connsiteY1" fmla="*/ 78469 h 292126"/>
                <a:gd name="connsiteX2" fmla="*/ 513321 w 848551"/>
                <a:gd name="connsiteY2" fmla="*/ 125611 h 292126"/>
                <a:gd name="connsiteX3" fmla="*/ 848551 w 848551"/>
                <a:gd name="connsiteY3" fmla="*/ 264417 h 29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8551" h="292126">
                  <a:moveTo>
                    <a:pt x="848551" y="264417"/>
                  </a:moveTo>
                  <a:cubicBezTo>
                    <a:pt x="579669" y="396240"/>
                    <a:pt x="370150" y="11249"/>
                    <a:pt x="0" y="78469"/>
                  </a:cubicBezTo>
                  <a:cubicBezTo>
                    <a:pt x="179837" y="-81289"/>
                    <a:pt x="366658" y="38312"/>
                    <a:pt x="513321" y="125611"/>
                  </a:cubicBezTo>
                  <a:cubicBezTo>
                    <a:pt x="635540" y="198070"/>
                    <a:pt x="721967" y="272274"/>
                    <a:pt x="848551" y="264417"/>
                  </a:cubicBezTo>
                  <a:close/>
                </a:path>
              </a:pathLst>
            </a:custGeom>
            <a:grpFill/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0FD7A960-7AE1-458C-92AD-40224B2333BF}"/>
              </a:ext>
            </a:extLst>
          </p:cNvPr>
          <p:cNvSpPr txBox="1"/>
          <p:nvPr/>
        </p:nvSpPr>
        <p:spPr>
          <a:xfrm>
            <a:off x="8294467" y="1904881"/>
            <a:ext cx="1033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YOUR LOGO</a:t>
            </a:r>
          </a:p>
        </p:txBody>
      </p:sp>
    </p:spTree>
    <p:extLst>
      <p:ext uri="{BB962C8B-B14F-4D97-AF65-F5344CB8AC3E}">
        <p14:creationId xmlns:p14="http://schemas.microsoft.com/office/powerpoint/2010/main" val="1424124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Oval 156">
            <a:extLst>
              <a:ext uri="{FF2B5EF4-FFF2-40B4-BE49-F238E27FC236}">
                <a16:creationId xmlns:a16="http://schemas.microsoft.com/office/drawing/2014/main" id="{2F84D5E3-9B81-4E79-B1E2-9C7BD44F5097}"/>
              </a:ext>
            </a:extLst>
          </p:cNvPr>
          <p:cNvSpPr/>
          <p:nvPr/>
        </p:nvSpPr>
        <p:spPr>
          <a:xfrm>
            <a:off x="11480092" y="7972614"/>
            <a:ext cx="2977754" cy="2977754"/>
          </a:xfrm>
          <a:prstGeom prst="ellipse">
            <a:avLst/>
          </a:prstGeom>
          <a:gradFill>
            <a:gsLst>
              <a:gs pos="0">
                <a:schemeClr val="accent4">
                  <a:alpha val="25000"/>
                </a:schemeClr>
              </a:gs>
              <a:gs pos="100000">
                <a:schemeClr val="accent4">
                  <a:alpha val="0"/>
                </a:schemeClr>
              </a:gs>
            </a:gsLst>
            <a:lin ang="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F1C08672-BC52-47E6-82C9-69DF5B9414BB}"/>
              </a:ext>
            </a:extLst>
          </p:cNvPr>
          <p:cNvSpPr/>
          <p:nvPr/>
        </p:nvSpPr>
        <p:spPr>
          <a:xfrm>
            <a:off x="1678955" y="2833360"/>
            <a:ext cx="2272282" cy="2272282"/>
          </a:xfrm>
          <a:prstGeom prst="ellipse">
            <a:avLst/>
          </a:prstGeom>
          <a:gradFill>
            <a:gsLst>
              <a:gs pos="0">
                <a:schemeClr val="accent4">
                  <a:alpha val="25000"/>
                </a:schemeClr>
              </a:gs>
              <a:gs pos="100000">
                <a:schemeClr val="accent4">
                  <a:alpha val="0"/>
                </a:schemeClr>
              </a:gs>
            </a:gsLst>
            <a:lin ang="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71" name="Freeform 365">
            <a:extLst>
              <a:ext uri="{FF2B5EF4-FFF2-40B4-BE49-F238E27FC236}">
                <a16:creationId xmlns:a16="http://schemas.microsoft.com/office/drawing/2014/main" id="{B7CDD839-E514-49F2-83A7-FDABBBBB5B82}"/>
              </a:ext>
            </a:extLst>
          </p:cNvPr>
          <p:cNvSpPr>
            <a:spLocks/>
          </p:cNvSpPr>
          <p:nvPr/>
        </p:nvSpPr>
        <p:spPr bwMode="auto">
          <a:xfrm>
            <a:off x="10799529" y="-301514"/>
            <a:ext cx="8374030" cy="7630296"/>
          </a:xfrm>
          <a:custGeom>
            <a:avLst/>
            <a:gdLst>
              <a:gd name="T0" fmla="*/ 6 w 561"/>
              <a:gd name="T1" fmla="*/ 0 h 511"/>
              <a:gd name="T2" fmla="*/ 16 w 561"/>
              <a:gd name="T3" fmla="*/ 70 h 511"/>
              <a:gd name="T4" fmla="*/ 87 w 561"/>
              <a:gd name="T5" fmla="*/ 111 h 511"/>
              <a:gd name="T6" fmla="*/ 301 w 561"/>
              <a:gd name="T7" fmla="*/ 143 h 511"/>
              <a:gd name="T8" fmla="*/ 403 w 561"/>
              <a:gd name="T9" fmla="*/ 223 h 511"/>
              <a:gd name="T10" fmla="*/ 379 w 561"/>
              <a:gd name="T11" fmla="*/ 360 h 511"/>
              <a:gd name="T12" fmla="*/ 429 w 561"/>
              <a:gd name="T13" fmla="*/ 466 h 511"/>
              <a:gd name="T14" fmla="*/ 540 w 561"/>
              <a:gd name="T15" fmla="*/ 510 h 511"/>
              <a:gd name="T16" fmla="*/ 561 w 561"/>
              <a:gd name="T17" fmla="*/ 511 h 511"/>
              <a:gd name="T18" fmla="*/ 561 w 561"/>
              <a:gd name="T19" fmla="*/ 0 h 511"/>
              <a:gd name="T20" fmla="*/ 6 w 561"/>
              <a:gd name="T21" fmla="*/ 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1" h="511">
                <a:moveTo>
                  <a:pt x="6" y="0"/>
                </a:moveTo>
                <a:cubicBezTo>
                  <a:pt x="0" y="24"/>
                  <a:pt x="2" y="50"/>
                  <a:pt x="16" y="70"/>
                </a:cubicBezTo>
                <a:cubicBezTo>
                  <a:pt x="32" y="93"/>
                  <a:pt x="60" y="104"/>
                  <a:pt x="87" y="111"/>
                </a:cubicBezTo>
                <a:cubicBezTo>
                  <a:pt x="157" y="129"/>
                  <a:pt x="231" y="125"/>
                  <a:pt x="301" y="143"/>
                </a:cubicBezTo>
                <a:cubicBezTo>
                  <a:pt x="345" y="154"/>
                  <a:pt x="392" y="179"/>
                  <a:pt x="403" y="223"/>
                </a:cubicBezTo>
                <a:cubicBezTo>
                  <a:pt x="414" y="268"/>
                  <a:pt x="381" y="313"/>
                  <a:pt x="379" y="360"/>
                </a:cubicBezTo>
                <a:cubicBezTo>
                  <a:pt x="376" y="401"/>
                  <a:pt x="397" y="440"/>
                  <a:pt x="429" y="466"/>
                </a:cubicBezTo>
                <a:cubicBezTo>
                  <a:pt x="460" y="492"/>
                  <a:pt x="500" y="506"/>
                  <a:pt x="540" y="510"/>
                </a:cubicBezTo>
                <a:cubicBezTo>
                  <a:pt x="547" y="511"/>
                  <a:pt x="554" y="511"/>
                  <a:pt x="561" y="511"/>
                </a:cubicBezTo>
                <a:cubicBezTo>
                  <a:pt x="561" y="0"/>
                  <a:pt x="561" y="0"/>
                  <a:pt x="561" y="0"/>
                </a:cubicBezTo>
                <a:lnTo>
                  <a:pt x="6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Freeform 380">
            <a:extLst>
              <a:ext uri="{FF2B5EF4-FFF2-40B4-BE49-F238E27FC236}">
                <a16:creationId xmlns:a16="http://schemas.microsoft.com/office/drawing/2014/main" id="{A041ADDF-07EB-41AA-B585-6395903C6B9D}"/>
              </a:ext>
            </a:extLst>
          </p:cNvPr>
          <p:cNvSpPr>
            <a:spLocks/>
          </p:cNvSpPr>
          <p:nvPr/>
        </p:nvSpPr>
        <p:spPr bwMode="auto">
          <a:xfrm>
            <a:off x="-1" y="6717083"/>
            <a:ext cx="4152844" cy="3569917"/>
          </a:xfrm>
          <a:custGeom>
            <a:avLst/>
            <a:gdLst>
              <a:gd name="T0" fmla="*/ 273 w 278"/>
              <a:gd name="T1" fmla="*/ 239 h 239"/>
              <a:gd name="T2" fmla="*/ 278 w 278"/>
              <a:gd name="T3" fmla="*/ 208 h 239"/>
              <a:gd name="T4" fmla="*/ 256 w 278"/>
              <a:gd name="T5" fmla="*/ 153 h 239"/>
              <a:gd name="T6" fmla="*/ 185 w 278"/>
              <a:gd name="T7" fmla="*/ 138 h 239"/>
              <a:gd name="T8" fmla="*/ 140 w 278"/>
              <a:gd name="T9" fmla="*/ 138 h 239"/>
              <a:gd name="T10" fmla="*/ 95 w 278"/>
              <a:gd name="T11" fmla="*/ 135 h 239"/>
              <a:gd name="T12" fmla="*/ 58 w 278"/>
              <a:gd name="T13" fmla="*/ 112 h 239"/>
              <a:gd name="T14" fmla="*/ 51 w 278"/>
              <a:gd name="T15" fmla="*/ 73 h 239"/>
              <a:gd name="T16" fmla="*/ 52 w 278"/>
              <a:gd name="T17" fmla="*/ 33 h 239"/>
              <a:gd name="T18" fmla="*/ 27 w 278"/>
              <a:gd name="T19" fmla="*/ 2 h 239"/>
              <a:gd name="T20" fmla="*/ 4 w 278"/>
              <a:gd name="T21" fmla="*/ 2 h 239"/>
              <a:gd name="T22" fmla="*/ 0 w 278"/>
              <a:gd name="T23" fmla="*/ 2 h 239"/>
              <a:gd name="T24" fmla="*/ 0 w 278"/>
              <a:gd name="T25" fmla="*/ 239 h 239"/>
              <a:gd name="T26" fmla="*/ 273 w 278"/>
              <a:gd name="T27" fmla="*/ 239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78" h="239">
                <a:moveTo>
                  <a:pt x="273" y="239"/>
                </a:moveTo>
                <a:cubicBezTo>
                  <a:pt x="277" y="229"/>
                  <a:pt x="278" y="218"/>
                  <a:pt x="278" y="208"/>
                </a:cubicBezTo>
                <a:cubicBezTo>
                  <a:pt x="278" y="188"/>
                  <a:pt x="273" y="166"/>
                  <a:pt x="256" y="153"/>
                </a:cubicBezTo>
                <a:cubicBezTo>
                  <a:pt x="237" y="138"/>
                  <a:pt x="210" y="137"/>
                  <a:pt x="185" y="138"/>
                </a:cubicBezTo>
                <a:cubicBezTo>
                  <a:pt x="170" y="138"/>
                  <a:pt x="155" y="138"/>
                  <a:pt x="140" y="138"/>
                </a:cubicBezTo>
                <a:cubicBezTo>
                  <a:pt x="125" y="138"/>
                  <a:pt x="110" y="138"/>
                  <a:pt x="95" y="135"/>
                </a:cubicBezTo>
                <a:cubicBezTo>
                  <a:pt x="80" y="131"/>
                  <a:pt x="66" y="124"/>
                  <a:pt x="58" y="112"/>
                </a:cubicBezTo>
                <a:cubicBezTo>
                  <a:pt x="51" y="101"/>
                  <a:pt x="50" y="86"/>
                  <a:pt x="51" y="73"/>
                </a:cubicBezTo>
                <a:cubicBezTo>
                  <a:pt x="52" y="59"/>
                  <a:pt x="55" y="46"/>
                  <a:pt x="52" y="33"/>
                </a:cubicBezTo>
                <a:cubicBezTo>
                  <a:pt x="50" y="19"/>
                  <a:pt x="41" y="6"/>
                  <a:pt x="27" y="2"/>
                </a:cubicBezTo>
                <a:cubicBezTo>
                  <a:pt x="19" y="0"/>
                  <a:pt x="11" y="0"/>
                  <a:pt x="4" y="2"/>
                </a:cubicBezTo>
                <a:cubicBezTo>
                  <a:pt x="3" y="2"/>
                  <a:pt x="1" y="2"/>
                  <a:pt x="0" y="2"/>
                </a:cubicBezTo>
                <a:cubicBezTo>
                  <a:pt x="0" y="239"/>
                  <a:pt x="0" y="239"/>
                  <a:pt x="0" y="239"/>
                </a:cubicBezTo>
                <a:lnTo>
                  <a:pt x="273" y="239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311227B-8D5E-41C1-95F4-213C82FA697C}"/>
              </a:ext>
            </a:extLst>
          </p:cNvPr>
          <p:cNvSpPr txBox="1"/>
          <p:nvPr/>
        </p:nvSpPr>
        <p:spPr>
          <a:xfrm>
            <a:off x="1572227" y="1578580"/>
            <a:ext cx="6629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8000" dirty="0">
                <a:gradFill>
                  <a:gsLst>
                    <a:gs pos="100000">
                      <a:schemeClr val="accent4"/>
                    </a:gs>
                    <a:gs pos="1000">
                      <a:schemeClr val="accent5"/>
                    </a:gs>
                  </a:gsLst>
                  <a:lin ang="6600000" scaled="0"/>
                </a:gradFill>
              </a:rPr>
              <a:t>VIVID TEMPLATE</a:t>
            </a:r>
            <a:endParaRPr lang="uk-UA" sz="8000" dirty="0">
              <a:gradFill>
                <a:gsLst>
                  <a:gs pos="100000">
                    <a:schemeClr val="accent4"/>
                  </a:gs>
                  <a:gs pos="1000">
                    <a:schemeClr val="accent5"/>
                  </a:gs>
                </a:gsLst>
                <a:lin ang="6600000" scaled="0"/>
              </a:gra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FC284B7-D5AF-4E8A-AF87-A81C368056B5}"/>
              </a:ext>
            </a:extLst>
          </p:cNvPr>
          <p:cNvSpPr txBox="1"/>
          <p:nvPr/>
        </p:nvSpPr>
        <p:spPr>
          <a:xfrm>
            <a:off x="2361440" y="4193577"/>
            <a:ext cx="58401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8E91C56-0FA2-4045-9426-84D490E9B8BA}"/>
              </a:ext>
            </a:extLst>
          </p:cNvPr>
          <p:cNvSpPr txBox="1"/>
          <p:nvPr/>
        </p:nvSpPr>
        <p:spPr>
          <a:xfrm>
            <a:off x="10308555" y="4649548"/>
            <a:ext cx="4456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Highest Quality</a:t>
            </a:r>
            <a:endParaRPr lang="uk-UA" sz="3600" dirty="0">
              <a:latin typeface="+mj-lt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BAE3E34-12AD-414A-BFFE-543B49E2B1C2}"/>
              </a:ext>
            </a:extLst>
          </p:cNvPr>
          <p:cNvSpPr txBox="1"/>
          <p:nvPr/>
        </p:nvSpPr>
        <p:spPr>
          <a:xfrm flipH="1">
            <a:off x="10308552" y="5262434"/>
            <a:ext cx="4565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34AF8A8-DC27-457D-B518-81681364547A}"/>
              </a:ext>
            </a:extLst>
          </p:cNvPr>
          <p:cNvSpPr txBox="1"/>
          <p:nvPr/>
        </p:nvSpPr>
        <p:spPr>
          <a:xfrm>
            <a:off x="10308555" y="6823817"/>
            <a:ext cx="4456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Outstanding Design</a:t>
            </a:r>
            <a:endParaRPr lang="uk-UA" sz="3600" dirty="0">
              <a:latin typeface="+mj-lt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0489798-2C94-4667-BE13-75AD7695E0C5}"/>
              </a:ext>
            </a:extLst>
          </p:cNvPr>
          <p:cNvSpPr txBox="1"/>
          <p:nvPr/>
        </p:nvSpPr>
        <p:spPr>
          <a:xfrm flipH="1">
            <a:off x="10308553" y="7436703"/>
            <a:ext cx="45651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0A401D8-37E4-47A4-A686-6AED5CB1134F}"/>
              </a:ext>
            </a:extLst>
          </p:cNvPr>
          <p:cNvSpPr/>
          <p:nvPr/>
        </p:nvSpPr>
        <p:spPr>
          <a:xfrm rot="18932210">
            <a:off x="428316" y="1403523"/>
            <a:ext cx="3948589" cy="360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1209D6F9-A4F0-4232-ADB1-E892C9557065}"/>
              </a:ext>
            </a:extLst>
          </p:cNvPr>
          <p:cNvSpPr/>
          <p:nvPr/>
        </p:nvSpPr>
        <p:spPr>
          <a:xfrm rot="18932210">
            <a:off x="8334371" y="548792"/>
            <a:ext cx="3948589" cy="36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616EFEA3-DF03-4129-A60C-7CB7DFD9B6CA}"/>
              </a:ext>
            </a:extLst>
          </p:cNvPr>
          <p:cNvSpPr/>
          <p:nvPr/>
        </p:nvSpPr>
        <p:spPr>
          <a:xfrm rot="18932210">
            <a:off x="3780654" y="9683543"/>
            <a:ext cx="3948589" cy="36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837B4A2-7344-41F4-9226-C267BF74F191}"/>
              </a:ext>
            </a:extLst>
          </p:cNvPr>
          <p:cNvSpPr/>
          <p:nvPr/>
        </p:nvSpPr>
        <p:spPr>
          <a:xfrm rot="18932210">
            <a:off x="8503913" y="7735987"/>
            <a:ext cx="2160000" cy="360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4896D53-572F-42A1-96F4-DCEE5C488154}"/>
              </a:ext>
            </a:extLst>
          </p:cNvPr>
          <p:cNvSpPr/>
          <p:nvPr/>
        </p:nvSpPr>
        <p:spPr>
          <a:xfrm rot="18932210">
            <a:off x="14675051" y="7144778"/>
            <a:ext cx="2160000" cy="36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59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81">
            <a:extLst>
              <a:ext uri="{FF2B5EF4-FFF2-40B4-BE49-F238E27FC236}">
                <a16:creationId xmlns:a16="http://schemas.microsoft.com/office/drawing/2014/main" id="{AA01895C-6BEF-49CD-B2E4-02F7BD1F33EF}"/>
              </a:ext>
            </a:extLst>
          </p:cNvPr>
          <p:cNvSpPr>
            <a:spLocks/>
          </p:cNvSpPr>
          <p:nvPr/>
        </p:nvSpPr>
        <p:spPr bwMode="auto">
          <a:xfrm flipH="1">
            <a:off x="12360133" y="4872789"/>
            <a:ext cx="5927867" cy="5414211"/>
          </a:xfrm>
          <a:custGeom>
            <a:avLst/>
            <a:gdLst>
              <a:gd name="T0" fmla="*/ 455 w 460"/>
              <a:gd name="T1" fmla="*/ 420 h 420"/>
              <a:gd name="T2" fmla="*/ 447 w 460"/>
              <a:gd name="T3" fmla="*/ 362 h 420"/>
              <a:gd name="T4" fmla="*/ 390 w 460"/>
              <a:gd name="T5" fmla="*/ 329 h 420"/>
              <a:gd name="T6" fmla="*/ 213 w 460"/>
              <a:gd name="T7" fmla="*/ 303 h 420"/>
              <a:gd name="T8" fmla="*/ 129 w 460"/>
              <a:gd name="T9" fmla="*/ 237 h 420"/>
              <a:gd name="T10" fmla="*/ 149 w 460"/>
              <a:gd name="T11" fmla="*/ 124 h 420"/>
              <a:gd name="T12" fmla="*/ 108 w 460"/>
              <a:gd name="T13" fmla="*/ 37 h 420"/>
              <a:gd name="T14" fmla="*/ 17 w 460"/>
              <a:gd name="T15" fmla="*/ 1 h 420"/>
              <a:gd name="T16" fmla="*/ 0 w 460"/>
              <a:gd name="T17" fmla="*/ 0 h 420"/>
              <a:gd name="T18" fmla="*/ 0 w 460"/>
              <a:gd name="T19" fmla="*/ 420 h 420"/>
              <a:gd name="T20" fmla="*/ 455 w 460"/>
              <a:gd name="T21" fmla="*/ 420 h 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0" h="420">
                <a:moveTo>
                  <a:pt x="455" y="420"/>
                </a:moveTo>
                <a:cubicBezTo>
                  <a:pt x="460" y="401"/>
                  <a:pt x="459" y="379"/>
                  <a:pt x="447" y="362"/>
                </a:cubicBezTo>
                <a:cubicBezTo>
                  <a:pt x="434" y="343"/>
                  <a:pt x="412" y="334"/>
                  <a:pt x="390" y="329"/>
                </a:cubicBezTo>
                <a:cubicBezTo>
                  <a:pt x="332" y="314"/>
                  <a:pt x="271" y="317"/>
                  <a:pt x="213" y="303"/>
                </a:cubicBezTo>
                <a:cubicBezTo>
                  <a:pt x="177" y="294"/>
                  <a:pt x="138" y="273"/>
                  <a:pt x="129" y="237"/>
                </a:cubicBezTo>
                <a:cubicBezTo>
                  <a:pt x="120" y="199"/>
                  <a:pt x="147" y="163"/>
                  <a:pt x="149" y="124"/>
                </a:cubicBezTo>
                <a:cubicBezTo>
                  <a:pt x="151" y="91"/>
                  <a:pt x="134" y="58"/>
                  <a:pt x="108" y="37"/>
                </a:cubicBezTo>
                <a:cubicBezTo>
                  <a:pt x="83" y="16"/>
                  <a:pt x="50" y="5"/>
                  <a:pt x="17" y="1"/>
                </a:cubicBezTo>
                <a:cubicBezTo>
                  <a:pt x="11" y="0"/>
                  <a:pt x="5" y="0"/>
                  <a:pt x="0" y="0"/>
                </a:cubicBezTo>
                <a:cubicBezTo>
                  <a:pt x="0" y="420"/>
                  <a:pt x="0" y="420"/>
                  <a:pt x="0" y="420"/>
                </a:cubicBezTo>
                <a:lnTo>
                  <a:pt x="455" y="420"/>
                </a:ln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982">
            <a:extLst>
              <a:ext uri="{FF2B5EF4-FFF2-40B4-BE49-F238E27FC236}">
                <a16:creationId xmlns:a16="http://schemas.microsoft.com/office/drawing/2014/main" id="{58BF7E63-65C6-4E2C-B676-92805CE1A7DE}"/>
              </a:ext>
            </a:extLst>
          </p:cNvPr>
          <p:cNvSpPr>
            <a:spLocks/>
          </p:cNvSpPr>
          <p:nvPr/>
        </p:nvSpPr>
        <p:spPr bwMode="auto">
          <a:xfrm flipH="1">
            <a:off x="0" y="0"/>
            <a:ext cx="6731628" cy="7828378"/>
          </a:xfrm>
          <a:custGeom>
            <a:avLst/>
            <a:gdLst>
              <a:gd name="T0" fmla="*/ 420 w 420"/>
              <a:gd name="T1" fmla="*/ 479 h 488"/>
              <a:gd name="T2" fmla="*/ 366 w 420"/>
              <a:gd name="T3" fmla="*/ 488 h 488"/>
              <a:gd name="T4" fmla="*/ 269 w 420"/>
              <a:gd name="T5" fmla="*/ 449 h 488"/>
              <a:gd name="T6" fmla="*/ 242 w 420"/>
              <a:gd name="T7" fmla="*/ 325 h 488"/>
              <a:gd name="T8" fmla="*/ 243 w 420"/>
              <a:gd name="T9" fmla="*/ 246 h 488"/>
              <a:gd name="T10" fmla="*/ 238 w 420"/>
              <a:gd name="T11" fmla="*/ 167 h 488"/>
              <a:gd name="T12" fmla="*/ 198 w 420"/>
              <a:gd name="T13" fmla="*/ 102 h 488"/>
              <a:gd name="T14" fmla="*/ 129 w 420"/>
              <a:gd name="T15" fmla="*/ 90 h 488"/>
              <a:gd name="T16" fmla="*/ 58 w 420"/>
              <a:gd name="T17" fmla="*/ 92 h 488"/>
              <a:gd name="T18" fmla="*/ 4 w 420"/>
              <a:gd name="T19" fmla="*/ 47 h 488"/>
              <a:gd name="T20" fmla="*/ 3 w 420"/>
              <a:gd name="T21" fmla="*/ 7 h 488"/>
              <a:gd name="T22" fmla="*/ 5 w 420"/>
              <a:gd name="T23" fmla="*/ 0 h 488"/>
              <a:gd name="T24" fmla="*/ 420 w 420"/>
              <a:gd name="T25" fmla="*/ 0 h 488"/>
              <a:gd name="T26" fmla="*/ 420 w 420"/>
              <a:gd name="T27" fmla="*/ 479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0" h="488">
                <a:moveTo>
                  <a:pt x="420" y="479"/>
                </a:moveTo>
                <a:cubicBezTo>
                  <a:pt x="403" y="486"/>
                  <a:pt x="384" y="488"/>
                  <a:pt x="366" y="488"/>
                </a:cubicBezTo>
                <a:cubicBezTo>
                  <a:pt x="330" y="488"/>
                  <a:pt x="292" y="479"/>
                  <a:pt x="269" y="449"/>
                </a:cubicBezTo>
                <a:cubicBezTo>
                  <a:pt x="243" y="416"/>
                  <a:pt x="242" y="368"/>
                  <a:pt x="242" y="325"/>
                </a:cubicBezTo>
                <a:cubicBezTo>
                  <a:pt x="243" y="299"/>
                  <a:pt x="243" y="272"/>
                  <a:pt x="243" y="246"/>
                </a:cubicBezTo>
                <a:cubicBezTo>
                  <a:pt x="243" y="219"/>
                  <a:pt x="244" y="192"/>
                  <a:pt x="238" y="167"/>
                </a:cubicBezTo>
                <a:cubicBezTo>
                  <a:pt x="232" y="141"/>
                  <a:pt x="219" y="116"/>
                  <a:pt x="198" y="102"/>
                </a:cubicBezTo>
                <a:cubicBezTo>
                  <a:pt x="177" y="89"/>
                  <a:pt x="152" y="88"/>
                  <a:pt x="129" y="90"/>
                </a:cubicBezTo>
                <a:cubicBezTo>
                  <a:pt x="105" y="92"/>
                  <a:pt x="81" y="96"/>
                  <a:pt x="58" y="92"/>
                </a:cubicBezTo>
                <a:cubicBezTo>
                  <a:pt x="34" y="87"/>
                  <a:pt x="11" y="72"/>
                  <a:pt x="4" y="47"/>
                </a:cubicBezTo>
                <a:cubicBezTo>
                  <a:pt x="0" y="34"/>
                  <a:pt x="1" y="20"/>
                  <a:pt x="3" y="7"/>
                </a:cubicBezTo>
                <a:cubicBezTo>
                  <a:pt x="4" y="4"/>
                  <a:pt x="4" y="2"/>
                  <a:pt x="5" y="0"/>
                </a:cubicBezTo>
                <a:cubicBezTo>
                  <a:pt x="420" y="0"/>
                  <a:pt x="420" y="0"/>
                  <a:pt x="420" y="0"/>
                </a:cubicBezTo>
                <a:lnTo>
                  <a:pt x="420" y="479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C3909B-F4E4-4FE3-A74D-4B0851B2E8AD}"/>
              </a:ext>
            </a:extLst>
          </p:cNvPr>
          <p:cNvSpPr txBox="1"/>
          <p:nvPr/>
        </p:nvSpPr>
        <p:spPr>
          <a:xfrm>
            <a:off x="7409224" y="2244054"/>
            <a:ext cx="6629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8000" dirty="0">
                <a:gradFill>
                  <a:gsLst>
                    <a:gs pos="100000">
                      <a:schemeClr val="accent4"/>
                    </a:gs>
                    <a:gs pos="1000">
                      <a:schemeClr val="accent3"/>
                    </a:gs>
                  </a:gsLst>
                  <a:lin ang="6600000" scaled="0"/>
                </a:gradFill>
              </a:rPr>
              <a:t>TRENDING DESIGN</a:t>
            </a:r>
            <a:endParaRPr lang="uk-UA" sz="8000" dirty="0">
              <a:gradFill>
                <a:gsLst>
                  <a:gs pos="100000">
                    <a:schemeClr val="accent4"/>
                  </a:gs>
                  <a:gs pos="1000">
                    <a:schemeClr val="accent3"/>
                  </a:gs>
                </a:gsLst>
                <a:lin ang="6600000" scaled="0"/>
              </a:gra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60C76-745E-4687-8D6D-F28A7C237587}"/>
              </a:ext>
            </a:extLst>
          </p:cNvPr>
          <p:cNvSpPr txBox="1"/>
          <p:nvPr/>
        </p:nvSpPr>
        <p:spPr>
          <a:xfrm>
            <a:off x="5208155" y="4859051"/>
            <a:ext cx="88304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professional. Enjoy highest quality and outstanding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design concept!</a:t>
            </a:r>
          </a:p>
        </p:txBody>
      </p:sp>
      <p:sp>
        <p:nvSpPr>
          <p:cNvPr id="10" name="Freeform 985">
            <a:extLst>
              <a:ext uri="{FF2B5EF4-FFF2-40B4-BE49-F238E27FC236}">
                <a16:creationId xmlns:a16="http://schemas.microsoft.com/office/drawing/2014/main" id="{DE7BCA33-6D78-4C00-B914-6956CB777A85}"/>
              </a:ext>
            </a:extLst>
          </p:cNvPr>
          <p:cNvSpPr>
            <a:spLocks/>
          </p:cNvSpPr>
          <p:nvPr/>
        </p:nvSpPr>
        <p:spPr bwMode="auto">
          <a:xfrm>
            <a:off x="4502362" y="3046557"/>
            <a:ext cx="1842915" cy="1842915"/>
          </a:xfrm>
          <a:custGeom>
            <a:avLst/>
            <a:gdLst>
              <a:gd name="T0" fmla="*/ 140 w 143"/>
              <a:gd name="T1" fmla="*/ 0 h 143"/>
              <a:gd name="T2" fmla="*/ 0 w 143"/>
              <a:gd name="T3" fmla="*/ 139 h 143"/>
              <a:gd name="T4" fmla="*/ 0 w 143"/>
              <a:gd name="T5" fmla="*/ 142 h 143"/>
              <a:gd name="T6" fmla="*/ 3 w 143"/>
              <a:gd name="T7" fmla="*/ 142 h 143"/>
              <a:gd name="T8" fmla="*/ 142 w 143"/>
              <a:gd name="T9" fmla="*/ 3 h 143"/>
              <a:gd name="T10" fmla="*/ 142 w 143"/>
              <a:gd name="T11" fmla="*/ 0 h 143"/>
              <a:gd name="T12" fmla="*/ 140 w 143"/>
              <a:gd name="T13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3" h="143">
                <a:moveTo>
                  <a:pt x="140" y="0"/>
                </a:moveTo>
                <a:cubicBezTo>
                  <a:pt x="0" y="139"/>
                  <a:pt x="0" y="139"/>
                  <a:pt x="0" y="139"/>
                </a:cubicBezTo>
                <a:cubicBezTo>
                  <a:pt x="0" y="140"/>
                  <a:pt x="0" y="142"/>
                  <a:pt x="0" y="142"/>
                </a:cubicBezTo>
                <a:cubicBezTo>
                  <a:pt x="1" y="143"/>
                  <a:pt x="2" y="143"/>
                  <a:pt x="3" y="142"/>
                </a:cubicBezTo>
                <a:cubicBezTo>
                  <a:pt x="142" y="3"/>
                  <a:pt x="142" y="3"/>
                  <a:pt x="142" y="3"/>
                </a:cubicBezTo>
                <a:cubicBezTo>
                  <a:pt x="143" y="2"/>
                  <a:pt x="143" y="1"/>
                  <a:pt x="142" y="0"/>
                </a:cubicBezTo>
                <a:cubicBezTo>
                  <a:pt x="142" y="0"/>
                  <a:pt x="140" y="0"/>
                  <a:pt x="140" y="0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11" name="Freeform 986">
            <a:extLst>
              <a:ext uri="{FF2B5EF4-FFF2-40B4-BE49-F238E27FC236}">
                <a16:creationId xmlns:a16="http://schemas.microsoft.com/office/drawing/2014/main" id="{9C09930E-BF0B-4BCD-A837-C6645E4CB69A}"/>
              </a:ext>
            </a:extLst>
          </p:cNvPr>
          <p:cNvSpPr>
            <a:spLocks/>
          </p:cNvSpPr>
          <p:nvPr/>
        </p:nvSpPr>
        <p:spPr bwMode="auto">
          <a:xfrm>
            <a:off x="4460663" y="2432869"/>
            <a:ext cx="1853326" cy="1856798"/>
          </a:xfrm>
          <a:custGeom>
            <a:avLst/>
            <a:gdLst>
              <a:gd name="T0" fmla="*/ 140 w 144"/>
              <a:gd name="T1" fmla="*/ 1 h 144"/>
              <a:gd name="T2" fmla="*/ 1 w 144"/>
              <a:gd name="T3" fmla="*/ 140 h 144"/>
              <a:gd name="T4" fmla="*/ 1 w 144"/>
              <a:gd name="T5" fmla="*/ 143 h 144"/>
              <a:gd name="T6" fmla="*/ 4 w 144"/>
              <a:gd name="T7" fmla="*/ 143 h 144"/>
              <a:gd name="T8" fmla="*/ 143 w 144"/>
              <a:gd name="T9" fmla="*/ 4 h 144"/>
              <a:gd name="T10" fmla="*/ 143 w 144"/>
              <a:gd name="T11" fmla="*/ 1 h 144"/>
              <a:gd name="T12" fmla="*/ 140 w 144"/>
              <a:gd name="T13" fmla="*/ 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" h="144">
                <a:moveTo>
                  <a:pt x="140" y="1"/>
                </a:moveTo>
                <a:cubicBezTo>
                  <a:pt x="1" y="140"/>
                  <a:pt x="1" y="140"/>
                  <a:pt x="1" y="140"/>
                </a:cubicBezTo>
                <a:cubicBezTo>
                  <a:pt x="0" y="141"/>
                  <a:pt x="0" y="142"/>
                  <a:pt x="1" y="143"/>
                </a:cubicBezTo>
                <a:cubicBezTo>
                  <a:pt x="2" y="144"/>
                  <a:pt x="3" y="144"/>
                  <a:pt x="4" y="143"/>
                </a:cubicBezTo>
                <a:cubicBezTo>
                  <a:pt x="143" y="4"/>
                  <a:pt x="143" y="4"/>
                  <a:pt x="143" y="4"/>
                </a:cubicBezTo>
                <a:cubicBezTo>
                  <a:pt x="144" y="3"/>
                  <a:pt x="144" y="2"/>
                  <a:pt x="143" y="1"/>
                </a:cubicBezTo>
                <a:cubicBezTo>
                  <a:pt x="142" y="0"/>
                  <a:pt x="141" y="0"/>
                  <a:pt x="140" y="1"/>
                </a:cubicBezTo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13" name="Freeform 989">
            <a:extLst>
              <a:ext uri="{FF2B5EF4-FFF2-40B4-BE49-F238E27FC236}">
                <a16:creationId xmlns:a16="http://schemas.microsoft.com/office/drawing/2014/main" id="{C29AA2CF-5C46-4B47-A33E-F64BAAE9A1DC}"/>
              </a:ext>
            </a:extLst>
          </p:cNvPr>
          <p:cNvSpPr>
            <a:spLocks/>
          </p:cNvSpPr>
          <p:nvPr/>
        </p:nvSpPr>
        <p:spPr bwMode="auto">
          <a:xfrm>
            <a:off x="15297954" y="1333003"/>
            <a:ext cx="2292813" cy="2310085"/>
          </a:xfrm>
          <a:custGeom>
            <a:avLst/>
            <a:gdLst>
              <a:gd name="T0" fmla="*/ 139 w 143"/>
              <a:gd name="T1" fmla="*/ 1 h 144"/>
              <a:gd name="T2" fmla="*/ 0 w 143"/>
              <a:gd name="T3" fmla="*/ 140 h 144"/>
              <a:gd name="T4" fmla="*/ 0 w 143"/>
              <a:gd name="T5" fmla="*/ 143 h 144"/>
              <a:gd name="T6" fmla="*/ 3 w 143"/>
              <a:gd name="T7" fmla="*/ 143 h 144"/>
              <a:gd name="T8" fmla="*/ 142 w 143"/>
              <a:gd name="T9" fmla="*/ 4 h 144"/>
              <a:gd name="T10" fmla="*/ 142 w 143"/>
              <a:gd name="T11" fmla="*/ 1 h 144"/>
              <a:gd name="T12" fmla="*/ 139 w 143"/>
              <a:gd name="T13" fmla="*/ 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3" h="144">
                <a:moveTo>
                  <a:pt x="139" y="1"/>
                </a:moveTo>
                <a:cubicBezTo>
                  <a:pt x="0" y="140"/>
                  <a:pt x="0" y="140"/>
                  <a:pt x="0" y="140"/>
                </a:cubicBezTo>
                <a:cubicBezTo>
                  <a:pt x="0" y="141"/>
                  <a:pt x="0" y="142"/>
                  <a:pt x="0" y="143"/>
                </a:cubicBezTo>
                <a:cubicBezTo>
                  <a:pt x="1" y="144"/>
                  <a:pt x="2" y="144"/>
                  <a:pt x="3" y="143"/>
                </a:cubicBezTo>
                <a:cubicBezTo>
                  <a:pt x="142" y="4"/>
                  <a:pt x="142" y="4"/>
                  <a:pt x="142" y="4"/>
                </a:cubicBezTo>
                <a:cubicBezTo>
                  <a:pt x="143" y="3"/>
                  <a:pt x="143" y="2"/>
                  <a:pt x="142" y="1"/>
                </a:cubicBezTo>
                <a:cubicBezTo>
                  <a:pt x="142" y="0"/>
                  <a:pt x="140" y="0"/>
                  <a:pt x="139" y="1"/>
                </a:cubicBezTo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bg1"/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14" name="Freeform 990">
            <a:extLst>
              <a:ext uri="{FF2B5EF4-FFF2-40B4-BE49-F238E27FC236}">
                <a16:creationId xmlns:a16="http://schemas.microsoft.com/office/drawing/2014/main" id="{1462888A-B90F-4278-B197-0B1684DB343E}"/>
              </a:ext>
            </a:extLst>
          </p:cNvPr>
          <p:cNvSpPr>
            <a:spLocks/>
          </p:cNvSpPr>
          <p:nvPr/>
        </p:nvSpPr>
        <p:spPr bwMode="auto">
          <a:xfrm>
            <a:off x="15317385" y="1948739"/>
            <a:ext cx="2310085" cy="2310085"/>
          </a:xfrm>
          <a:custGeom>
            <a:avLst/>
            <a:gdLst>
              <a:gd name="T0" fmla="*/ 140 w 144"/>
              <a:gd name="T1" fmla="*/ 1 h 144"/>
              <a:gd name="T2" fmla="*/ 1 w 144"/>
              <a:gd name="T3" fmla="*/ 140 h 144"/>
              <a:gd name="T4" fmla="*/ 1 w 144"/>
              <a:gd name="T5" fmla="*/ 143 h 144"/>
              <a:gd name="T6" fmla="*/ 4 w 144"/>
              <a:gd name="T7" fmla="*/ 143 h 144"/>
              <a:gd name="T8" fmla="*/ 143 w 144"/>
              <a:gd name="T9" fmla="*/ 4 h 144"/>
              <a:gd name="T10" fmla="*/ 143 w 144"/>
              <a:gd name="T11" fmla="*/ 1 h 144"/>
              <a:gd name="T12" fmla="*/ 140 w 144"/>
              <a:gd name="T13" fmla="*/ 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" h="144">
                <a:moveTo>
                  <a:pt x="140" y="1"/>
                </a:moveTo>
                <a:cubicBezTo>
                  <a:pt x="1" y="140"/>
                  <a:pt x="1" y="140"/>
                  <a:pt x="1" y="140"/>
                </a:cubicBezTo>
                <a:cubicBezTo>
                  <a:pt x="0" y="141"/>
                  <a:pt x="0" y="142"/>
                  <a:pt x="1" y="143"/>
                </a:cubicBezTo>
                <a:cubicBezTo>
                  <a:pt x="1" y="144"/>
                  <a:pt x="3" y="144"/>
                  <a:pt x="4" y="143"/>
                </a:cubicBezTo>
                <a:cubicBezTo>
                  <a:pt x="143" y="4"/>
                  <a:pt x="143" y="4"/>
                  <a:pt x="143" y="4"/>
                </a:cubicBezTo>
                <a:cubicBezTo>
                  <a:pt x="144" y="3"/>
                  <a:pt x="144" y="2"/>
                  <a:pt x="143" y="1"/>
                </a:cubicBezTo>
                <a:cubicBezTo>
                  <a:pt x="142" y="0"/>
                  <a:pt x="141" y="0"/>
                  <a:pt x="140" y="1"/>
                </a:cubicBezTo>
              </a:path>
            </a:pathLst>
          </a:custGeom>
          <a:gradFill>
            <a:gsLst>
              <a:gs pos="0">
                <a:schemeClr val="accent5"/>
              </a:gs>
              <a:gs pos="100000">
                <a:schemeClr val="bg1"/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3C7910-173F-469C-8538-7612EC62256F}"/>
              </a:ext>
            </a:extLst>
          </p:cNvPr>
          <p:cNvSpPr/>
          <p:nvPr/>
        </p:nvSpPr>
        <p:spPr>
          <a:xfrm>
            <a:off x="2845480" y="7897181"/>
            <a:ext cx="2977754" cy="2977754"/>
          </a:xfrm>
          <a:prstGeom prst="ellipse">
            <a:avLst/>
          </a:prstGeom>
          <a:gradFill>
            <a:gsLst>
              <a:gs pos="0">
                <a:schemeClr val="accent4">
                  <a:alpha val="25000"/>
                </a:schemeClr>
              </a:gs>
              <a:gs pos="100000">
                <a:schemeClr val="accent4">
                  <a:alpha val="0"/>
                </a:schemeClr>
              </a:gs>
            </a:gsLst>
            <a:lin ang="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6186C99-AAB5-4C20-8820-D39A595C8D4C}"/>
              </a:ext>
            </a:extLst>
          </p:cNvPr>
          <p:cNvSpPr/>
          <p:nvPr/>
        </p:nvSpPr>
        <p:spPr>
          <a:xfrm>
            <a:off x="10919127" y="1225039"/>
            <a:ext cx="2272282" cy="2272282"/>
          </a:xfrm>
          <a:prstGeom prst="ellipse">
            <a:avLst/>
          </a:prstGeom>
          <a:gradFill>
            <a:gsLst>
              <a:gs pos="0">
                <a:schemeClr val="accent4">
                  <a:alpha val="25000"/>
                </a:schemeClr>
              </a:gs>
              <a:gs pos="100000">
                <a:schemeClr val="accent4">
                  <a:alpha val="0"/>
                </a:schemeClr>
              </a:gs>
            </a:gsLst>
            <a:lin ang="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0" name="Freeform 985">
            <a:extLst>
              <a:ext uri="{FF2B5EF4-FFF2-40B4-BE49-F238E27FC236}">
                <a16:creationId xmlns:a16="http://schemas.microsoft.com/office/drawing/2014/main" id="{CAA024AC-81CF-47F4-B175-073403B52D33}"/>
              </a:ext>
            </a:extLst>
          </p:cNvPr>
          <p:cNvSpPr>
            <a:spLocks/>
          </p:cNvSpPr>
          <p:nvPr/>
        </p:nvSpPr>
        <p:spPr bwMode="auto">
          <a:xfrm>
            <a:off x="8603573" y="7594524"/>
            <a:ext cx="1842915" cy="1842915"/>
          </a:xfrm>
          <a:custGeom>
            <a:avLst/>
            <a:gdLst>
              <a:gd name="T0" fmla="*/ 140 w 143"/>
              <a:gd name="T1" fmla="*/ 0 h 143"/>
              <a:gd name="T2" fmla="*/ 0 w 143"/>
              <a:gd name="T3" fmla="*/ 139 h 143"/>
              <a:gd name="T4" fmla="*/ 0 w 143"/>
              <a:gd name="T5" fmla="*/ 142 h 143"/>
              <a:gd name="T6" fmla="*/ 3 w 143"/>
              <a:gd name="T7" fmla="*/ 142 h 143"/>
              <a:gd name="T8" fmla="*/ 142 w 143"/>
              <a:gd name="T9" fmla="*/ 3 h 143"/>
              <a:gd name="T10" fmla="*/ 142 w 143"/>
              <a:gd name="T11" fmla="*/ 0 h 143"/>
              <a:gd name="T12" fmla="*/ 140 w 143"/>
              <a:gd name="T13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3" h="143">
                <a:moveTo>
                  <a:pt x="140" y="0"/>
                </a:moveTo>
                <a:cubicBezTo>
                  <a:pt x="0" y="139"/>
                  <a:pt x="0" y="139"/>
                  <a:pt x="0" y="139"/>
                </a:cubicBezTo>
                <a:cubicBezTo>
                  <a:pt x="0" y="140"/>
                  <a:pt x="0" y="142"/>
                  <a:pt x="0" y="142"/>
                </a:cubicBezTo>
                <a:cubicBezTo>
                  <a:pt x="1" y="143"/>
                  <a:pt x="2" y="143"/>
                  <a:pt x="3" y="142"/>
                </a:cubicBezTo>
                <a:cubicBezTo>
                  <a:pt x="142" y="3"/>
                  <a:pt x="142" y="3"/>
                  <a:pt x="142" y="3"/>
                </a:cubicBezTo>
                <a:cubicBezTo>
                  <a:pt x="143" y="2"/>
                  <a:pt x="143" y="1"/>
                  <a:pt x="142" y="0"/>
                </a:cubicBezTo>
                <a:cubicBezTo>
                  <a:pt x="142" y="0"/>
                  <a:pt x="140" y="0"/>
                  <a:pt x="140" y="0"/>
                </a:cubicBezTo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21" name="Freeform 986">
            <a:extLst>
              <a:ext uri="{FF2B5EF4-FFF2-40B4-BE49-F238E27FC236}">
                <a16:creationId xmlns:a16="http://schemas.microsoft.com/office/drawing/2014/main" id="{A44C5682-BFEE-41D7-AAB0-F46D98237E17}"/>
              </a:ext>
            </a:extLst>
          </p:cNvPr>
          <p:cNvSpPr>
            <a:spLocks/>
          </p:cNvSpPr>
          <p:nvPr/>
        </p:nvSpPr>
        <p:spPr bwMode="auto">
          <a:xfrm>
            <a:off x="8561874" y="6980836"/>
            <a:ext cx="1853326" cy="1856798"/>
          </a:xfrm>
          <a:custGeom>
            <a:avLst/>
            <a:gdLst>
              <a:gd name="T0" fmla="*/ 140 w 144"/>
              <a:gd name="T1" fmla="*/ 1 h 144"/>
              <a:gd name="T2" fmla="*/ 1 w 144"/>
              <a:gd name="T3" fmla="*/ 140 h 144"/>
              <a:gd name="T4" fmla="*/ 1 w 144"/>
              <a:gd name="T5" fmla="*/ 143 h 144"/>
              <a:gd name="T6" fmla="*/ 4 w 144"/>
              <a:gd name="T7" fmla="*/ 143 h 144"/>
              <a:gd name="T8" fmla="*/ 143 w 144"/>
              <a:gd name="T9" fmla="*/ 4 h 144"/>
              <a:gd name="T10" fmla="*/ 143 w 144"/>
              <a:gd name="T11" fmla="*/ 1 h 144"/>
              <a:gd name="T12" fmla="*/ 140 w 144"/>
              <a:gd name="T13" fmla="*/ 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" h="144">
                <a:moveTo>
                  <a:pt x="140" y="1"/>
                </a:moveTo>
                <a:cubicBezTo>
                  <a:pt x="1" y="140"/>
                  <a:pt x="1" y="140"/>
                  <a:pt x="1" y="140"/>
                </a:cubicBezTo>
                <a:cubicBezTo>
                  <a:pt x="0" y="141"/>
                  <a:pt x="0" y="142"/>
                  <a:pt x="1" y="143"/>
                </a:cubicBezTo>
                <a:cubicBezTo>
                  <a:pt x="2" y="144"/>
                  <a:pt x="3" y="144"/>
                  <a:pt x="4" y="143"/>
                </a:cubicBezTo>
                <a:cubicBezTo>
                  <a:pt x="143" y="4"/>
                  <a:pt x="143" y="4"/>
                  <a:pt x="143" y="4"/>
                </a:cubicBezTo>
                <a:cubicBezTo>
                  <a:pt x="144" y="3"/>
                  <a:pt x="144" y="2"/>
                  <a:pt x="143" y="1"/>
                </a:cubicBezTo>
                <a:cubicBezTo>
                  <a:pt x="142" y="0"/>
                  <a:pt x="141" y="0"/>
                  <a:pt x="140" y="1"/>
                </a:cubicBezTo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alpha val="0"/>
                </a:schemeClr>
              </a:gs>
            </a:gsLst>
            <a:lin ang="18600000" scaled="0"/>
          </a:gra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lt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9047F4-986F-4D64-9F88-B79144AAFDF4}"/>
              </a:ext>
            </a:extLst>
          </p:cNvPr>
          <p:cNvSpPr txBox="1"/>
          <p:nvPr/>
        </p:nvSpPr>
        <p:spPr>
          <a:xfrm>
            <a:off x="709866" y="8752320"/>
            <a:ext cx="37507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ea typeface="Roboto Thin" pitchFamily="2" charset="0"/>
              </a:rPr>
              <a:t>Trend Conference / London / March 2020</a:t>
            </a:r>
            <a:endParaRPr lang="uk-UA" sz="2800" dirty="0">
              <a:solidFill>
                <a:schemeClr val="tx2"/>
              </a:solidFill>
              <a:ea typeface="Roboto Thin" pitchFamily="2" charset="0"/>
            </a:endParaRPr>
          </a:p>
        </p:txBody>
      </p:sp>
      <p:sp>
        <p:nvSpPr>
          <p:cNvPr id="37" name="Freeform 119">
            <a:extLst>
              <a:ext uri="{FF2B5EF4-FFF2-40B4-BE49-F238E27FC236}">
                <a16:creationId xmlns:a16="http://schemas.microsoft.com/office/drawing/2014/main" id="{73A0EAFC-F37A-47ED-A063-98C80AAD1921}"/>
              </a:ext>
            </a:extLst>
          </p:cNvPr>
          <p:cNvSpPr>
            <a:spLocks noEditPoints="1"/>
          </p:cNvSpPr>
          <p:nvPr/>
        </p:nvSpPr>
        <p:spPr bwMode="auto">
          <a:xfrm>
            <a:off x="13305293" y="1162085"/>
            <a:ext cx="525496" cy="966895"/>
          </a:xfrm>
          <a:custGeom>
            <a:avLst/>
            <a:gdLst>
              <a:gd name="T0" fmla="*/ 96 w 96"/>
              <a:gd name="T1" fmla="*/ 68 h 176"/>
              <a:gd name="T2" fmla="*/ 92 w 96"/>
              <a:gd name="T3" fmla="*/ 64 h 176"/>
              <a:gd name="T4" fmla="*/ 60 w 96"/>
              <a:gd name="T5" fmla="*/ 64 h 176"/>
              <a:gd name="T6" fmla="*/ 80 w 96"/>
              <a:gd name="T7" fmla="*/ 5 h 176"/>
              <a:gd name="T8" fmla="*/ 80 w 96"/>
              <a:gd name="T9" fmla="*/ 5 h 176"/>
              <a:gd name="T10" fmla="*/ 80 w 96"/>
              <a:gd name="T11" fmla="*/ 4 h 176"/>
              <a:gd name="T12" fmla="*/ 76 w 96"/>
              <a:gd name="T13" fmla="*/ 0 h 176"/>
              <a:gd name="T14" fmla="*/ 36 w 96"/>
              <a:gd name="T15" fmla="*/ 0 h 176"/>
              <a:gd name="T16" fmla="*/ 32 w 96"/>
              <a:gd name="T17" fmla="*/ 3 h 176"/>
              <a:gd name="T18" fmla="*/ 32 w 96"/>
              <a:gd name="T19" fmla="*/ 3 h 176"/>
              <a:gd name="T20" fmla="*/ 0 w 96"/>
              <a:gd name="T21" fmla="*/ 99 h 176"/>
              <a:gd name="T22" fmla="*/ 0 w 96"/>
              <a:gd name="T23" fmla="*/ 99 h 176"/>
              <a:gd name="T24" fmla="*/ 0 w 96"/>
              <a:gd name="T25" fmla="*/ 100 h 176"/>
              <a:gd name="T26" fmla="*/ 4 w 96"/>
              <a:gd name="T27" fmla="*/ 104 h 176"/>
              <a:gd name="T28" fmla="*/ 40 w 96"/>
              <a:gd name="T29" fmla="*/ 104 h 176"/>
              <a:gd name="T30" fmla="*/ 32 w 96"/>
              <a:gd name="T31" fmla="*/ 172 h 176"/>
              <a:gd name="T32" fmla="*/ 32 w 96"/>
              <a:gd name="T33" fmla="*/ 172 h 176"/>
              <a:gd name="T34" fmla="*/ 32 w 96"/>
              <a:gd name="T35" fmla="*/ 172 h 176"/>
              <a:gd name="T36" fmla="*/ 36 w 96"/>
              <a:gd name="T37" fmla="*/ 176 h 176"/>
              <a:gd name="T38" fmla="*/ 40 w 96"/>
              <a:gd name="T39" fmla="*/ 174 h 176"/>
              <a:gd name="T40" fmla="*/ 40 w 96"/>
              <a:gd name="T41" fmla="*/ 174 h 176"/>
              <a:gd name="T42" fmla="*/ 96 w 96"/>
              <a:gd name="T43" fmla="*/ 70 h 176"/>
              <a:gd name="T44" fmla="*/ 96 w 96"/>
              <a:gd name="T45" fmla="*/ 70 h 176"/>
              <a:gd name="T46" fmla="*/ 96 w 96"/>
              <a:gd name="T47" fmla="*/ 68 h 176"/>
              <a:gd name="T48" fmla="*/ 42 w 96"/>
              <a:gd name="T49" fmla="*/ 152 h 176"/>
              <a:gd name="T50" fmla="*/ 48 w 96"/>
              <a:gd name="T51" fmla="*/ 100 h 176"/>
              <a:gd name="T52" fmla="*/ 48 w 96"/>
              <a:gd name="T53" fmla="*/ 100 h 176"/>
              <a:gd name="T54" fmla="*/ 48 w 96"/>
              <a:gd name="T55" fmla="*/ 100 h 176"/>
              <a:gd name="T56" fmla="*/ 44 w 96"/>
              <a:gd name="T57" fmla="*/ 96 h 176"/>
              <a:gd name="T58" fmla="*/ 10 w 96"/>
              <a:gd name="T59" fmla="*/ 96 h 176"/>
              <a:gd name="T60" fmla="*/ 39 w 96"/>
              <a:gd name="T61" fmla="*/ 8 h 176"/>
              <a:gd name="T62" fmla="*/ 70 w 96"/>
              <a:gd name="T63" fmla="*/ 8 h 176"/>
              <a:gd name="T64" fmla="*/ 51 w 96"/>
              <a:gd name="T65" fmla="*/ 67 h 176"/>
              <a:gd name="T66" fmla="*/ 51 w 96"/>
              <a:gd name="T67" fmla="*/ 67 h 176"/>
              <a:gd name="T68" fmla="*/ 51 w 96"/>
              <a:gd name="T69" fmla="*/ 68 h 176"/>
              <a:gd name="T70" fmla="*/ 55 w 96"/>
              <a:gd name="T71" fmla="*/ 72 h 176"/>
              <a:gd name="T72" fmla="*/ 85 w 96"/>
              <a:gd name="T73" fmla="*/ 72 h 176"/>
              <a:gd name="T74" fmla="*/ 42 w 96"/>
              <a:gd name="T75" fmla="*/ 15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96" h="176">
                <a:moveTo>
                  <a:pt x="96" y="68"/>
                </a:moveTo>
                <a:cubicBezTo>
                  <a:pt x="96" y="66"/>
                  <a:pt x="94" y="64"/>
                  <a:pt x="92" y="64"/>
                </a:cubicBezTo>
                <a:cubicBezTo>
                  <a:pt x="60" y="64"/>
                  <a:pt x="60" y="64"/>
                  <a:pt x="60" y="64"/>
                </a:cubicBezTo>
                <a:cubicBezTo>
                  <a:pt x="80" y="5"/>
                  <a:pt x="80" y="5"/>
                  <a:pt x="80" y="5"/>
                </a:cubicBezTo>
                <a:cubicBezTo>
                  <a:pt x="80" y="5"/>
                  <a:pt x="80" y="5"/>
                  <a:pt x="80" y="5"/>
                </a:cubicBezTo>
                <a:cubicBezTo>
                  <a:pt x="80" y="5"/>
                  <a:pt x="80" y="4"/>
                  <a:pt x="80" y="4"/>
                </a:cubicBezTo>
                <a:cubicBezTo>
                  <a:pt x="80" y="2"/>
                  <a:pt x="78" y="0"/>
                  <a:pt x="76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34" y="0"/>
                  <a:pt x="33" y="1"/>
                  <a:pt x="32" y="3"/>
                </a:cubicBezTo>
                <a:cubicBezTo>
                  <a:pt x="32" y="3"/>
                  <a:pt x="32" y="3"/>
                  <a:pt x="32" y="3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99"/>
                  <a:pt x="0" y="100"/>
                  <a:pt x="0" y="100"/>
                </a:cubicBezTo>
                <a:cubicBezTo>
                  <a:pt x="0" y="102"/>
                  <a:pt x="2" y="104"/>
                  <a:pt x="4" y="104"/>
                </a:cubicBezTo>
                <a:cubicBezTo>
                  <a:pt x="40" y="104"/>
                  <a:pt x="40" y="104"/>
                  <a:pt x="40" y="104"/>
                </a:cubicBezTo>
                <a:cubicBezTo>
                  <a:pt x="32" y="172"/>
                  <a:pt x="32" y="172"/>
                  <a:pt x="32" y="172"/>
                </a:cubicBezTo>
                <a:cubicBezTo>
                  <a:pt x="32" y="172"/>
                  <a:pt x="32" y="172"/>
                  <a:pt x="32" y="172"/>
                </a:cubicBezTo>
                <a:cubicBezTo>
                  <a:pt x="32" y="172"/>
                  <a:pt x="32" y="172"/>
                  <a:pt x="32" y="172"/>
                </a:cubicBezTo>
                <a:cubicBezTo>
                  <a:pt x="32" y="174"/>
                  <a:pt x="34" y="176"/>
                  <a:pt x="36" y="176"/>
                </a:cubicBezTo>
                <a:cubicBezTo>
                  <a:pt x="38" y="176"/>
                  <a:pt x="39" y="175"/>
                  <a:pt x="40" y="174"/>
                </a:cubicBezTo>
                <a:cubicBezTo>
                  <a:pt x="40" y="174"/>
                  <a:pt x="40" y="174"/>
                  <a:pt x="40" y="174"/>
                </a:cubicBezTo>
                <a:cubicBezTo>
                  <a:pt x="96" y="70"/>
                  <a:pt x="96" y="70"/>
                  <a:pt x="96" y="70"/>
                </a:cubicBezTo>
                <a:cubicBezTo>
                  <a:pt x="96" y="70"/>
                  <a:pt x="96" y="70"/>
                  <a:pt x="96" y="70"/>
                </a:cubicBezTo>
                <a:cubicBezTo>
                  <a:pt x="96" y="69"/>
                  <a:pt x="96" y="69"/>
                  <a:pt x="96" y="68"/>
                </a:cubicBezTo>
                <a:moveTo>
                  <a:pt x="42" y="152"/>
                </a:moveTo>
                <a:cubicBezTo>
                  <a:pt x="48" y="100"/>
                  <a:pt x="48" y="100"/>
                  <a:pt x="48" y="100"/>
                </a:cubicBezTo>
                <a:cubicBezTo>
                  <a:pt x="48" y="100"/>
                  <a:pt x="48" y="100"/>
                  <a:pt x="48" y="100"/>
                </a:cubicBezTo>
                <a:cubicBezTo>
                  <a:pt x="48" y="100"/>
                  <a:pt x="48" y="100"/>
                  <a:pt x="48" y="100"/>
                </a:cubicBezTo>
                <a:cubicBezTo>
                  <a:pt x="48" y="98"/>
                  <a:pt x="46" y="96"/>
                  <a:pt x="44" y="96"/>
                </a:cubicBezTo>
                <a:cubicBezTo>
                  <a:pt x="10" y="96"/>
                  <a:pt x="10" y="96"/>
                  <a:pt x="10" y="96"/>
                </a:cubicBezTo>
                <a:cubicBezTo>
                  <a:pt x="39" y="8"/>
                  <a:pt x="39" y="8"/>
                  <a:pt x="39" y="8"/>
                </a:cubicBezTo>
                <a:cubicBezTo>
                  <a:pt x="70" y="8"/>
                  <a:pt x="70" y="8"/>
                  <a:pt x="70" y="8"/>
                </a:cubicBezTo>
                <a:cubicBezTo>
                  <a:pt x="51" y="67"/>
                  <a:pt x="51" y="67"/>
                  <a:pt x="51" y="67"/>
                </a:cubicBezTo>
                <a:cubicBezTo>
                  <a:pt x="51" y="67"/>
                  <a:pt x="51" y="67"/>
                  <a:pt x="51" y="67"/>
                </a:cubicBezTo>
                <a:cubicBezTo>
                  <a:pt x="51" y="67"/>
                  <a:pt x="51" y="68"/>
                  <a:pt x="51" y="68"/>
                </a:cubicBezTo>
                <a:cubicBezTo>
                  <a:pt x="51" y="70"/>
                  <a:pt x="52" y="72"/>
                  <a:pt x="55" y="72"/>
                </a:cubicBezTo>
                <a:cubicBezTo>
                  <a:pt x="85" y="72"/>
                  <a:pt x="85" y="72"/>
                  <a:pt x="85" y="72"/>
                </a:cubicBezTo>
                <a:lnTo>
                  <a:pt x="42" y="15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52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22">
            <a:extLst>
              <a:ext uri="{FF2B5EF4-FFF2-40B4-BE49-F238E27FC236}">
                <a16:creationId xmlns:a16="http://schemas.microsoft.com/office/drawing/2014/main" id="{A73B657E-17BB-4FE9-91C2-B3F6FEC7C92E}"/>
              </a:ext>
            </a:extLst>
          </p:cNvPr>
          <p:cNvSpPr>
            <a:spLocks/>
          </p:cNvSpPr>
          <p:nvPr/>
        </p:nvSpPr>
        <p:spPr bwMode="auto">
          <a:xfrm>
            <a:off x="10320719" y="0"/>
            <a:ext cx="7967280" cy="10287000"/>
          </a:xfrm>
          <a:custGeom>
            <a:avLst/>
            <a:gdLst>
              <a:gd name="T0" fmla="*/ 1713 w 1713"/>
              <a:gd name="T1" fmla="*/ 0 h 1713"/>
              <a:gd name="T2" fmla="*/ 1713 w 1713"/>
              <a:gd name="T3" fmla="*/ 1713 h 1713"/>
              <a:gd name="T4" fmla="*/ 0 w 1713"/>
              <a:gd name="T5" fmla="*/ 1713 h 1713"/>
              <a:gd name="T6" fmla="*/ 1713 w 1713"/>
              <a:gd name="T7" fmla="*/ 0 h 1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13" h="1713">
                <a:moveTo>
                  <a:pt x="1713" y="0"/>
                </a:moveTo>
                <a:lnTo>
                  <a:pt x="1713" y="1713"/>
                </a:lnTo>
                <a:lnTo>
                  <a:pt x="0" y="1713"/>
                </a:lnTo>
                <a:lnTo>
                  <a:pt x="1713" y="0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 123">
            <a:extLst>
              <a:ext uri="{FF2B5EF4-FFF2-40B4-BE49-F238E27FC236}">
                <a16:creationId xmlns:a16="http://schemas.microsoft.com/office/drawing/2014/main" id="{13567527-42FB-43B9-B0D3-809F607E9E5A}"/>
              </a:ext>
            </a:extLst>
          </p:cNvPr>
          <p:cNvSpPr>
            <a:spLocks/>
          </p:cNvSpPr>
          <p:nvPr/>
        </p:nvSpPr>
        <p:spPr bwMode="auto">
          <a:xfrm>
            <a:off x="0" y="5212559"/>
            <a:ext cx="3916199" cy="5074441"/>
          </a:xfrm>
          <a:custGeom>
            <a:avLst/>
            <a:gdLst>
              <a:gd name="T0" fmla="*/ 842 w 842"/>
              <a:gd name="T1" fmla="*/ 845 h 845"/>
              <a:gd name="T2" fmla="*/ 0 w 842"/>
              <a:gd name="T3" fmla="*/ 845 h 845"/>
              <a:gd name="T4" fmla="*/ 0 w 842"/>
              <a:gd name="T5" fmla="*/ 0 h 845"/>
              <a:gd name="T6" fmla="*/ 842 w 842"/>
              <a:gd name="T7" fmla="*/ 845 h 8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42" h="845">
                <a:moveTo>
                  <a:pt x="842" y="845"/>
                </a:moveTo>
                <a:lnTo>
                  <a:pt x="0" y="845"/>
                </a:lnTo>
                <a:lnTo>
                  <a:pt x="0" y="0"/>
                </a:lnTo>
                <a:lnTo>
                  <a:pt x="842" y="845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124">
            <a:extLst>
              <a:ext uri="{FF2B5EF4-FFF2-40B4-BE49-F238E27FC236}">
                <a16:creationId xmlns:a16="http://schemas.microsoft.com/office/drawing/2014/main" id="{9D8CE74F-81B5-40A4-A350-E33E876CE0D9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5074316" cy="6539722"/>
          </a:xfrm>
          <a:custGeom>
            <a:avLst/>
            <a:gdLst>
              <a:gd name="T0" fmla="*/ 1091 w 1091"/>
              <a:gd name="T1" fmla="*/ 0 h 1089"/>
              <a:gd name="T2" fmla="*/ 0 w 1091"/>
              <a:gd name="T3" fmla="*/ 1089 h 1089"/>
              <a:gd name="T4" fmla="*/ 0 w 1091"/>
              <a:gd name="T5" fmla="*/ 0 h 1089"/>
              <a:gd name="T6" fmla="*/ 1091 w 1091"/>
              <a:gd name="T7" fmla="*/ 0 h 1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91" h="1089">
                <a:moveTo>
                  <a:pt x="1091" y="0"/>
                </a:moveTo>
                <a:lnTo>
                  <a:pt x="0" y="1089"/>
                </a:lnTo>
                <a:lnTo>
                  <a:pt x="0" y="0"/>
                </a:lnTo>
                <a:lnTo>
                  <a:pt x="1091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125">
            <a:extLst>
              <a:ext uri="{FF2B5EF4-FFF2-40B4-BE49-F238E27FC236}">
                <a16:creationId xmlns:a16="http://schemas.microsoft.com/office/drawing/2014/main" id="{A207EC9A-2671-410F-AC63-D80046AE75EC}"/>
              </a:ext>
            </a:extLst>
          </p:cNvPr>
          <p:cNvSpPr>
            <a:spLocks/>
          </p:cNvSpPr>
          <p:nvPr/>
        </p:nvSpPr>
        <p:spPr bwMode="auto">
          <a:xfrm>
            <a:off x="13236937" y="0"/>
            <a:ext cx="2497625" cy="2161891"/>
          </a:xfrm>
          <a:custGeom>
            <a:avLst/>
            <a:gdLst>
              <a:gd name="T0" fmla="*/ 537 w 537"/>
              <a:gd name="T1" fmla="*/ 0 h 360"/>
              <a:gd name="T2" fmla="*/ 537 w 537"/>
              <a:gd name="T3" fmla="*/ 7 h 360"/>
              <a:gd name="T4" fmla="*/ 185 w 537"/>
              <a:gd name="T5" fmla="*/ 360 h 360"/>
              <a:gd name="T6" fmla="*/ 0 w 537"/>
              <a:gd name="T7" fmla="*/ 360 h 360"/>
              <a:gd name="T8" fmla="*/ 360 w 537"/>
              <a:gd name="T9" fmla="*/ 0 h 360"/>
              <a:gd name="T10" fmla="*/ 537 w 537"/>
              <a:gd name="T11" fmla="*/ 0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7" h="360">
                <a:moveTo>
                  <a:pt x="537" y="0"/>
                </a:moveTo>
                <a:lnTo>
                  <a:pt x="537" y="7"/>
                </a:lnTo>
                <a:lnTo>
                  <a:pt x="185" y="360"/>
                </a:lnTo>
                <a:lnTo>
                  <a:pt x="0" y="360"/>
                </a:lnTo>
                <a:lnTo>
                  <a:pt x="360" y="0"/>
                </a:lnTo>
                <a:lnTo>
                  <a:pt x="537" y="0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Freeform 126">
            <a:extLst>
              <a:ext uri="{FF2B5EF4-FFF2-40B4-BE49-F238E27FC236}">
                <a16:creationId xmlns:a16="http://schemas.microsoft.com/office/drawing/2014/main" id="{78781EA8-309E-4464-8B29-DDA753CF436A}"/>
              </a:ext>
            </a:extLst>
          </p:cNvPr>
          <p:cNvSpPr>
            <a:spLocks/>
          </p:cNvSpPr>
          <p:nvPr/>
        </p:nvSpPr>
        <p:spPr bwMode="auto">
          <a:xfrm>
            <a:off x="12609045" y="0"/>
            <a:ext cx="2037167" cy="1122984"/>
          </a:xfrm>
          <a:custGeom>
            <a:avLst/>
            <a:gdLst>
              <a:gd name="T0" fmla="*/ 438 w 438"/>
              <a:gd name="T1" fmla="*/ 0 h 187"/>
              <a:gd name="T2" fmla="*/ 249 w 438"/>
              <a:gd name="T3" fmla="*/ 187 h 187"/>
              <a:gd name="T4" fmla="*/ 0 w 438"/>
              <a:gd name="T5" fmla="*/ 187 h 187"/>
              <a:gd name="T6" fmla="*/ 190 w 438"/>
              <a:gd name="T7" fmla="*/ 0 h 187"/>
              <a:gd name="T8" fmla="*/ 438 w 438"/>
              <a:gd name="T9" fmla="*/ 0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8" h="187">
                <a:moveTo>
                  <a:pt x="438" y="0"/>
                </a:moveTo>
                <a:lnTo>
                  <a:pt x="249" y="187"/>
                </a:lnTo>
                <a:lnTo>
                  <a:pt x="0" y="187"/>
                </a:lnTo>
                <a:lnTo>
                  <a:pt x="190" y="0"/>
                </a:lnTo>
                <a:lnTo>
                  <a:pt x="438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Freeform 127">
            <a:extLst>
              <a:ext uri="{FF2B5EF4-FFF2-40B4-BE49-F238E27FC236}">
                <a16:creationId xmlns:a16="http://schemas.microsoft.com/office/drawing/2014/main" id="{A16E8E66-007F-42A2-90E0-1E6DD0D82191}"/>
              </a:ext>
            </a:extLst>
          </p:cNvPr>
          <p:cNvSpPr>
            <a:spLocks/>
          </p:cNvSpPr>
          <p:nvPr/>
        </p:nvSpPr>
        <p:spPr bwMode="auto">
          <a:xfrm>
            <a:off x="5246404" y="9025897"/>
            <a:ext cx="1995309" cy="1261103"/>
          </a:xfrm>
          <a:custGeom>
            <a:avLst/>
            <a:gdLst>
              <a:gd name="T0" fmla="*/ 429 w 429"/>
              <a:gd name="T1" fmla="*/ 0 h 210"/>
              <a:gd name="T2" fmla="*/ 218 w 429"/>
              <a:gd name="T3" fmla="*/ 210 h 210"/>
              <a:gd name="T4" fmla="*/ 0 w 429"/>
              <a:gd name="T5" fmla="*/ 210 h 210"/>
              <a:gd name="T6" fmla="*/ 211 w 429"/>
              <a:gd name="T7" fmla="*/ 0 h 210"/>
              <a:gd name="T8" fmla="*/ 429 w 429"/>
              <a:gd name="T9" fmla="*/ 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9" h="210">
                <a:moveTo>
                  <a:pt x="429" y="0"/>
                </a:moveTo>
                <a:lnTo>
                  <a:pt x="218" y="210"/>
                </a:lnTo>
                <a:lnTo>
                  <a:pt x="0" y="210"/>
                </a:lnTo>
                <a:lnTo>
                  <a:pt x="211" y="0"/>
                </a:lnTo>
                <a:lnTo>
                  <a:pt x="429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" name="Freeform 128">
            <a:extLst>
              <a:ext uri="{FF2B5EF4-FFF2-40B4-BE49-F238E27FC236}">
                <a16:creationId xmlns:a16="http://schemas.microsoft.com/office/drawing/2014/main" id="{22BADEDD-65CC-448D-9696-69122860EC84}"/>
              </a:ext>
            </a:extLst>
          </p:cNvPr>
          <p:cNvSpPr>
            <a:spLocks/>
          </p:cNvSpPr>
          <p:nvPr/>
        </p:nvSpPr>
        <p:spPr bwMode="auto">
          <a:xfrm>
            <a:off x="4190613" y="8341298"/>
            <a:ext cx="2199956" cy="1945702"/>
          </a:xfrm>
          <a:custGeom>
            <a:avLst/>
            <a:gdLst>
              <a:gd name="T0" fmla="*/ 473 w 473"/>
              <a:gd name="T1" fmla="*/ 0 h 324"/>
              <a:gd name="T2" fmla="*/ 149 w 473"/>
              <a:gd name="T3" fmla="*/ 324 h 324"/>
              <a:gd name="T4" fmla="*/ 0 w 473"/>
              <a:gd name="T5" fmla="*/ 324 h 324"/>
              <a:gd name="T6" fmla="*/ 324 w 473"/>
              <a:gd name="T7" fmla="*/ 0 h 324"/>
              <a:gd name="T8" fmla="*/ 473 w 473"/>
              <a:gd name="T9" fmla="*/ 0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3" h="324">
                <a:moveTo>
                  <a:pt x="473" y="0"/>
                </a:moveTo>
                <a:lnTo>
                  <a:pt x="149" y="324"/>
                </a:lnTo>
                <a:lnTo>
                  <a:pt x="0" y="324"/>
                </a:lnTo>
                <a:lnTo>
                  <a:pt x="324" y="0"/>
                </a:lnTo>
                <a:lnTo>
                  <a:pt x="473" y="0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78F5FC-BED6-4758-888A-EA3FB4CDB5F7}"/>
              </a:ext>
            </a:extLst>
          </p:cNvPr>
          <p:cNvSpPr txBox="1"/>
          <p:nvPr/>
        </p:nvSpPr>
        <p:spPr>
          <a:xfrm>
            <a:off x="4965866" y="3335703"/>
            <a:ext cx="8077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+mj-lt"/>
              </a:rPr>
              <a:t>VIVID TEMPLATE</a:t>
            </a:r>
            <a:endParaRPr lang="uk-UA" sz="7200" dirty="0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0"/>
              </a:gra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BDD437-7719-4546-B2F8-76C463E8B295}"/>
              </a:ext>
            </a:extLst>
          </p:cNvPr>
          <p:cNvSpPr txBox="1"/>
          <p:nvPr/>
        </p:nvSpPr>
        <p:spPr>
          <a:xfrm>
            <a:off x="4965866" y="4536032"/>
            <a:ext cx="74547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</p:spTree>
    <p:extLst>
      <p:ext uri="{BB962C8B-B14F-4D97-AF65-F5344CB8AC3E}">
        <p14:creationId xmlns:p14="http://schemas.microsoft.com/office/powerpoint/2010/main" val="286798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2">
            <a:extLst>
              <a:ext uri="{FF2B5EF4-FFF2-40B4-BE49-F238E27FC236}">
                <a16:creationId xmlns:a16="http://schemas.microsoft.com/office/drawing/2014/main" id="{6C65E12C-E2BC-43E9-9284-C67ED343D744}"/>
              </a:ext>
            </a:extLst>
          </p:cNvPr>
          <p:cNvSpPr>
            <a:spLocks/>
          </p:cNvSpPr>
          <p:nvPr/>
        </p:nvSpPr>
        <p:spPr bwMode="auto">
          <a:xfrm>
            <a:off x="0" y="5927186"/>
            <a:ext cx="3376675" cy="4359814"/>
          </a:xfrm>
          <a:custGeom>
            <a:avLst/>
            <a:gdLst>
              <a:gd name="T0" fmla="*/ 726 w 726"/>
              <a:gd name="T1" fmla="*/ 726 h 726"/>
              <a:gd name="T2" fmla="*/ 0 w 726"/>
              <a:gd name="T3" fmla="*/ 726 h 726"/>
              <a:gd name="T4" fmla="*/ 0 w 726"/>
              <a:gd name="T5" fmla="*/ 0 h 726"/>
              <a:gd name="T6" fmla="*/ 726 w 726"/>
              <a:gd name="T7" fmla="*/ 726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26" h="726">
                <a:moveTo>
                  <a:pt x="726" y="726"/>
                </a:moveTo>
                <a:lnTo>
                  <a:pt x="0" y="726"/>
                </a:lnTo>
                <a:lnTo>
                  <a:pt x="0" y="0"/>
                </a:lnTo>
                <a:lnTo>
                  <a:pt x="726" y="726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A43F98F5-8FC6-4B37-8C1E-1DC4AC7C3EFB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8162624" cy="10287000"/>
          </a:xfrm>
          <a:custGeom>
            <a:avLst/>
            <a:gdLst>
              <a:gd name="T0" fmla="*/ 1755 w 1755"/>
              <a:gd name="T1" fmla="*/ 0 h 1713"/>
              <a:gd name="T2" fmla="*/ 419 w 1755"/>
              <a:gd name="T3" fmla="*/ 1339 h 1713"/>
              <a:gd name="T4" fmla="*/ 42 w 1755"/>
              <a:gd name="T5" fmla="*/ 1713 h 1713"/>
              <a:gd name="T6" fmla="*/ 0 w 1755"/>
              <a:gd name="T7" fmla="*/ 1713 h 1713"/>
              <a:gd name="T8" fmla="*/ 0 w 1755"/>
              <a:gd name="T9" fmla="*/ 0 h 1713"/>
              <a:gd name="T10" fmla="*/ 1755 w 1755"/>
              <a:gd name="T11" fmla="*/ 0 h 1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55" h="1713">
                <a:moveTo>
                  <a:pt x="1755" y="0"/>
                </a:moveTo>
                <a:lnTo>
                  <a:pt x="419" y="1339"/>
                </a:lnTo>
                <a:lnTo>
                  <a:pt x="42" y="1713"/>
                </a:lnTo>
                <a:lnTo>
                  <a:pt x="0" y="1713"/>
                </a:lnTo>
                <a:lnTo>
                  <a:pt x="0" y="0"/>
                </a:lnTo>
                <a:lnTo>
                  <a:pt x="1755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F0374DDE-95C4-4234-95E7-220ADC08F4F2}"/>
              </a:ext>
            </a:extLst>
          </p:cNvPr>
          <p:cNvSpPr>
            <a:spLocks/>
          </p:cNvSpPr>
          <p:nvPr/>
        </p:nvSpPr>
        <p:spPr bwMode="auto">
          <a:xfrm>
            <a:off x="15646190" y="6876016"/>
            <a:ext cx="2641806" cy="3410984"/>
          </a:xfrm>
          <a:custGeom>
            <a:avLst/>
            <a:gdLst>
              <a:gd name="T0" fmla="*/ 568 w 568"/>
              <a:gd name="T1" fmla="*/ 0 h 568"/>
              <a:gd name="T2" fmla="*/ 568 w 568"/>
              <a:gd name="T3" fmla="*/ 568 h 568"/>
              <a:gd name="T4" fmla="*/ 0 w 568"/>
              <a:gd name="T5" fmla="*/ 568 h 568"/>
              <a:gd name="T6" fmla="*/ 568 w 568"/>
              <a:gd name="T7" fmla="*/ 0 h 5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8" h="568">
                <a:moveTo>
                  <a:pt x="568" y="0"/>
                </a:moveTo>
                <a:lnTo>
                  <a:pt x="568" y="568"/>
                </a:lnTo>
                <a:lnTo>
                  <a:pt x="0" y="568"/>
                </a:lnTo>
                <a:lnTo>
                  <a:pt x="568" y="0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115">
            <a:extLst>
              <a:ext uri="{FF2B5EF4-FFF2-40B4-BE49-F238E27FC236}">
                <a16:creationId xmlns:a16="http://schemas.microsoft.com/office/drawing/2014/main" id="{41CFBB0B-C6BC-4ABC-BFE6-3CFCDD172FDE}"/>
              </a:ext>
            </a:extLst>
          </p:cNvPr>
          <p:cNvSpPr>
            <a:spLocks/>
          </p:cNvSpPr>
          <p:nvPr/>
        </p:nvSpPr>
        <p:spPr bwMode="auto">
          <a:xfrm>
            <a:off x="15790374" y="0"/>
            <a:ext cx="2497625" cy="2155888"/>
          </a:xfrm>
          <a:custGeom>
            <a:avLst/>
            <a:gdLst>
              <a:gd name="T0" fmla="*/ 537 w 537"/>
              <a:gd name="T1" fmla="*/ 0 h 359"/>
              <a:gd name="T2" fmla="*/ 537 w 537"/>
              <a:gd name="T3" fmla="*/ 9 h 359"/>
              <a:gd name="T4" fmla="*/ 185 w 537"/>
              <a:gd name="T5" fmla="*/ 359 h 359"/>
              <a:gd name="T6" fmla="*/ 0 w 537"/>
              <a:gd name="T7" fmla="*/ 359 h 359"/>
              <a:gd name="T8" fmla="*/ 360 w 537"/>
              <a:gd name="T9" fmla="*/ 0 h 359"/>
              <a:gd name="T10" fmla="*/ 537 w 537"/>
              <a:gd name="T11" fmla="*/ 0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37" h="359">
                <a:moveTo>
                  <a:pt x="537" y="0"/>
                </a:moveTo>
                <a:lnTo>
                  <a:pt x="537" y="9"/>
                </a:lnTo>
                <a:lnTo>
                  <a:pt x="185" y="359"/>
                </a:lnTo>
                <a:lnTo>
                  <a:pt x="0" y="359"/>
                </a:lnTo>
                <a:lnTo>
                  <a:pt x="360" y="0"/>
                </a:lnTo>
                <a:lnTo>
                  <a:pt x="537" y="0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6" name="Freeform 116">
            <a:extLst>
              <a:ext uri="{FF2B5EF4-FFF2-40B4-BE49-F238E27FC236}">
                <a16:creationId xmlns:a16="http://schemas.microsoft.com/office/drawing/2014/main" id="{E7D401D4-1912-41FF-B2E0-9BB9A5CB91F1}"/>
              </a:ext>
            </a:extLst>
          </p:cNvPr>
          <p:cNvSpPr>
            <a:spLocks/>
          </p:cNvSpPr>
          <p:nvPr/>
        </p:nvSpPr>
        <p:spPr bwMode="auto">
          <a:xfrm>
            <a:off x="8869587" y="0"/>
            <a:ext cx="1692988" cy="1074942"/>
          </a:xfrm>
          <a:custGeom>
            <a:avLst/>
            <a:gdLst>
              <a:gd name="T0" fmla="*/ 364 w 364"/>
              <a:gd name="T1" fmla="*/ 0 h 179"/>
              <a:gd name="T2" fmla="*/ 184 w 364"/>
              <a:gd name="T3" fmla="*/ 179 h 179"/>
              <a:gd name="T4" fmla="*/ 0 w 364"/>
              <a:gd name="T5" fmla="*/ 179 h 179"/>
              <a:gd name="T6" fmla="*/ 180 w 364"/>
              <a:gd name="T7" fmla="*/ 0 h 179"/>
              <a:gd name="T8" fmla="*/ 364 w 364"/>
              <a:gd name="T9" fmla="*/ 0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4" h="179">
                <a:moveTo>
                  <a:pt x="364" y="0"/>
                </a:moveTo>
                <a:lnTo>
                  <a:pt x="184" y="179"/>
                </a:lnTo>
                <a:lnTo>
                  <a:pt x="0" y="179"/>
                </a:lnTo>
                <a:lnTo>
                  <a:pt x="180" y="0"/>
                </a:lnTo>
                <a:lnTo>
                  <a:pt x="364" y="0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7" name="Freeform 117">
            <a:extLst>
              <a:ext uri="{FF2B5EF4-FFF2-40B4-BE49-F238E27FC236}">
                <a16:creationId xmlns:a16="http://schemas.microsoft.com/office/drawing/2014/main" id="{A545D1B4-643E-4039-950B-6343DDA6799D}"/>
              </a:ext>
            </a:extLst>
          </p:cNvPr>
          <p:cNvSpPr>
            <a:spLocks/>
          </p:cNvSpPr>
          <p:nvPr/>
        </p:nvSpPr>
        <p:spPr bwMode="auto">
          <a:xfrm>
            <a:off x="15241549" y="0"/>
            <a:ext cx="2037167" cy="1134995"/>
          </a:xfrm>
          <a:custGeom>
            <a:avLst/>
            <a:gdLst>
              <a:gd name="T0" fmla="*/ 438 w 438"/>
              <a:gd name="T1" fmla="*/ 0 h 189"/>
              <a:gd name="T2" fmla="*/ 248 w 438"/>
              <a:gd name="T3" fmla="*/ 189 h 189"/>
              <a:gd name="T4" fmla="*/ 0 w 438"/>
              <a:gd name="T5" fmla="*/ 189 h 189"/>
              <a:gd name="T6" fmla="*/ 189 w 438"/>
              <a:gd name="T7" fmla="*/ 0 h 189"/>
              <a:gd name="T8" fmla="*/ 438 w 438"/>
              <a:gd name="T9" fmla="*/ 0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8" h="189">
                <a:moveTo>
                  <a:pt x="438" y="0"/>
                </a:moveTo>
                <a:lnTo>
                  <a:pt x="248" y="189"/>
                </a:lnTo>
                <a:lnTo>
                  <a:pt x="0" y="189"/>
                </a:lnTo>
                <a:lnTo>
                  <a:pt x="189" y="0"/>
                </a:lnTo>
                <a:lnTo>
                  <a:pt x="438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8" name="Freeform 118">
            <a:extLst>
              <a:ext uri="{FF2B5EF4-FFF2-40B4-BE49-F238E27FC236}">
                <a16:creationId xmlns:a16="http://schemas.microsoft.com/office/drawing/2014/main" id="{D94DF002-9389-444E-98E8-C2A24DEC026A}"/>
              </a:ext>
            </a:extLst>
          </p:cNvPr>
          <p:cNvSpPr>
            <a:spLocks/>
          </p:cNvSpPr>
          <p:nvPr/>
        </p:nvSpPr>
        <p:spPr bwMode="auto">
          <a:xfrm>
            <a:off x="9385854" y="0"/>
            <a:ext cx="1892986" cy="1843615"/>
          </a:xfrm>
          <a:custGeom>
            <a:avLst/>
            <a:gdLst>
              <a:gd name="T0" fmla="*/ 407 w 407"/>
              <a:gd name="T1" fmla="*/ 0 h 307"/>
              <a:gd name="T2" fmla="*/ 102 w 407"/>
              <a:gd name="T3" fmla="*/ 307 h 307"/>
              <a:gd name="T4" fmla="*/ 0 w 407"/>
              <a:gd name="T5" fmla="*/ 307 h 307"/>
              <a:gd name="T6" fmla="*/ 305 w 407"/>
              <a:gd name="T7" fmla="*/ 0 h 307"/>
              <a:gd name="T8" fmla="*/ 407 w 407"/>
              <a:gd name="T9" fmla="*/ 0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7" h="307">
                <a:moveTo>
                  <a:pt x="407" y="0"/>
                </a:moveTo>
                <a:lnTo>
                  <a:pt x="102" y="307"/>
                </a:lnTo>
                <a:lnTo>
                  <a:pt x="0" y="307"/>
                </a:lnTo>
                <a:lnTo>
                  <a:pt x="305" y="0"/>
                </a:lnTo>
                <a:lnTo>
                  <a:pt x="407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9" name="Freeform 119">
            <a:extLst>
              <a:ext uri="{FF2B5EF4-FFF2-40B4-BE49-F238E27FC236}">
                <a16:creationId xmlns:a16="http://schemas.microsoft.com/office/drawing/2014/main" id="{21ECBB96-E42C-4C42-987A-8F7D20193447}"/>
              </a:ext>
            </a:extLst>
          </p:cNvPr>
          <p:cNvSpPr>
            <a:spLocks/>
          </p:cNvSpPr>
          <p:nvPr/>
        </p:nvSpPr>
        <p:spPr bwMode="auto">
          <a:xfrm>
            <a:off x="7878908" y="8641561"/>
            <a:ext cx="2595295" cy="1645439"/>
          </a:xfrm>
          <a:custGeom>
            <a:avLst/>
            <a:gdLst>
              <a:gd name="T0" fmla="*/ 558 w 558"/>
              <a:gd name="T1" fmla="*/ 0 h 274"/>
              <a:gd name="T2" fmla="*/ 284 w 558"/>
              <a:gd name="T3" fmla="*/ 274 h 274"/>
              <a:gd name="T4" fmla="*/ 0 w 558"/>
              <a:gd name="T5" fmla="*/ 274 h 274"/>
              <a:gd name="T6" fmla="*/ 274 w 558"/>
              <a:gd name="T7" fmla="*/ 0 h 274"/>
              <a:gd name="T8" fmla="*/ 558 w 558"/>
              <a:gd name="T9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74">
                <a:moveTo>
                  <a:pt x="558" y="0"/>
                </a:moveTo>
                <a:lnTo>
                  <a:pt x="284" y="274"/>
                </a:lnTo>
                <a:lnTo>
                  <a:pt x="0" y="274"/>
                </a:lnTo>
                <a:lnTo>
                  <a:pt x="274" y="0"/>
                </a:lnTo>
                <a:lnTo>
                  <a:pt x="558" y="0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120">
            <a:extLst>
              <a:ext uri="{FF2B5EF4-FFF2-40B4-BE49-F238E27FC236}">
                <a16:creationId xmlns:a16="http://schemas.microsoft.com/office/drawing/2014/main" id="{9FDEA3ED-D393-49E6-8027-44A54D9A281E}"/>
              </a:ext>
            </a:extLst>
          </p:cNvPr>
          <p:cNvSpPr>
            <a:spLocks/>
          </p:cNvSpPr>
          <p:nvPr/>
        </p:nvSpPr>
        <p:spPr bwMode="auto">
          <a:xfrm>
            <a:off x="9562594" y="8341298"/>
            <a:ext cx="2199956" cy="1945702"/>
          </a:xfrm>
          <a:custGeom>
            <a:avLst/>
            <a:gdLst>
              <a:gd name="T0" fmla="*/ 473 w 473"/>
              <a:gd name="T1" fmla="*/ 0 h 324"/>
              <a:gd name="T2" fmla="*/ 149 w 473"/>
              <a:gd name="T3" fmla="*/ 324 h 324"/>
              <a:gd name="T4" fmla="*/ 0 w 473"/>
              <a:gd name="T5" fmla="*/ 324 h 324"/>
              <a:gd name="T6" fmla="*/ 324 w 473"/>
              <a:gd name="T7" fmla="*/ 0 h 324"/>
              <a:gd name="T8" fmla="*/ 473 w 473"/>
              <a:gd name="T9" fmla="*/ 0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3" h="324">
                <a:moveTo>
                  <a:pt x="473" y="0"/>
                </a:moveTo>
                <a:lnTo>
                  <a:pt x="149" y="324"/>
                </a:lnTo>
                <a:lnTo>
                  <a:pt x="0" y="324"/>
                </a:lnTo>
                <a:lnTo>
                  <a:pt x="324" y="0"/>
                </a:lnTo>
                <a:lnTo>
                  <a:pt x="473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FCD54C-7885-4B59-BE36-4BB7949E02CE}"/>
              </a:ext>
            </a:extLst>
          </p:cNvPr>
          <p:cNvSpPr txBox="1"/>
          <p:nvPr/>
        </p:nvSpPr>
        <p:spPr>
          <a:xfrm>
            <a:off x="5342174" y="4152900"/>
            <a:ext cx="1103613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200" dirty="0">
                <a:gradFill>
                  <a:gsLst>
                    <a:gs pos="0">
                      <a:schemeClr val="accent3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+mj-lt"/>
              </a:rPr>
              <a:t>VIVID TEMPLATE</a:t>
            </a:r>
            <a:endParaRPr lang="uk-UA" sz="10200" dirty="0">
              <a:gradFill>
                <a:gsLst>
                  <a:gs pos="0">
                    <a:schemeClr val="accent3"/>
                  </a:gs>
                  <a:gs pos="100000">
                    <a:schemeClr val="accent5"/>
                  </a:gs>
                </a:gsLst>
                <a:lin ang="0" scaled="0"/>
              </a:gradFill>
              <a:latin typeface="+mj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AA3BA0-3ACC-41F3-9DF1-30D831F42DA9}"/>
              </a:ext>
            </a:extLst>
          </p:cNvPr>
          <p:cNvSpPr txBox="1"/>
          <p:nvPr/>
        </p:nvSpPr>
        <p:spPr>
          <a:xfrm>
            <a:off x="11431782" y="5654527"/>
            <a:ext cx="48283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600" dirty="0">
                <a:solidFill>
                  <a:schemeClr val="tx2">
                    <a:lumMod val="75000"/>
                  </a:schemeClr>
                </a:solidFill>
                <a:latin typeface="+mj-lt"/>
                <a:ea typeface="Roboto Black" panose="02000000000000000000" pitchFamily="2" charset="0"/>
              </a:rPr>
              <a:t>2020</a:t>
            </a:r>
            <a:endParaRPr lang="uk-UA" sz="6600" dirty="0">
              <a:solidFill>
                <a:schemeClr val="tx2">
                  <a:lumMod val="75000"/>
                </a:schemeClr>
              </a:solidFill>
              <a:latin typeface="+mj-lt"/>
              <a:ea typeface="Roboto Black" panose="020000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63811D-220F-45F7-B4CF-EC8A50F2043B}"/>
              </a:ext>
            </a:extLst>
          </p:cNvPr>
          <p:cNvSpPr txBox="1"/>
          <p:nvPr/>
        </p:nvSpPr>
        <p:spPr>
          <a:xfrm rot="18489308">
            <a:off x="-20084" y="2612913"/>
            <a:ext cx="69116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Vivid is a creative multipurpose presentation template. Advance, clean and professional</a:t>
            </a:r>
          </a:p>
        </p:txBody>
      </p:sp>
    </p:spTree>
    <p:extLst>
      <p:ext uri="{BB962C8B-B14F-4D97-AF65-F5344CB8AC3E}">
        <p14:creationId xmlns:p14="http://schemas.microsoft.com/office/powerpoint/2010/main" val="378590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D0A9EDE-1EEA-48ED-9871-8296BC549582}"/>
              </a:ext>
            </a:extLst>
          </p:cNvPr>
          <p:cNvSpPr/>
          <p:nvPr/>
        </p:nvSpPr>
        <p:spPr>
          <a:xfrm>
            <a:off x="-990600" y="6767586"/>
            <a:ext cx="10487685" cy="7038828"/>
          </a:xfrm>
          <a:custGeom>
            <a:avLst/>
            <a:gdLst>
              <a:gd name="connsiteX0" fmla="*/ 509635 w 10487685"/>
              <a:gd name="connsiteY0" fmla="*/ 6046754 h 7038828"/>
              <a:gd name="connsiteX1" fmla="*/ 187114 w 10487685"/>
              <a:gd name="connsiteY1" fmla="*/ 2752078 h 7038828"/>
              <a:gd name="connsiteX2" fmla="*/ 2360409 w 10487685"/>
              <a:gd name="connsiteY2" fmla="*/ 57788 h 7038828"/>
              <a:gd name="connsiteX3" fmla="*/ 5972644 w 10487685"/>
              <a:gd name="connsiteY3" fmla="*/ 2816582 h 7038828"/>
              <a:gd name="connsiteX4" fmla="*/ 10423433 w 10487685"/>
              <a:gd name="connsiteY4" fmla="*/ 5262780 h 7038828"/>
              <a:gd name="connsiteX5" fmla="*/ 2653159 w 10487685"/>
              <a:gd name="connsiteY5" fmla="*/ 6205534 h 7038828"/>
              <a:gd name="connsiteX6" fmla="*/ 509635 w 10487685"/>
              <a:gd name="connsiteY6" fmla="*/ 6046754 h 7038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7685" h="7038828">
                <a:moveTo>
                  <a:pt x="509635" y="6046754"/>
                </a:moveTo>
                <a:cubicBezTo>
                  <a:pt x="-41131" y="5039497"/>
                  <a:pt x="-140369" y="3853611"/>
                  <a:pt x="187114" y="2752078"/>
                </a:cubicBezTo>
                <a:cubicBezTo>
                  <a:pt x="569178" y="1481842"/>
                  <a:pt x="1313457" y="-349084"/>
                  <a:pt x="2360409" y="57788"/>
                </a:cubicBezTo>
                <a:cubicBezTo>
                  <a:pt x="3933319" y="668097"/>
                  <a:pt x="2603540" y="3794069"/>
                  <a:pt x="5972644" y="2816582"/>
                </a:cubicBezTo>
                <a:cubicBezTo>
                  <a:pt x="9341747" y="1839096"/>
                  <a:pt x="10825343" y="3794069"/>
                  <a:pt x="10423433" y="5262780"/>
                </a:cubicBezTo>
                <a:cubicBezTo>
                  <a:pt x="10021522" y="6731490"/>
                  <a:pt x="4067289" y="3744451"/>
                  <a:pt x="2653159" y="6205534"/>
                </a:cubicBezTo>
                <a:cubicBezTo>
                  <a:pt x="1849338" y="7609740"/>
                  <a:pt x="1040554" y="7019279"/>
                  <a:pt x="509635" y="6046754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2248914-64E2-4235-A533-3A279A206D2A}"/>
              </a:ext>
            </a:extLst>
          </p:cNvPr>
          <p:cNvSpPr/>
          <p:nvPr/>
        </p:nvSpPr>
        <p:spPr>
          <a:xfrm>
            <a:off x="-3505200" y="-3472391"/>
            <a:ext cx="8321332" cy="6944781"/>
          </a:xfrm>
          <a:custGeom>
            <a:avLst/>
            <a:gdLst>
              <a:gd name="connsiteX0" fmla="*/ 5822222 w 8321332"/>
              <a:gd name="connsiteY0" fmla="*/ 136314 h 6944781"/>
              <a:gd name="connsiteX1" fmla="*/ 7772234 w 8321332"/>
              <a:gd name="connsiteY1" fmla="*/ 1932508 h 6944781"/>
              <a:gd name="connsiteX2" fmla="*/ 7846662 w 8321332"/>
              <a:gd name="connsiteY2" fmla="*/ 4750845 h 6944781"/>
              <a:gd name="connsiteX3" fmla="*/ 4120304 w 8321332"/>
              <a:gd name="connsiteY3" fmla="*/ 5098175 h 6944781"/>
              <a:gd name="connsiteX4" fmla="*/ 36693 w 8321332"/>
              <a:gd name="connsiteY4" fmla="*/ 6100471 h 6944781"/>
              <a:gd name="connsiteX5" fmla="*/ 4398168 w 8321332"/>
              <a:gd name="connsiteY5" fmla="*/ 1232886 h 6944781"/>
              <a:gd name="connsiteX6" fmla="*/ 5822222 w 8321332"/>
              <a:gd name="connsiteY6" fmla="*/ 136314 h 69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21332" h="6944781">
                <a:moveTo>
                  <a:pt x="5822222" y="136314"/>
                </a:moveTo>
                <a:cubicBezTo>
                  <a:pt x="6700472" y="434026"/>
                  <a:pt x="7395132" y="1088992"/>
                  <a:pt x="7772234" y="1932508"/>
                </a:cubicBezTo>
                <a:cubicBezTo>
                  <a:pt x="8208877" y="2905033"/>
                  <a:pt x="8714987" y="4413438"/>
                  <a:pt x="7846662" y="4750845"/>
                </a:cubicBezTo>
                <a:cubicBezTo>
                  <a:pt x="6541692" y="5251993"/>
                  <a:pt x="5708100" y="2647016"/>
                  <a:pt x="4120304" y="5098175"/>
                </a:cubicBezTo>
                <a:cubicBezTo>
                  <a:pt x="2532509" y="7554296"/>
                  <a:pt x="567612" y="7202004"/>
                  <a:pt x="36693" y="6100471"/>
                </a:cubicBezTo>
                <a:cubicBezTo>
                  <a:pt x="-489265" y="5003900"/>
                  <a:pt x="4819926" y="3490532"/>
                  <a:pt x="4398168" y="1232886"/>
                </a:cubicBezTo>
                <a:cubicBezTo>
                  <a:pt x="4155037" y="-57198"/>
                  <a:pt x="4973744" y="-156435"/>
                  <a:pt x="5822222" y="136314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627849F-1E43-400F-AD1A-1474A0539E23}"/>
              </a:ext>
            </a:extLst>
          </p:cNvPr>
          <p:cNvSpPr/>
          <p:nvPr/>
        </p:nvSpPr>
        <p:spPr>
          <a:xfrm rot="266626">
            <a:off x="15163800" y="6819900"/>
            <a:ext cx="7937765" cy="5758850"/>
          </a:xfrm>
          <a:custGeom>
            <a:avLst/>
            <a:gdLst>
              <a:gd name="connsiteX0" fmla="*/ 2143743 w 10744581"/>
              <a:gd name="connsiteY0" fmla="*/ 7795083 h 7795195"/>
              <a:gd name="connsiteX1" fmla="*/ 675033 w 10744581"/>
              <a:gd name="connsiteY1" fmla="*/ 7328667 h 7795195"/>
              <a:gd name="connsiteX2" fmla="*/ 220 w 10744581"/>
              <a:gd name="connsiteY2" fmla="*/ 6093164 h 7795195"/>
              <a:gd name="connsiteX3" fmla="*/ 2724281 w 10744581"/>
              <a:gd name="connsiteY3" fmla="*/ 3230171 h 7795195"/>
              <a:gd name="connsiteX4" fmla="*/ 3071612 w 10744581"/>
              <a:gd name="connsiteY4" fmla="*/ 0 h 7795195"/>
              <a:gd name="connsiteX5" fmla="*/ 7507516 w 10744581"/>
              <a:gd name="connsiteY5" fmla="*/ 3612234 h 7795195"/>
              <a:gd name="connsiteX6" fmla="*/ 10246461 w 10744581"/>
              <a:gd name="connsiteY6" fmla="*/ 6440495 h 7795195"/>
              <a:gd name="connsiteX7" fmla="*/ 5373915 w 10744581"/>
              <a:gd name="connsiteY7" fmla="*/ 6500037 h 7795195"/>
              <a:gd name="connsiteX8" fmla="*/ 2143743 w 10744581"/>
              <a:gd name="connsiteY8" fmla="*/ 7795083 h 779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4581" h="7795195">
                <a:moveTo>
                  <a:pt x="2143743" y="7795083"/>
                </a:moveTo>
                <a:cubicBezTo>
                  <a:pt x="1617787" y="7800044"/>
                  <a:pt x="1096791" y="7641265"/>
                  <a:pt x="675033" y="7328667"/>
                </a:cubicBezTo>
                <a:cubicBezTo>
                  <a:pt x="317779" y="7060727"/>
                  <a:pt x="-9704" y="6658816"/>
                  <a:pt x="220" y="6093164"/>
                </a:cubicBezTo>
                <a:cubicBezTo>
                  <a:pt x="20067" y="4837814"/>
                  <a:pt x="3681920" y="5254610"/>
                  <a:pt x="2724281" y="3230171"/>
                </a:cubicBezTo>
                <a:cubicBezTo>
                  <a:pt x="1761681" y="1205732"/>
                  <a:pt x="1712062" y="0"/>
                  <a:pt x="3071612" y="0"/>
                </a:cubicBezTo>
                <a:cubicBezTo>
                  <a:pt x="4431161" y="0"/>
                  <a:pt x="4957119" y="5080945"/>
                  <a:pt x="7507516" y="3612234"/>
                </a:cubicBezTo>
                <a:cubicBezTo>
                  <a:pt x="10057911" y="2143524"/>
                  <a:pt x="11591127" y="5358810"/>
                  <a:pt x="10246461" y="6440495"/>
                </a:cubicBezTo>
                <a:cubicBezTo>
                  <a:pt x="8901798" y="7522181"/>
                  <a:pt x="6108271" y="5120639"/>
                  <a:pt x="5373915" y="6500037"/>
                </a:cubicBezTo>
                <a:cubicBezTo>
                  <a:pt x="4823148" y="7542028"/>
                  <a:pt x="3141077" y="7785159"/>
                  <a:pt x="2143743" y="7795083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F61430E-7F02-4AFC-B6A7-CC91AD8186B1}"/>
              </a:ext>
            </a:extLst>
          </p:cNvPr>
          <p:cNvSpPr/>
          <p:nvPr/>
        </p:nvSpPr>
        <p:spPr>
          <a:xfrm>
            <a:off x="13043802" y="-3775183"/>
            <a:ext cx="7937765" cy="8183419"/>
          </a:xfrm>
          <a:custGeom>
            <a:avLst/>
            <a:gdLst>
              <a:gd name="connsiteX0" fmla="*/ 6632754 w 7937765"/>
              <a:gd name="connsiteY0" fmla="*/ 4202238 h 8183419"/>
              <a:gd name="connsiteX1" fmla="*/ 4360221 w 7937765"/>
              <a:gd name="connsiteY1" fmla="*/ 922448 h 8183419"/>
              <a:gd name="connsiteX2" fmla="*/ 3278536 w 7937765"/>
              <a:gd name="connsiteY2" fmla="*/ 59084 h 8183419"/>
              <a:gd name="connsiteX3" fmla="*/ 2866702 w 7937765"/>
              <a:gd name="connsiteY3" fmla="*/ 2554900 h 8183419"/>
              <a:gd name="connsiteX4" fmla="*/ 251801 w 7937765"/>
              <a:gd name="connsiteY4" fmla="*/ 4514835 h 8183419"/>
              <a:gd name="connsiteX5" fmla="*/ 4027778 w 7937765"/>
              <a:gd name="connsiteY5" fmla="*/ 4698424 h 8183419"/>
              <a:gd name="connsiteX6" fmla="*/ 4573582 w 7937765"/>
              <a:gd name="connsiteY6" fmla="*/ 7715235 h 8183419"/>
              <a:gd name="connsiteX7" fmla="*/ 7873220 w 7937765"/>
              <a:gd name="connsiteY7" fmla="*/ 6246524 h 8183419"/>
              <a:gd name="connsiteX8" fmla="*/ 6632754 w 7937765"/>
              <a:gd name="connsiteY8" fmla="*/ 4202238 h 8183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37765" h="8183419">
                <a:moveTo>
                  <a:pt x="6632754" y="4202238"/>
                </a:moveTo>
                <a:cubicBezTo>
                  <a:pt x="5665192" y="3269408"/>
                  <a:pt x="4901065" y="2152989"/>
                  <a:pt x="4360221" y="922448"/>
                </a:cubicBezTo>
                <a:cubicBezTo>
                  <a:pt x="4112128" y="341910"/>
                  <a:pt x="3739989" y="-179085"/>
                  <a:pt x="3278536" y="59084"/>
                </a:cubicBezTo>
                <a:cubicBezTo>
                  <a:pt x="2365554" y="535423"/>
                  <a:pt x="3715179" y="2227417"/>
                  <a:pt x="2866702" y="2554900"/>
                </a:cubicBezTo>
                <a:cubicBezTo>
                  <a:pt x="2018224" y="2882383"/>
                  <a:pt x="-859655" y="3090781"/>
                  <a:pt x="251801" y="4514835"/>
                </a:cubicBezTo>
                <a:cubicBezTo>
                  <a:pt x="1368220" y="5943851"/>
                  <a:pt x="3010596" y="3577043"/>
                  <a:pt x="4027778" y="4698424"/>
                </a:cubicBezTo>
                <a:cubicBezTo>
                  <a:pt x="5044959" y="5819804"/>
                  <a:pt x="3973197" y="6941185"/>
                  <a:pt x="4573582" y="7715235"/>
                </a:cubicBezTo>
                <a:cubicBezTo>
                  <a:pt x="5173968" y="8489285"/>
                  <a:pt x="8433911" y="8494247"/>
                  <a:pt x="7873220" y="6246524"/>
                </a:cubicBezTo>
                <a:cubicBezTo>
                  <a:pt x="7644974" y="5323618"/>
                  <a:pt x="7158712" y="4708348"/>
                  <a:pt x="6632754" y="4202238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C6E893-36FA-40DB-BF64-C5556AB166EF}"/>
              </a:ext>
            </a:extLst>
          </p:cNvPr>
          <p:cNvSpPr txBox="1"/>
          <p:nvPr/>
        </p:nvSpPr>
        <p:spPr>
          <a:xfrm>
            <a:off x="3837915" y="4536636"/>
            <a:ext cx="106121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6600">
                <a:gradFill>
                  <a:gsLst>
                    <a:gs pos="100000">
                      <a:schemeClr val="accent3"/>
                    </a:gs>
                    <a:gs pos="1000">
                      <a:schemeClr val="accent2"/>
                    </a:gs>
                  </a:gsLst>
                  <a:lin ang="6600000" scaled="0"/>
                </a:gradFill>
                <a:latin typeface="+mj-lt"/>
              </a:defRPr>
            </a:lvl1pPr>
          </a:lstStyle>
          <a:p>
            <a:r>
              <a:rPr lang="en-US" dirty="0"/>
              <a:t>BUSINESS NAME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A79B01-D19D-4410-AD79-305BFD52025C}"/>
              </a:ext>
            </a:extLst>
          </p:cNvPr>
          <p:cNvSpPr txBox="1"/>
          <p:nvPr/>
        </p:nvSpPr>
        <p:spPr>
          <a:xfrm>
            <a:off x="5244200" y="5657972"/>
            <a:ext cx="77996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Source Sans Pro" panose="020B0503030403020204" pitchFamily="34" charset="0"/>
              </a:rPr>
              <a:t>Vivid is a multipurpose presentation template. Advance, clean and professional. </a:t>
            </a:r>
            <a:endParaRPr lang="uk-UA" sz="3600" dirty="0">
              <a:solidFill>
                <a:schemeClr val="tx2">
                  <a:lumMod val="75000"/>
                </a:schemeClr>
              </a:solidFill>
              <a:ea typeface="Source Sans Pro" panose="020B0503030403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A855E1-5C37-4FCC-AEFC-155B2CF1D55D}"/>
              </a:ext>
            </a:extLst>
          </p:cNvPr>
          <p:cNvGrpSpPr/>
          <p:nvPr/>
        </p:nvGrpSpPr>
        <p:grpSpPr>
          <a:xfrm>
            <a:off x="7998915" y="1943100"/>
            <a:ext cx="2290171" cy="2089474"/>
            <a:chOff x="6946697" y="1805162"/>
            <a:chExt cx="3061410" cy="279312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277E1E9-82F5-407D-82D9-48C2F858F107}"/>
                </a:ext>
              </a:extLst>
            </p:cNvPr>
            <p:cNvSpPr/>
            <p:nvPr/>
          </p:nvSpPr>
          <p:spPr>
            <a:xfrm>
              <a:off x="7027347" y="3408224"/>
              <a:ext cx="207506" cy="197574"/>
            </a:xfrm>
            <a:custGeom>
              <a:avLst/>
              <a:gdLst>
                <a:gd name="connsiteX0" fmla="*/ 134965 w 207506"/>
                <a:gd name="connsiteY0" fmla="*/ 7883 h 197574"/>
                <a:gd name="connsiteX1" fmla="*/ 106573 w 207506"/>
                <a:gd name="connsiteY1" fmla="*/ 887 h 197574"/>
                <a:gd name="connsiteX2" fmla="*/ 103693 w 207506"/>
                <a:gd name="connsiteY2" fmla="*/ 476 h 197574"/>
                <a:gd name="connsiteX3" fmla="*/ 0 w 207506"/>
                <a:gd name="connsiteY3" fmla="*/ 47796 h 197574"/>
                <a:gd name="connsiteX4" fmla="*/ 104516 w 207506"/>
                <a:gd name="connsiteY4" fmla="*/ 21050 h 197574"/>
                <a:gd name="connsiteX5" fmla="*/ 118918 w 207506"/>
                <a:gd name="connsiteY5" fmla="*/ 25576 h 197574"/>
                <a:gd name="connsiteX6" fmla="*/ 183520 w 207506"/>
                <a:gd name="connsiteY6" fmla="*/ 173298 h 197574"/>
                <a:gd name="connsiteX7" fmla="*/ 170353 w 207506"/>
                <a:gd name="connsiteY7" fmla="*/ 197575 h 197574"/>
                <a:gd name="connsiteX8" fmla="*/ 199568 w 207506"/>
                <a:gd name="connsiteY8" fmla="*/ 155192 h 197574"/>
                <a:gd name="connsiteX9" fmla="*/ 134965 w 207506"/>
                <a:gd name="connsiteY9" fmla="*/ 7883 h 197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7506" h="197574">
                  <a:moveTo>
                    <a:pt x="134965" y="7883"/>
                  </a:moveTo>
                  <a:cubicBezTo>
                    <a:pt x="125501" y="4179"/>
                    <a:pt x="116037" y="2122"/>
                    <a:pt x="106573" y="887"/>
                  </a:cubicBezTo>
                  <a:lnTo>
                    <a:pt x="103693" y="476"/>
                  </a:lnTo>
                  <a:cubicBezTo>
                    <a:pt x="63368" y="-3227"/>
                    <a:pt x="23454" y="14878"/>
                    <a:pt x="0" y="47796"/>
                  </a:cubicBezTo>
                  <a:cubicBezTo>
                    <a:pt x="27569" y="22284"/>
                    <a:pt x="66660" y="11586"/>
                    <a:pt x="104516" y="21050"/>
                  </a:cubicBezTo>
                  <a:cubicBezTo>
                    <a:pt x="109454" y="21873"/>
                    <a:pt x="113980" y="23519"/>
                    <a:pt x="118918" y="25576"/>
                  </a:cubicBezTo>
                  <a:cubicBezTo>
                    <a:pt x="177759" y="48619"/>
                    <a:pt x="206563" y="114867"/>
                    <a:pt x="183520" y="173298"/>
                  </a:cubicBezTo>
                  <a:cubicBezTo>
                    <a:pt x="180228" y="181939"/>
                    <a:pt x="175702" y="190168"/>
                    <a:pt x="170353" y="197575"/>
                  </a:cubicBezTo>
                  <a:cubicBezTo>
                    <a:pt x="182697" y="186053"/>
                    <a:pt x="192984" y="172063"/>
                    <a:pt x="199568" y="155192"/>
                  </a:cubicBezTo>
                  <a:cubicBezTo>
                    <a:pt x="222611" y="96762"/>
                    <a:pt x="193807" y="30514"/>
                    <a:pt x="134965" y="7883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80338A-6233-48FB-9BD6-2642042E54AB}"/>
                </a:ext>
              </a:extLst>
            </p:cNvPr>
            <p:cNvSpPr/>
            <p:nvPr/>
          </p:nvSpPr>
          <p:spPr>
            <a:xfrm>
              <a:off x="9719760" y="3408224"/>
              <a:ext cx="207286" cy="197986"/>
            </a:xfrm>
            <a:custGeom>
              <a:avLst/>
              <a:gdLst>
                <a:gd name="connsiteX0" fmla="*/ 103593 w 207286"/>
                <a:gd name="connsiteY0" fmla="*/ 476 h 197986"/>
                <a:gd name="connsiteX1" fmla="*/ 100713 w 207286"/>
                <a:gd name="connsiteY1" fmla="*/ 887 h 197986"/>
                <a:gd name="connsiteX2" fmla="*/ 72321 w 207286"/>
                <a:gd name="connsiteY2" fmla="*/ 7882 h 197986"/>
                <a:gd name="connsiteX3" fmla="*/ 7719 w 207286"/>
                <a:gd name="connsiteY3" fmla="*/ 155604 h 197986"/>
                <a:gd name="connsiteX4" fmla="*/ 36934 w 207286"/>
                <a:gd name="connsiteY4" fmla="*/ 197986 h 197986"/>
                <a:gd name="connsiteX5" fmla="*/ 23766 w 207286"/>
                <a:gd name="connsiteY5" fmla="*/ 173709 h 197986"/>
                <a:gd name="connsiteX6" fmla="*/ 88369 w 207286"/>
                <a:gd name="connsiteY6" fmla="*/ 25987 h 197986"/>
                <a:gd name="connsiteX7" fmla="*/ 102771 w 207286"/>
                <a:gd name="connsiteY7" fmla="*/ 21461 h 197986"/>
                <a:gd name="connsiteX8" fmla="*/ 102771 w 207286"/>
                <a:gd name="connsiteY8" fmla="*/ 21050 h 197986"/>
                <a:gd name="connsiteX9" fmla="*/ 102771 w 207286"/>
                <a:gd name="connsiteY9" fmla="*/ 21461 h 197986"/>
                <a:gd name="connsiteX10" fmla="*/ 207286 w 207286"/>
                <a:gd name="connsiteY10" fmla="*/ 48207 h 197986"/>
                <a:gd name="connsiteX11" fmla="*/ 103593 w 207286"/>
                <a:gd name="connsiteY11" fmla="*/ 476 h 19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7286" h="197986">
                  <a:moveTo>
                    <a:pt x="103593" y="476"/>
                  </a:moveTo>
                  <a:lnTo>
                    <a:pt x="100713" y="887"/>
                  </a:lnTo>
                  <a:cubicBezTo>
                    <a:pt x="91249" y="1710"/>
                    <a:pt x="81785" y="4179"/>
                    <a:pt x="72321" y="7882"/>
                  </a:cubicBezTo>
                  <a:cubicBezTo>
                    <a:pt x="13891" y="30925"/>
                    <a:pt x="-14913" y="97174"/>
                    <a:pt x="7719" y="155604"/>
                  </a:cubicBezTo>
                  <a:cubicBezTo>
                    <a:pt x="14302" y="172474"/>
                    <a:pt x="24178" y="186465"/>
                    <a:pt x="36934" y="197986"/>
                  </a:cubicBezTo>
                  <a:cubicBezTo>
                    <a:pt x="31584" y="190579"/>
                    <a:pt x="27058" y="182350"/>
                    <a:pt x="23766" y="173709"/>
                  </a:cubicBezTo>
                  <a:cubicBezTo>
                    <a:pt x="723" y="114867"/>
                    <a:pt x="29527" y="48619"/>
                    <a:pt x="88369" y="25987"/>
                  </a:cubicBezTo>
                  <a:cubicBezTo>
                    <a:pt x="93306" y="23930"/>
                    <a:pt x="97833" y="22696"/>
                    <a:pt x="102771" y="21461"/>
                  </a:cubicBezTo>
                  <a:cubicBezTo>
                    <a:pt x="102771" y="21461"/>
                    <a:pt x="102771" y="21461"/>
                    <a:pt x="102771" y="21050"/>
                  </a:cubicBezTo>
                  <a:cubicBezTo>
                    <a:pt x="102771" y="21050"/>
                    <a:pt x="102771" y="21050"/>
                    <a:pt x="102771" y="21461"/>
                  </a:cubicBezTo>
                  <a:cubicBezTo>
                    <a:pt x="140627" y="11997"/>
                    <a:pt x="179717" y="22696"/>
                    <a:pt x="207286" y="48207"/>
                  </a:cubicBezTo>
                  <a:cubicBezTo>
                    <a:pt x="183421" y="14878"/>
                    <a:pt x="143919" y="-3228"/>
                    <a:pt x="103593" y="476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01B416-5A72-4EA2-A6F8-C3E0CCA8A6E9}"/>
                </a:ext>
              </a:extLst>
            </p:cNvPr>
            <p:cNvSpPr/>
            <p:nvPr/>
          </p:nvSpPr>
          <p:spPr>
            <a:xfrm>
              <a:off x="9130832" y="3453714"/>
              <a:ext cx="534425" cy="423661"/>
            </a:xfrm>
            <a:custGeom>
              <a:avLst/>
              <a:gdLst>
                <a:gd name="connsiteX0" fmla="*/ 452628 w 534425"/>
                <a:gd name="connsiteY0" fmla="*/ 81722 h 423661"/>
                <a:gd name="connsiteX1" fmla="*/ 494599 w 534425"/>
                <a:gd name="connsiteY1" fmla="*/ 423662 h 423661"/>
                <a:gd name="connsiteX2" fmla="*/ 427939 w 534425"/>
                <a:gd name="connsiteY2" fmla="*/ 135214 h 423661"/>
                <a:gd name="connsiteX3" fmla="*/ 32918 w 534425"/>
                <a:gd name="connsiteY3" fmla="*/ 135214 h 423661"/>
                <a:gd name="connsiteX4" fmla="*/ 6172 w 534425"/>
                <a:gd name="connsiteY4" fmla="*/ 166487 h 423661"/>
                <a:gd name="connsiteX5" fmla="*/ 0 w 534425"/>
                <a:gd name="connsiteY5" fmla="*/ 166487 h 423661"/>
                <a:gd name="connsiteX6" fmla="*/ 58430 w 534425"/>
                <a:gd name="connsiteY6" fmla="*/ 81722 h 423661"/>
                <a:gd name="connsiteX7" fmla="*/ 231252 w 534425"/>
                <a:gd name="connsiteY7" fmla="*/ 1072 h 423661"/>
                <a:gd name="connsiteX8" fmla="*/ 236601 w 534425"/>
                <a:gd name="connsiteY8" fmla="*/ 660 h 423661"/>
                <a:gd name="connsiteX9" fmla="*/ 452628 w 534425"/>
                <a:gd name="connsiteY9" fmla="*/ 81722 h 42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4425" h="423661">
                  <a:moveTo>
                    <a:pt x="452628" y="81722"/>
                  </a:moveTo>
                  <a:cubicBezTo>
                    <a:pt x="545211" y="174305"/>
                    <a:pt x="559201" y="315854"/>
                    <a:pt x="494599" y="423662"/>
                  </a:cubicBezTo>
                  <a:cubicBezTo>
                    <a:pt x="527929" y="325730"/>
                    <a:pt x="505709" y="213396"/>
                    <a:pt x="427939" y="135214"/>
                  </a:cubicBezTo>
                  <a:cubicBezTo>
                    <a:pt x="318897" y="26172"/>
                    <a:pt x="141961" y="26172"/>
                    <a:pt x="32918" y="135214"/>
                  </a:cubicBezTo>
                  <a:cubicBezTo>
                    <a:pt x="23043" y="145090"/>
                    <a:pt x="13990" y="155377"/>
                    <a:pt x="6172" y="166487"/>
                  </a:cubicBezTo>
                  <a:cubicBezTo>
                    <a:pt x="4115" y="166487"/>
                    <a:pt x="2057" y="166487"/>
                    <a:pt x="0" y="166487"/>
                  </a:cubicBezTo>
                  <a:cubicBezTo>
                    <a:pt x="13579" y="135626"/>
                    <a:pt x="32918" y="106822"/>
                    <a:pt x="58430" y="81722"/>
                  </a:cubicBezTo>
                  <a:cubicBezTo>
                    <a:pt x="106573" y="33579"/>
                    <a:pt x="168295" y="6421"/>
                    <a:pt x="231252" y="1072"/>
                  </a:cubicBezTo>
                  <a:lnTo>
                    <a:pt x="236601" y="660"/>
                  </a:lnTo>
                  <a:cubicBezTo>
                    <a:pt x="313548" y="-4689"/>
                    <a:pt x="392963" y="22469"/>
                    <a:pt x="452628" y="81722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2DBD324-B0AC-4E72-A4B5-EA8843880F90}"/>
                </a:ext>
              </a:extLst>
            </p:cNvPr>
            <p:cNvSpPr/>
            <p:nvPr/>
          </p:nvSpPr>
          <p:spPr>
            <a:xfrm>
              <a:off x="8858209" y="3620200"/>
              <a:ext cx="558815" cy="326303"/>
            </a:xfrm>
            <a:custGeom>
              <a:avLst/>
              <a:gdLst>
                <a:gd name="connsiteX0" fmla="*/ 391130 w 558815"/>
                <a:gd name="connsiteY0" fmla="*/ 23454 h 326303"/>
                <a:gd name="connsiteX1" fmla="*/ 554899 w 558815"/>
                <a:gd name="connsiteY1" fmla="*/ 326304 h 326303"/>
                <a:gd name="connsiteX2" fmla="*/ 387427 w 558815"/>
                <a:gd name="connsiteY2" fmla="*/ 82296 h 326303"/>
                <a:gd name="connsiteX3" fmla="*/ 19563 w 558815"/>
                <a:gd name="connsiteY3" fmla="*/ 226314 h 326303"/>
                <a:gd name="connsiteX4" fmla="*/ 224 w 558815"/>
                <a:gd name="connsiteY4" fmla="*/ 291328 h 326303"/>
                <a:gd name="connsiteX5" fmla="*/ 23267 w 558815"/>
                <a:gd name="connsiteY5" fmla="*/ 167472 h 326303"/>
                <a:gd name="connsiteX6" fmla="*/ 271800 w 558815"/>
                <a:gd name="connsiteY6" fmla="*/ 0 h 326303"/>
                <a:gd name="connsiteX7" fmla="*/ 277973 w 558815"/>
                <a:gd name="connsiteY7" fmla="*/ 0 h 326303"/>
                <a:gd name="connsiteX8" fmla="*/ 391130 w 558815"/>
                <a:gd name="connsiteY8" fmla="*/ 23454 h 326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15" h="326303">
                  <a:moveTo>
                    <a:pt x="391130" y="23454"/>
                  </a:moveTo>
                  <a:cubicBezTo>
                    <a:pt x="511282" y="76124"/>
                    <a:pt x="575884" y="202860"/>
                    <a:pt x="554899" y="326304"/>
                  </a:cubicBezTo>
                  <a:cubicBezTo>
                    <a:pt x="550372" y="223022"/>
                    <a:pt x="488650" y="126324"/>
                    <a:pt x="387427" y="82296"/>
                  </a:cubicBezTo>
                  <a:cubicBezTo>
                    <a:pt x="246289" y="20574"/>
                    <a:pt x="81285" y="85176"/>
                    <a:pt x="19563" y="226314"/>
                  </a:cubicBezTo>
                  <a:cubicBezTo>
                    <a:pt x="10099" y="247711"/>
                    <a:pt x="3927" y="269519"/>
                    <a:pt x="224" y="291328"/>
                  </a:cubicBezTo>
                  <a:cubicBezTo>
                    <a:pt x="-1422" y="250180"/>
                    <a:pt x="5985" y="207797"/>
                    <a:pt x="23267" y="167472"/>
                  </a:cubicBezTo>
                  <a:cubicBezTo>
                    <a:pt x="68118" y="65014"/>
                    <a:pt x="166873" y="2880"/>
                    <a:pt x="271800" y="0"/>
                  </a:cubicBezTo>
                  <a:lnTo>
                    <a:pt x="277973" y="0"/>
                  </a:lnTo>
                  <a:cubicBezTo>
                    <a:pt x="315829" y="0"/>
                    <a:pt x="354096" y="7407"/>
                    <a:pt x="391130" y="23454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2B3B1EE-7BC8-4D89-B05F-10F9D98C6155}"/>
                </a:ext>
              </a:extLst>
            </p:cNvPr>
            <p:cNvSpPr/>
            <p:nvPr/>
          </p:nvSpPr>
          <p:spPr>
            <a:xfrm>
              <a:off x="8821811" y="3263857"/>
              <a:ext cx="544799" cy="402017"/>
            </a:xfrm>
            <a:custGeom>
              <a:avLst/>
              <a:gdLst>
                <a:gd name="connsiteX0" fmla="*/ 544799 w 544799"/>
                <a:gd name="connsiteY0" fmla="*/ 190517 h 402017"/>
                <a:gd name="connsiteX1" fmla="*/ 539450 w 544799"/>
                <a:gd name="connsiteY1" fmla="*/ 190928 h 402017"/>
                <a:gd name="connsiteX2" fmla="*/ 299557 w 544799"/>
                <a:gd name="connsiteY2" fmla="*/ 55140 h 402017"/>
                <a:gd name="connsiteX3" fmla="*/ 20162 w 544799"/>
                <a:gd name="connsiteY3" fmla="*/ 334535 h 402017"/>
                <a:gd name="connsiteX4" fmla="*/ 28392 w 544799"/>
                <a:gd name="connsiteY4" fmla="*/ 402018 h 402017"/>
                <a:gd name="connsiteX5" fmla="*/ 0 w 544799"/>
                <a:gd name="connsiteY5" fmla="*/ 279396 h 402017"/>
                <a:gd name="connsiteX6" fmla="*/ 8641 w 544799"/>
                <a:gd name="connsiteY6" fmla="*/ 210679 h 402017"/>
                <a:gd name="connsiteX7" fmla="*/ 279395 w 544799"/>
                <a:gd name="connsiteY7" fmla="*/ 2 h 402017"/>
                <a:gd name="connsiteX8" fmla="*/ 544799 w 544799"/>
                <a:gd name="connsiteY8" fmla="*/ 190517 h 402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799" h="402017">
                  <a:moveTo>
                    <a:pt x="544799" y="190517"/>
                  </a:moveTo>
                  <a:cubicBezTo>
                    <a:pt x="543154" y="190517"/>
                    <a:pt x="541096" y="190517"/>
                    <a:pt x="539450" y="190928"/>
                  </a:cubicBezTo>
                  <a:cubicBezTo>
                    <a:pt x="490896" y="109455"/>
                    <a:pt x="401604" y="54728"/>
                    <a:pt x="299557" y="55140"/>
                  </a:cubicBezTo>
                  <a:cubicBezTo>
                    <a:pt x="145252" y="55140"/>
                    <a:pt x="20162" y="180230"/>
                    <a:pt x="20162" y="334535"/>
                  </a:cubicBezTo>
                  <a:cubicBezTo>
                    <a:pt x="20162" y="357578"/>
                    <a:pt x="23043" y="380209"/>
                    <a:pt x="28392" y="402018"/>
                  </a:cubicBezTo>
                  <a:cubicBezTo>
                    <a:pt x="10287" y="364984"/>
                    <a:pt x="0" y="323425"/>
                    <a:pt x="0" y="279396"/>
                  </a:cubicBezTo>
                  <a:cubicBezTo>
                    <a:pt x="0" y="255531"/>
                    <a:pt x="2880" y="232488"/>
                    <a:pt x="8641" y="210679"/>
                  </a:cubicBezTo>
                  <a:cubicBezTo>
                    <a:pt x="39091" y="89704"/>
                    <a:pt x="148956" y="2"/>
                    <a:pt x="279395" y="2"/>
                  </a:cubicBezTo>
                  <a:cubicBezTo>
                    <a:pt x="402839" y="-410"/>
                    <a:pt x="507766" y="79829"/>
                    <a:pt x="544799" y="190517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A915F0D-458C-4754-A785-E4898B74B8E2}"/>
                </a:ext>
              </a:extLst>
            </p:cNvPr>
            <p:cNvSpPr/>
            <p:nvPr/>
          </p:nvSpPr>
          <p:spPr>
            <a:xfrm>
              <a:off x="8587267" y="2500152"/>
              <a:ext cx="151564" cy="307787"/>
            </a:xfrm>
            <a:custGeom>
              <a:avLst/>
              <a:gdLst>
                <a:gd name="connsiteX0" fmla="*/ 66660 w 151564"/>
                <a:gd name="connsiteY0" fmla="*/ 0 h 307787"/>
                <a:gd name="connsiteX1" fmla="*/ 146898 w 151564"/>
                <a:gd name="connsiteY1" fmla="*/ 307787 h 307787"/>
                <a:gd name="connsiteX2" fmla="*/ 0 w 151564"/>
                <a:gd name="connsiteY2" fmla="*/ 307787 h 307787"/>
                <a:gd name="connsiteX3" fmla="*/ 0 w 151564"/>
                <a:gd name="connsiteY3" fmla="*/ 232486 h 307787"/>
                <a:gd name="connsiteX4" fmla="*/ 66660 w 151564"/>
                <a:gd name="connsiteY4" fmla="*/ 0 h 30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564" h="307787">
                  <a:moveTo>
                    <a:pt x="66660" y="0"/>
                  </a:moveTo>
                  <a:cubicBezTo>
                    <a:pt x="180640" y="109042"/>
                    <a:pt x="146898" y="307787"/>
                    <a:pt x="146898" y="307787"/>
                  </a:cubicBezTo>
                  <a:lnTo>
                    <a:pt x="0" y="307787"/>
                  </a:lnTo>
                  <a:lnTo>
                    <a:pt x="0" y="232486"/>
                  </a:lnTo>
                  <a:cubicBezTo>
                    <a:pt x="0" y="232486"/>
                    <a:pt x="35799" y="130439"/>
                    <a:pt x="66660" y="0"/>
                  </a:cubicBezTo>
                  <a:close/>
                </a:path>
              </a:pathLst>
            </a:custGeom>
            <a:solidFill>
              <a:schemeClr val="accent2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E55E683-0CCA-4B8C-A0C9-947A7B4C8F46}"/>
                </a:ext>
              </a:extLst>
            </p:cNvPr>
            <p:cNvSpPr/>
            <p:nvPr/>
          </p:nvSpPr>
          <p:spPr>
            <a:xfrm>
              <a:off x="8257576" y="1805162"/>
              <a:ext cx="439621" cy="927475"/>
            </a:xfrm>
            <a:custGeom>
              <a:avLst/>
              <a:gdLst>
                <a:gd name="connsiteX0" fmla="*/ 439145 w 439621"/>
                <a:gd name="connsiteY0" fmla="*/ 425882 h 927475"/>
                <a:gd name="connsiteX1" fmla="*/ 396351 w 439621"/>
                <a:gd name="connsiteY1" fmla="*/ 694990 h 927475"/>
                <a:gd name="connsiteX2" fmla="*/ 358083 w 439621"/>
                <a:gd name="connsiteY2" fmla="*/ 837362 h 927475"/>
                <a:gd name="connsiteX3" fmla="*/ 329691 w 439621"/>
                <a:gd name="connsiteY3" fmla="*/ 927476 h 927475"/>
                <a:gd name="connsiteX4" fmla="*/ 109961 w 439621"/>
                <a:gd name="connsiteY4" fmla="*/ 927476 h 927475"/>
                <a:gd name="connsiteX5" fmla="*/ 81157 w 439621"/>
                <a:gd name="connsiteY5" fmla="*/ 837362 h 927475"/>
                <a:gd name="connsiteX6" fmla="*/ 42890 w 439621"/>
                <a:gd name="connsiteY6" fmla="*/ 694990 h 927475"/>
                <a:gd name="connsiteX7" fmla="*/ 507 w 439621"/>
                <a:gd name="connsiteY7" fmla="*/ 425882 h 927475"/>
                <a:gd name="connsiteX8" fmla="*/ 219826 w 439621"/>
                <a:gd name="connsiteY8" fmla="*/ 0 h 927475"/>
                <a:gd name="connsiteX9" fmla="*/ 439145 w 439621"/>
                <a:gd name="connsiteY9" fmla="*/ 425882 h 92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9621" h="927475">
                  <a:moveTo>
                    <a:pt x="439145" y="425882"/>
                  </a:moveTo>
                  <a:cubicBezTo>
                    <a:pt x="434207" y="514350"/>
                    <a:pt x="416513" y="610636"/>
                    <a:pt x="396351" y="694990"/>
                  </a:cubicBezTo>
                  <a:cubicBezTo>
                    <a:pt x="383595" y="749305"/>
                    <a:pt x="370016" y="798683"/>
                    <a:pt x="358083" y="837362"/>
                  </a:cubicBezTo>
                  <a:cubicBezTo>
                    <a:pt x="341624" y="892500"/>
                    <a:pt x="329691" y="927476"/>
                    <a:pt x="329691" y="927476"/>
                  </a:cubicBezTo>
                  <a:lnTo>
                    <a:pt x="109961" y="927476"/>
                  </a:lnTo>
                  <a:cubicBezTo>
                    <a:pt x="109961" y="927476"/>
                    <a:pt x="97616" y="892500"/>
                    <a:pt x="81157" y="837362"/>
                  </a:cubicBezTo>
                  <a:cubicBezTo>
                    <a:pt x="69636" y="798271"/>
                    <a:pt x="55646" y="749305"/>
                    <a:pt x="42890" y="694990"/>
                  </a:cubicBezTo>
                  <a:cubicBezTo>
                    <a:pt x="23139" y="610636"/>
                    <a:pt x="5445" y="514761"/>
                    <a:pt x="507" y="425882"/>
                  </a:cubicBezTo>
                  <a:cubicBezTo>
                    <a:pt x="-12249" y="200391"/>
                    <a:pt x="219826" y="0"/>
                    <a:pt x="219826" y="0"/>
                  </a:cubicBezTo>
                  <a:cubicBezTo>
                    <a:pt x="219826" y="0"/>
                    <a:pt x="451489" y="200391"/>
                    <a:pt x="439145" y="42588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BD2C09F-E34D-4348-A295-5D63D0FD0C60}"/>
                </a:ext>
              </a:extLst>
            </p:cNvPr>
            <p:cNvSpPr/>
            <p:nvPr/>
          </p:nvSpPr>
          <p:spPr>
            <a:xfrm>
              <a:off x="8216013" y="2500152"/>
              <a:ext cx="151523" cy="307787"/>
            </a:xfrm>
            <a:custGeom>
              <a:avLst/>
              <a:gdLst>
                <a:gd name="connsiteX0" fmla="*/ 151524 w 151523"/>
                <a:gd name="connsiteY0" fmla="*/ 232486 h 307787"/>
                <a:gd name="connsiteX1" fmla="*/ 151524 w 151523"/>
                <a:gd name="connsiteY1" fmla="*/ 307787 h 307787"/>
                <a:gd name="connsiteX2" fmla="*/ 4625 w 151523"/>
                <a:gd name="connsiteY2" fmla="*/ 307787 h 307787"/>
                <a:gd name="connsiteX3" fmla="*/ 4625 w 151523"/>
                <a:gd name="connsiteY3" fmla="*/ 306553 h 307787"/>
                <a:gd name="connsiteX4" fmla="*/ 84864 w 151523"/>
                <a:gd name="connsiteY4" fmla="*/ 0 h 307787"/>
                <a:gd name="connsiteX5" fmla="*/ 150701 w 151523"/>
                <a:gd name="connsiteY5" fmla="*/ 230017 h 307787"/>
                <a:gd name="connsiteX6" fmla="*/ 151524 w 151523"/>
                <a:gd name="connsiteY6" fmla="*/ 232486 h 307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1523" h="307787">
                  <a:moveTo>
                    <a:pt x="151524" y="232486"/>
                  </a:moveTo>
                  <a:lnTo>
                    <a:pt x="151524" y="307787"/>
                  </a:lnTo>
                  <a:lnTo>
                    <a:pt x="4625" y="307787"/>
                  </a:lnTo>
                  <a:cubicBezTo>
                    <a:pt x="4625" y="307787"/>
                    <a:pt x="4625" y="307376"/>
                    <a:pt x="4625" y="306553"/>
                  </a:cubicBezTo>
                  <a:cubicBezTo>
                    <a:pt x="1745" y="289682"/>
                    <a:pt x="-23767" y="104105"/>
                    <a:pt x="84864" y="0"/>
                  </a:cubicBezTo>
                  <a:cubicBezTo>
                    <a:pt x="112844" y="118506"/>
                    <a:pt x="144940" y="213147"/>
                    <a:pt x="150701" y="230017"/>
                  </a:cubicBezTo>
                  <a:lnTo>
                    <a:pt x="151524" y="232486"/>
                  </a:lnTo>
                  <a:close/>
                </a:path>
              </a:pathLst>
            </a:custGeom>
            <a:solidFill>
              <a:schemeClr val="accent2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7A79C75-9551-46B1-8CAF-091E4B16EAA0}"/>
                </a:ext>
              </a:extLst>
            </p:cNvPr>
            <p:cNvSpPr/>
            <p:nvPr/>
          </p:nvSpPr>
          <p:spPr>
            <a:xfrm>
              <a:off x="7588194" y="3263447"/>
              <a:ext cx="544388" cy="402016"/>
            </a:xfrm>
            <a:custGeom>
              <a:avLst/>
              <a:gdLst>
                <a:gd name="connsiteX0" fmla="*/ 535747 w 544388"/>
                <a:gd name="connsiteY0" fmla="*/ 210678 h 402016"/>
                <a:gd name="connsiteX1" fmla="*/ 544388 w 544388"/>
                <a:gd name="connsiteY1" fmla="*/ 279395 h 402016"/>
                <a:gd name="connsiteX2" fmla="*/ 515996 w 544388"/>
                <a:gd name="connsiteY2" fmla="*/ 402016 h 402016"/>
                <a:gd name="connsiteX3" fmla="*/ 524225 w 544388"/>
                <a:gd name="connsiteY3" fmla="*/ 334533 h 402016"/>
                <a:gd name="connsiteX4" fmla="*/ 244831 w 544388"/>
                <a:gd name="connsiteY4" fmla="*/ 55138 h 402016"/>
                <a:gd name="connsiteX5" fmla="*/ 4938 w 544388"/>
                <a:gd name="connsiteY5" fmla="*/ 191338 h 402016"/>
                <a:gd name="connsiteX6" fmla="*/ 0 w 544388"/>
                <a:gd name="connsiteY6" fmla="*/ 190927 h 402016"/>
                <a:gd name="connsiteX7" fmla="*/ 264993 w 544388"/>
                <a:gd name="connsiteY7" fmla="*/ 0 h 402016"/>
                <a:gd name="connsiteX8" fmla="*/ 535747 w 544388"/>
                <a:gd name="connsiteY8" fmla="*/ 210678 h 402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388" h="402016">
                  <a:moveTo>
                    <a:pt x="535747" y="210678"/>
                  </a:moveTo>
                  <a:cubicBezTo>
                    <a:pt x="541508" y="232486"/>
                    <a:pt x="544388" y="255941"/>
                    <a:pt x="544388" y="279395"/>
                  </a:cubicBezTo>
                  <a:cubicBezTo>
                    <a:pt x="544388" y="323423"/>
                    <a:pt x="534101" y="364983"/>
                    <a:pt x="515996" y="402016"/>
                  </a:cubicBezTo>
                  <a:cubicBezTo>
                    <a:pt x="521345" y="380619"/>
                    <a:pt x="524225" y="357988"/>
                    <a:pt x="524225" y="334533"/>
                  </a:cubicBezTo>
                  <a:cubicBezTo>
                    <a:pt x="524225" y="180228"/>
                    <a:pt x="399136" y="55138"/>
                    <a:pt x="244831" y="55138"/>
                  </a:cubicBezTo>
                  <a:cubicBezTo>
                    <a:pt x="143195" y="55138"/>
                    <a:pt x="53904" y="109865"/>
                    <a:pt x="4938" y="191338"/>
                  </a:cubicBezTo>
                  <a:cubicBezTo>
                    <a:pt x="3292" y="191338"/>
                    <a:pt x="1646" y="190927"/>
                    <a:pt x="0" y="190927"/>
                  </a:cubicBezTo>
                  <a:cubicBezTo>
                    <a:pt x="37033" y="79827"/>
                    <a:pt x="141549" y="0"/>
                    <a:pt x="264993" y="0"/>
                  </a:cubicBezTo>
                  <a:cubicBezTo>
                    <a:pt x="395432" y="0"/>
                    <a:pt x="505297" y="89703"/>
                    <a:pt x="535747" y="210678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2C938F3-7762-4862-AB38-C3EE93CA34DD}"/>
                </a:ext>
              </a:extLst>
            </p:cNvPr>
            <p:cNvSpPr/>
            <p:nvPr/>
          </p:nvSpPr>
          <p:spPr>
            <a:xfrm>
              <a:off x="7537661" y="3620200"/>
              <a:ext cx="558943" cy="326303"/>
            </a:xfrm>
            <a:custGeom>
              <a:avLst/>
              <a:gdLst>
                <a:gd name="connsiteX0" fmla="*/ 535667 w 558943"/>
                <a:gd name="connsiteY0" fmla="*/ 167884 h 326303"/>
                <a:gd name="connsiteX1" fmla="*/ 558710 w 558943"/>
                <a:gd name="connsiteY1" fmla="*/ 291739 h 326303"/>
                <a:gd name="connsiteX2" fmla="*/ 539371 w 558943"/>
                <a:gd name="connsiteY2" fmla="*/ 226726 h 326303"/>
                <a:gd name="connsiteX3" fmla="*/ 171508 w 558943"/>
                <a:gd name="connsiteY3" fmla="*/ 82296 h 326303"/>
                <a:gd name="connsiteX4" fmla="*/ 4035 w 558943"/>
                <a:gd name="connsiteY4" fmla="*/ 326304 h 326303"/>
                <a:gd name="connsiteX5" fmla="*/ 167804 w 558943"/>
                <a:gd name="connsiteY5" fmla="*/ 23454 h 326303"/>
                <a:gd name="connsiteX6" fmla="*/ 280550 w 558943"/>
                <a:gd name="connsiteY6" fmla="*/ 0 h 326303"/>
                <a:gd name="connsiteX7" fmla="*/ 286722 w 558943"/>
                <a:gd name="connsiteY7" fmla="*/ 0 h 326303"/>
                <a:gd name="connsiteX8" fmla="*/ 535667 w 558943"/>
                <a:gd name="connsiteY8" fmla="*/ 167884 h 326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943" h="326303">
                  <a:moveTo>
                    <a:pt x="535667" y="167884"/>
                  </a:moveTo>
                  <a:cubicBezTo>
                    <a:pt x="553361" y="208209"/>
                    <a:pt x="560356" y="250591"/>
                    <a:pt x="558710" y="291739"/>
                  </a:cubicBezTo>
                  <a:cubicBezTo>
                    <a:pt x="555007" y="269931"/>
                    <a:pt x="548835" y="248122"/>
                    <a:pt x="539371" y="226726"/>
                  </a:cubicBezTo>
                  <a:cubicBezTo>
                    <a:pt x="477649" y="85176"/>
                    <a:pt x="313057" y="20574"/>
                    <a:pt x="171508" y="82296"/>
                  </a:cubicBezTo>
                  <a:cubicBezTo>
                    <a:pt x="70695" y="126324"/>
                    <a:pt x="8561" y="223434"/>
                    <a:pt x="4035" y="326304"/>
                  </a:cubicBezTo>
                  <a:cubicBezTo>
                    <a:pt x="-17362" y="202860"/>
                    <a:pt x="47652" y="75712"/>
                    <a:pt x="167804" y="23454"/>
                  </a:cubicBezTo>
                  <a:cubicBezTo>
                    <a:pt x="204837" y="7407"/>
                    <a:pt x="243105" y="0"/>
                    <a:pt x="280550" y="0"/>
                  </a:cubicBezTo>
                  <a:lnTo>
                    <a:pt x="286722" y="0"/>
                  </a:lnTo>
                  <a:cubicBezTo>
                    <a:pt x="391649" y="2880"/>
                    <a:pt x="490816" y="65014"/>
                    <a:pt x="535667" y="167884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2C7E0A2-F0C6-404E-989C-3EAA2990DE20}"/>
                </a:ext>
              </a:extLst>
            </p:cNvPr>
            <p:cNvSpPr/>
            <p:nvPr/>
          </p:nvSpPr>
          <p:spPr>
            <a:xfrm>
              <a:off x="7289247" y="3454117"/>
              <a:ext cx="535136" cy="423669"/>
            </a:xfrm>
            <a:custGeom>
              <a:avLst/>
              <a:gdLst>
                <a:gd name="connsiteX0" fmla="*/ 535136 w 535136"/>
                <a:gd name="connsiteY0" fmla="*/ 166495 h 423669"/>
                <a:gd name="connsiteX1" fmla="*/ 528964 w 535136"/>
                <a:gd name="connsiteY1" fmla="*/ 166495 h 423669"/>
                <a:gd name="connsiteX2" fmla="*/ 501806 w 535136"/>
                <a:gd name="connsiteY2" fmla="*/ 135222 h 423669"/>
                <a:gd name="connsiteX3" fmla="*/ 106785 w 535136"/>
                <a:gd name="connsiteY3" fmla="*/ 135222 h 423669"/>
                <a:gd name="connsiteX4" fmla="*/ 40126 w 535136"/>
                <a:gd name="connsiteY4" fmla="*/ 423670 h 423669"/>
                <a:gd name="connsiteX5" fmla="*/ 82097 w 535136"/>
                <a:gd name="connsiteY5" fmla="*/ 81730 h 423669"/>
                <a:gd name="connsiteX6" fmla="*/ 298947 w 535136"/>
                <a:gd name="connsiteY6" fmla="*/ 668 h 423669"/>
                <a:gd name="connsiteX7" fmla="*/ 303884 w 535136"/>
                <a:gd name="connsiteY7" fmla="*/ 1080 h 423669"/>
                <a:gd name="connsiteX8" fmla="*/ 477117 w 535136"/>
                <a:gd name="connsiteY8" fmla="*/ 81730 h 423669"/>
                <a:gd name="connsiteX9" fmla="*/ 535136 w 535136"/>
                <a:gd name="connsiteY9" fmla="*/ 166495 h 42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136" h="423669">
                  <a:moveTo>
                    <a:pt x="535136" y="166495"/>
                  </a:moveTo>
                  <a:cubicBezTo>
                    <a:pt x="533079" y="166495"/>
                    <a:pt x="531021" y="166495"/>
                    <a:pt x="528964" y="166495"/>
                  </a:cubicBezTo>
                  <a:cubicBezTo>
                    <a:pt x="521146" y="155385"/>
                    <a:pt x="511682" y="145098"/>
                    <a:pt x="501806" y="135222"/>
                  </a:cubicBezTo>
                  <a:cubicBezTo>
                    <a:pt x="392764" y="25769"/>
                    <a:pt x="215828" y="26180"/>
                    <a:pt x="106785" y="135222"/>
                  </a:cubicBezTo>
                  <a:cubicBezTo>
                    <a:pt x="28604" y="213403"/>
                    <a:pt x="6796" y="325737"/>
                    <a:pt x="40126" y="423670"/>
                  </a:cubicBezTo>
                  <a:cubicBezTo>
                    <a:pt x="-24888" y="316273"/>
                    <a:pt x="-10898" y="174724"/>
                    <a:pt x="82097" y="81730"/>
                  </a:cubicBezTo>
                  <a:cubicBezTo>
                    <a:pt x="141761" y="22065"/>
                    <a:pt x="221177" y="-4681"/>
                    <a:pt x="298947" y="668"/>
                  </a:cubicBezTo>
                  <a:lnTo>
                    <a:pt x="303884" y="1080"/>
                  </a:lnTo>
                  <a:cubicBezTo>
                    <a:pt x="366841" y="6429"/>
                    <a:pt x="428563" y="33587"/>
                    <a:pt x="477117" y="81730"/>
                  </a:cubicBezTo>
                  <a:cubicBezTo>
                    <a:pt x="502218" y="106830"/>
                    <a:pt x="521557" y="135634"/>
                    <a:pt x="535136" y="166495"/>
                  </a:cubicBezTo>
                  <a:close/>
                </a:path>
              </a:pathLst>
            </a:custGeom>
            <a:solidFill>
              <a:schemeClr val="tx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5D9BC2B-2602-472C-AE89-1951DE9727ED}"/>
                </a:ext>
              </a:extLst>
            </p:cNvPr>
            <p:cNvSpPr/>
            <p:nvPr/>
          </p:nvSpPr>
          <p:spPr>
            <a:xfrm>
              <a:off x="6946697" y="2071390"/>
              <a:ext cx="3061410" cy="2526898"/>
            </a:xfrm>
            <a:custGeom>
              <a:avLst/>
              <a:gdLst>
                <a:gd name="connsiteX0" fmla="*/ 2952369 w 3061410"/>
                <a:gd name="connsiteY0" fmla="*/ 428351 h 2526898"/>
                <a:gd name="connsiteX1" fmla="*/ 2692725 w 3061410"/>
                <a:gd name="connsiteY1" fmla="*/ 0 h 2526898"/>
                <a:gd name="connsiteX2" fmla="*/ 2808351 w 3061410"/>
                <a:gd name="connsiteY2" fmla="*/ 879333 h 2526898"/>
                <a:gd name="connsiteX3" fmla="*/ 2755270 w 3061410"/>
                <a:gd name="connsiteY3" fmla="*/ 872338 h 2526898"/>
                <a:gd name="connsiteX4" fmla="*/ 2575865 w 3061410"/>
                <a:gd name="connsiteY4" fmla="*/ 987964 h 2526898"/>
                <a:gd name="connsiteX5" fmla="*/ 2755270 w 3061410"/>
                <a:gd name="connsiteY5" fmla="*/ 1069848 h 2526898"/>
                <a:gd name="connsiteX6" fmla="*/ 2876656 w 3061410"/>
                <a:gd name="connsiteY6" fmla="*/ 1335253 h 2526898"/>
                <a:gd name="connsiteX7" fmla="*/ 2876656 w 3061410"/>
                <a:gd name="connsiteY7" fmla="*/ 1337310 h 2526898"/>
                <a:gd name="connsiteX8" fmla="*/ 2980349 w 3061410"/>
                <a:gd name="connsiteY8" fmla="*/ 1384630 h 2526898"/>
                <a:gd name="connsiteX9" fmla="*/ 2875834 w 3061410"/>
                <a:gd name="connsiteY9" fmla="*/ 1357884 h 2526898"/>
                <a:gd name="connsiteX10" fmla="*/ 2875834 w 3061410"/>
                <a:gd name="connsiteY10" fmla="*/ 1357884 h 2526898"/>
                <a:gd name="connsiteX11" fmla="*/ 2861432 w 3061410"/>
                <a:gd name="connsiteY11" fmla="*/ 1362410 h 2526898"/>
                <a:gd name="connsiteX12" fmla="*/ 2796829 w 3061410"/>
                <a:gd name="connsiteY12" fmla="*/ 1510132 h 2526898"/>
                <a:gd name="connsiteX13" fmla="*/ 2809997 w 3061410"/>
                <a:gd name="connsiteY13" fmla="*/ 1534409 h 2526898"/>
                <a:gd name="connsiteX14" fmla="*/ 2780782 w 3061410"/>
                <a:gd name="connsiteY14" fmla="*/ 1492027 h 2526898"/>
                <a:gd name="connsiteX15" fmla="*/ 2845384 w 3061410"/>
                <a:gd name="connsiteY15" fmla="*/ 1344305 h 2526898"/>
                <a:gd name="connsiteX16" fmla="*/ 2873776 w 3061410"/>
                <a:gd name="connsiteY16" fmla="*/ 1337310 h 2526898"/>
                <a:gd name="connsiteX17" fmla="*/ 2561052 w 3061410"/>
                <a:gd name="connsiteY17" fmla="*/ 1032815 h 2526898"/>
                <a:gd name="connsiteX18" fmla="*/ 2525664 w 3061410"/>
                <a:gd name="connsiteY18" fmla="*/ 1031169 h 2526898"/>
                <a:gd name="connsiteX19" fmla="*/ 2292767 w 3061410"/>
                <a:gd name="connsiteY19" fmla="*/ 1119637 h 2526898"/>
                <a:gd name="connsiteX20" fmla="*/ 2291944 w 3061410"/>
                <a:gd name="connsiteY20" fmla="*/ 1118814 h 2526898"/>
                <a:gd name="connsiteX21" fmla="*/ 2275484 w 3061410"/>
                <a:gd name="connsiteY21" fmla="*/ 1088365 h 2526898"/>
                <a:gd name="connsiteX22" fmla="*/ 1966874 w 3061410"/>
                <a:gd name="connsiteY22" fmla="*/ 914309 h 2526898"/>
                <a:gd name="connsiteX23" fmla="*/ 1695709 w 3061410"/>
                <a:gd name="connsiteY23" fmla="*/ 1036930 h 2526898"/>
                <a:gd name="connsiteX24" fmla="*/ 1640159 w 3061410"/>
                <a:gd name="connsiteY24" fmla="*/ 735726 h 2526898"/>
                <a:gd name="connsiteX25" fmla="*/ 1640159 w 3061410"/>
                <a:gd name="connsiteY25" fmla="*/ 660426 h 2526898"/>
                <a:gd name="connsiteX26" fmla="*/ 1420429 w 3061410"/>
                <a:gd name="connsiteY26" fmla="*/ 660426 h 2526898"/>
                <a:gd name="connsiteX27" fmla="*/ 1420429 w 3061410"/>
                <a:gd name="connsiteY27" fmla="*/ 735726 h 2526898"/>
                <a:gd name="connsiteX28" fmla="*/ 1364879 w 3061410"/>
                <a:gd name="connsiteY28" fmla="*/ 1036930 h 2526898"/>
                <a:gd name="connsiteX29" fmla="*/ 1093714 w 3061410"/>
                <a:gd name="connsiteY29" fmla="*/ 914309 h 2526898"/>
                <a:gd name="connsiteX30" fmla="*/ 785104 w 3061410"/>
                <a:gd name="connsiteY30" fmla="*/ 1088365 h 2526898"/>
                <a:gd name="connsiteX31" fmla="*/ 768645 w 3061410"/>
                <a:gd name="connsiteY31" fmla="*/ 1118814 h 2526898"/>
                <a:gd name="connsiteX32" fmla="*/ 767822 w 3061410"/>
                <a:gd name="connsiteY32" fmla="*/ 1119637 h 2526898"/>
                <a:gd name="connsiteX33" fmla="*/ 767410 w 3061410"/>
                <a:gd name="connsiteY33" fmla="*/ 1119226 h 2526898"/>
                <a:gd name="connsiteX34" fmla="*/ 534924 w 3061410"/>
                <a:gd name="connsiteY34" fmla="*/ 1031169 h 2526898"/>
                <a:gd name="connsiteX35" fmla="*/ 499537 w 3061410"/>
                <a:gd name="connsiteY35" fmla="*/ 1032815 h 2526898"/>
                <a:gd name="connsiteX36" fmla="*/ 188869 w 3061410"/>
                <a:gd name="connsiteY36" fmla="*/ 1322085 h 2526898"/>
                <a:gd name="connsiteX37" fmla="*/ 188869 w 3061410"/>
                <a:gd name="connsiteY37" fmla="*/ 1322085 h 2526898"/>
                <a:gd name="connsiteX38" fmla="*/ 186812 w 3061410"/>
                <a:gd name="connsiteY38" fmla="*/ 1336899 h 2526898"/>
                <a:gd name="connsiteX39" fmla="*/ 215204 w 3061410"/>
                <a:gd name="connsiteY39" fmla="*/ 1343894 h 2526898"/>
                <a:gd name="connsiteX40" fmla="*/ 279806 w 3061410"/>
                <a:gd name="connsiteY40" fmla="*/ 1491615 h 2526898"/>
                <a:gd name="connsiteX41" fmla="*/ 250591 w 3061410"/>
                <a:gd name="connsiteY41" fmla="*/ 1533998 h 2526898"/>
                <a:gd name="connsiteX42" fmla="*/ 263759 w 3061410"/>
                <a:gd name="connsiteY42" fmla="*/ 1509720 h 2526898"/>
                <a:gd name="connsiteX43" fmla="*/ 199156 w 3061410"/>
                <a:gd name="connsiteY43" fmla="*/ 1361999 h 2526898"/>
                <a:gd name="connsiteX44" fmla="*/ 184755 w 3061410"/>
                <a:gd name="connsiteY44" fmla="*/ 1357473 h 2526898"/>
                <a:gd name="connsiteX45" fmla="*/ 80239 w 3061410"/>
                <a:gd name="connsiteY45" fmla="*/ 1384219 h 2526898"/>
                <a:gd name="connsiteX46" fmla="*/ 183932 w 3061410"/>
                <a:gd name="connsiteY46" fmla="*/ 1336899 h 2526898"/>
                <a:gd name="connsiteX47" fmla="*/ 183932 w 3061410"/>
                <a:gd name="connsiteY47" fmla="*/ 1334841 h 2526898"/>
                <a:gd name="connsiteX48" fmla="*/ 305318 w 3061410"/>
                <a:gd name="connsiteY48" fmla="*/ 1069437 h 2526898"/>
                <a:gd name="connsiteX49" fmla="*/ 478140 w 3061410"/>
                <a:gd name="connsiteY49" fmla="*/ 988787 h 2526898"/>
                <a:gd name="connsiteX50" fmla="*/ 485135 w 3061410"/>
                <a:gd name="connsiteY50" fmla="*/ 987552 h 2526898"/>
                <a:gd name="connsiteX51" fmla="*/ 414772 w 3061410"/>
                <a:gd name="connsiteY51" fmla="*/ 905256 h 2526898"/>
                <a:gd name="connsiteX52" fmla="*/ 305730 w 3061410"/>
                <a:gd name="connsiteY52" fmla="*/ 872338 h 2526898"/>
                <a:gd name="connsiteX53" fmla="*/ 252649 w 3061410"/>
                <a:gd name="connsiteY53" fmla="*/ 879333 h 2526898"/>
                <a:gd name="connsiteX54" fmla="*/ 368275 w 3061410"/>
                <a:gd name="connsiteY54" fmla="*/ 0 h 2526898"/>
                <a:gd name="connsiteX55" fmla="*/ 108219 w 3061410"/>
                <a:gd name="connsiteY55" fmla="*/ 428351 h 2526898"/>
                <a:gd name="connsiteX56" fmla="*/ 0 w 3061410"/>
                <a:gd name="connsiteY56" fmla="*/ 996193 h 2526898"/>
                <a:gd name="connsiteX57" fmla="*/ 51846 w 3061410"/>
                <a:gd name="connsiteY57" fmla="*/ 1392448 h 2526898"/>
                <a:gd name="connsiteX58" fmla="*/ 99167 w 3061410"/>
                <a:gd name="connsiteY58" fmla="*/ 1539347 h 2526898"/>
                <a:gd name="connsiteX59" fmla="*/ 285156 w 3061410"/>
                <a:gd name="connsiteY59" fmla="*/ 1886224 h 2526898"/>
                <a:gd name="connsiteX60" fmla="*/ 1530706 w 3061410"/>
                <a:gd name="connsiteY60" fmla="*/ 2526899 h 2526898"/>
                <a:gd name="connsiteX61" fmla="*/ 1730685 w 3061410"/>
                <a:gd name="connsiteY61" fmla="*/ 2514143 h 2526898"/>
                <a:gd name="connsiteX62" fmla="*/ 2962244 w 3061410"/>
                <a:gd name="connsiteY62" fmla="*/ 1539758 h 2526898"/>
                <a:gd name="connsiteX63" fmla="*/ 3009565 w 3061410"/>
                <a:gd name="connsiteY63" fmla="*/ 1392860 h 2526898"/>
                <a:gd name="connsiteX64" fmla="*/ 3061411 w 3061410"/>
                <a:gd name="connsiteY64" fmla="*/ 996605 h 2526898"/>
                <a:gd name="connsiteX65" fmla="*/ 2952369 w 3061410"/>
                <a:gd name="connsiteY65" fmla="*/ 428351 h 2526898"/>
                <a:gd name="connsiteX66" fmla="*/ 1158316 w 3061410"/>
                <a:gd name="connsiteY66" fmla="*/ 1592016 h 2526898"/>
                <a:gd name="connsiteX67" fmla="*/ 1157493 w 3061410"/>
                <a:gd name="connsiteY67" fmla="*/ 1593662 h 2526898"/>
                <a:gd name="connsiteX68" fmla="*/ 1165723 w 3061410"/>
                <a:gd name="connsiteY68" fmla="*/ 1526591 h 2526898"/>
                <a:gd name="connsiteX69" fmla="*/ 886328 w 3061410"/>
                <a:gd name="connsiteY69" fmla="*/ 1247196 h 2526898"/>
                <a:gd name="connsiteX70" fmla="*/ 646435 w 3061410"/>
                <a:gd name="connsiteY70" fmla="*/ 1383396 h 2526898"/>
                <a:gd name="connsiteX71" fmla="*/ 819668 w 3061410"/>
                <a:gd name="connsiteY71" fmla="*/ 1464046 h 2526898"/>
                <a:gd name="connsiteX72" fmla="*/ 877687 w 3061410"/>
                <a:gd name="connsiteY72" fmla="*/ 1548811 h 2526898"/>
                <a:gd name="connsiteX73" fmla="*/ 1126221 w 3061410"/>
                <a:gd name="connsiteY73" fmla="*/ 1716283 h 2526898"/>
                <a:gd name="connsiteX74" fmla="*/ 1149264 w 3061410"/>
                <a:gd name="connsiteY74" fmla="*/ 1840139 h 2526898"/>
                <a:gd name="connsiteX75" fmla="*/ 1129924 w 3061410"/>
                <a:gd name="connsiteY75" fmla="*/ 1775125 h 2526898"/>
                <a:gd name="connsiteX76" fmla="*/ 762061 w 3061410"/>
                <a:gd name="connsiteY76" fmla="*/ 1630695 h 2526898"/>
                <a:gd name="connsiteX77" fmla="*/ 594589 w 3061410"/>
                <a:gd name="connsiteY77" fmla="*/ 1874703 h 2526898"/>
                <a:gd name="connsiteX78" fmla="*/ 758358 w 3061410"/>
                <a:gd name="connsiteY78" fmla="*/ 1571854 h 2526898"/>
                <a:gd name="connsiteX79" fmla="*/ 871103 w 3061410"/>
                <a:gd name="connsiteY79" fmla="*/ 1548399 h 2526898"/>
                <a:gd name="connsiteX80" fmla="*/ 843945 w 3061410"/>
                <a:gd name="connsiteY80" fmla="*/ 1517127 h 2526898"/>
                <a:gd name="connsiteX81" fmla="*/ 448925 w 3061410"/>
                <a:gd name="connsiteY81" fmla="*/ 1517127 h 2526898"/>
                <a:gd name="connsiteX82" fmla="*/ 382265 w 3061410"/>
                <a:gd name="connsiteY82" fmla="*/ 1805574 h 2526898"/>
                <a:gd name="connsiteX83" fmla="*/ 424236 w 3061410"/>
                <a:gd name="connsiteY83" fmla="*/ 1463634 h 2526898"/>
                <a:gd name="connsiteX84" fmla="*/ 641086 w 3061410"/>
                <a:gd name="connsiteY84" fmla="*/ 1382573 h 2526898"/>
                <a:gd name="connsiteX85" fmla="*/ 906079 w 3061410"/>
                <a:gd name="connsiteY85" fmla="*/ 1191646 h 2526898"/>
                <a:gd name="connsiteX86" fmla="*/ 1176833 w 3061410"/>
                <a:gd name="connsiteY86" fmla="*/ 1401912 h 2526898"/>
                <a:gd name="connsiteX87" fmla="*/ 1185474 w 3061410"/>
                <a:gd name="connsiteY87" fmla="*/ 1470630 h 2526898"/>
                <a:gd name="connsiteX88" fmla="*/ 1158316 w 3061410"/>
                <a:gd name="connsiteY88" fmla="*/ 1592016 h 2526898"/>
                <a:gd name="connsiteX89" fmla="*/ 2678323 w 3061410"/>
                <a:gd name="connsiteY89" fmla="*/ 1805986 h 2526898"/>
                <a:gd name="connsiteX90" fmla="*/ 2611663 w 3061410"/>
                <a:gd name="connsiteY90" fmla="*/ 1517538 h 2526898"/>
                <a:gd name="connsiteX91" fmla="*/ 2216643 w 3061410"/>
                <a:gd name="connsiteY91" fmla="*/ 1517538 h 2526898"/>
                <a:gd name="connsiteX92" fmla="*/ 2189897 w 3061410"/>
                <a:gd name="connsiteY92" fmla="*/ 1548811 h 2526898"/>
                <a:gd name="connsiteX93" fmla="*/ 2302642 w 3061410"/>
                <a:gd name="connsiteY93" fmla="*/ 1572265 h 2526898"/>
                <a:gd name="connsiteX94" fmla="*/ 2466411 w 3061410"/>
                <a:gd name="connsiteY94" fmla="*/ 1875114 h 2526898"/>
                <a:gd name="connsiteX95" fmla="*/ 2298939 w 3061410"/>
                <a:gd name="connsiteY95" fmla="*/ 1631107 h 2526898"/>
                <a:gd name="connsiteX96" fmla="*/ 1931075 w 3061410"/>
                <a:gd name="connsiteY96" fmla="*/ 1775125 h 2526898"/>
                <a:gd name="connsiteX97" fmla="*/ 1911736 w 3061410"/>
                <a:gd name="connsiteY97" fmla="*/ 1840139 h 2526898"/>
                <a:gd name="connsiteX98" fmla="*/ 1934779 w 3061410"/>
                <a:gd name="connsiteY98" fmla="*/ 1716283 h 2526898"/>
                <a:gd name="connsiteX99" fmla="*/ 2183313 w 3061410"/>
                <a:gd name="connsiteY99" fmla="*/ 1548811 h 2526898"/>
                <a:gd name="connsiteX100" fmla="*/ 2241743 w 3061410"/>
                <a:gd name="connsiteY100" fmla="*/ 1464046 h 2526898"/>
                <a:gd name="connsiteX101" fmla="*/ 2414564 w 3061410"/>
                <a:gd name="connsiteY101" fmla="*/ 1383396 h 2526898"/>
                <a:gd name="connsiteX102" fmla="*/ 2174672 w 3061410"/>
                <a:gd name="connsiteY102" fmla="*/ 1247607 h 2526898"/>
                <a:gd name="connsiteX103" fmla="*/ 1895277 w 3061410"/>
                <a:gd name="connsiteY103" fmla="*/ 1527002 h 2526898"/>
                <a:gd name="connsiteX104" fmla="*/ 1903506 w 3061410"/>
                <a:gd name="connsiteY104" fmla="*/ 1594485 h 2526898"/>
                <a:gd name="connsiteX105" fmla="*/ 1875114 w 3061410"/>
                <a:gd name="connsiteY105" fmla="*/ 1471864 h 2526898"/>
                <a:gd name="connsiteX106" fmla="*/ 1883755 w 3061410"/>
                <a:gd name="connsiteY106" fmla="*/ 1403147 h 2526898"/>
                <a:gd name="connsiteX107" fmla="*/ 2154509 w 3061410"/>
                <a:gd name="connsiteY107" fmla="*/ 1192469 h 2526898"/>
                <a:gd name="connsiteX108" fmla="*/ 2419502 w 3061410"/>
                <a:gd name="connsiteY108" fmla="*/ 1383396 h 2526898"/>
                <a:gd name="connsiteX109" fmla="*/ 2636352 w 3061410"/>
                <a:gd name="connsiteY109" fmla="*/ 1464457 h 2526898"/>
                <a:gd name="connsiteX110" fmla="*/ 2678323 w 3061410"/>
                <a:gd name="connsiteY110" fmla="*/ 1805986 h 2526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3061410" h="2526898">
                  <a:moveTo>
                    <a:pt x="2952369" y="428351"/>
                  </a:moveTo>
                  <a:cubicBezTo>
                    <a:pt x="2889412" y="270754"/>
                    <a:pt x="2800944" y="126324"/>
                    <a:pt x="2692725" y="0"/>
                  </a:cubicBezTo>
                  <a:cubicBezTo>
                    <a:pt x="2877068" y="323423"/>
                    <a:pt x="2851145" y="671124"/>
                    <a:pt x="2808351" y="879333"/>
                  </a:cubicBezTo>
                  <a:cubicBezTo>
                    <a:pt x="2791480" y="874807"/>
                    <a:pt x="2773375" y="872338"/>
                    <a:pt x="2755270" y="872338"/>
                  </a:cubicBezTo>
                  <a:cubicBezTo>
                    <a:pt x="2675443" y="872338"/>
                    <a:pt x="2606726" y="919658"/>
                    <a:pt x="2575865" y="987964"/>
                  </a:cubicBezTo>
                  <a:cubicBezTo>
                    <a:pt x="2644170" y="997839"/>
                    <a:pt x="2705892" y="1027054"/>
                    <a:pt x="2755270" y="1069848"/>
                  </a:cubicBezTo>
                  <a:cubicBezTo>
                    <a:pt x="2829748" y="1134039"/>
                    <a:pt x="2876656" y="1229502"/>
                    <a:pt x="2876656" y="1335253"/>
                  </a:cubicBezTo>
                  <a:lnTo>
                    <a:pt x="2876656" y="1337310"/>
                  </a:lnTo>
                  <a:cubicBezTo>
                    <a:pt x="2916982" y="1333607"/>
                    <a:pt x="2956895" y="1351712"/>
                    <a:pt x="2980349" y="1384630"/>
                  </a:cubicBezTo>
                  <a:cubicBezTo>
                    <a:pt x="2952780" y="1359119"/>
                    <a:pt x="2913690" y="1348420"/>
                    <a:pt x="2875834" y="1357884"/>
                  </a:cubicBezTo>
                  <a:lnTo>
                    <a:pt x="2875834" y="1357884"/>
                  </a:lnTo>
                  <a:cubicBezTo>
                    <a:pt x="2870896" y="1359119"/>
                    <a:pt x="2866369" y="1360353"/>
                    <a:pt x="2861432" y="1362410"/>
                  </a:cubicBezTo>
                  <a:cubicBezTo>
                    <a:pt x="2802590" y="1385453"/>
                    <a:pt x="2773786" y="1451702"/>
                    <a:pt x="2796829" y="1510132"/>
                  </a:cubicBezTo>
                  <a:cubicBezTo>
                    <a:pt x="2800533" y="1518773"/>
                    <a:pt x="2804647" y="1527002"/>
                    <a:pt x="2809997" y="1534409"/>
                  </a:cubicBezTo>
                  <a:cubicBezTo>
                    <a:pt x="2797652" y="1522888"/>
                    <a:pt x="2787365" y="1508897"/>
                    <a:pt x="2780782" y="1492027"/>
                  </a:cubicBezTo>
                  <a:cubicBezTo>
                    <a:pt x="2757739" y="1433185"/>
                    <a:pt x="2786542" y="1366937"/>
                    <a:pt x="2845384" y="1344305"/>
                  </a:cubicBezTo>
                  <a:cubicBezTo>
                    <a:pt x="2854437" y="1340602"/>
                    <a:pt x="2864312" y="1338545"/>
                    <a:pt x="2873776" y="1337310"/>
                  </a:cubicBezTo>
                  <a:cubicBezTo>
                    <a:pt x="2853614" y="1176010"/>
                    <a:pt x="2723586" y="1049274"/>
                    <a:pt x="2561052" y="1032815"/>
                  </a:cubicBezTo>
                  <a:cubicBezTo>
                    <a:pt x="2549530" y="1031580"/>
                    <a:pt x="2537597" y="1031169"/>
                    <a:pt x="2525664" y="1031169"/>
                  </a:cubicBezTo>
                  <a:cubicBezTo>
                    <a:pt x="2436373" y="1031169"/>
                    <a:pt x="2354489" y="1064499"/>
                    <a:pt x="2292767" y="1119637"/>
                  </a:cubicBezTo>
                  <a:lnTo>
                    <a:pt x="2291944" y="1118814"/>
                  </a:lnTo>
                  <a:cubicBezTo>
                    <a:pt x="2287006" y="1108527"/>
                    <a:pt x="2281245" y="1098240"/>
                    <a:pt x="2275484" y="1088365"/>
                  </a:cubicBezTo>
                  <a:cubicBezTo>
                    <a:pt x="2212528" y="983849"/>
                    <a:pt x="2097725" y="914309"/>
                    <a:pt x="1966874" y="914309"/>
                  </a:cubicBezTo>
                  <a:cubicBezTo>
                    <a:pt x="1859066" y="914309"/>
                    <a:pt x="1761957" y="962040"/>
                    <a:pt x="1695709" y="1036930"/>
                  </a:cubicBezTo>
                  <a:cubicBezTo>
                    <a:pt x="1648800" y="873984"/>
                    <a:pt x="1640159" y="735726"/>
                    <a:pt x="1640159" y="735726"/>
                  </a:cubicBezTo>
                  <a:lnTo>
                    <a:pt x="1640159" y="660426"/>
                  </a:lnTo>
                  <a:lnTo>
                    <a:pt x="1420429" y="660426"/>
                  </a:lnTo>
                  <a:lnTo>
                    <a:pt x="1420429" y="735726"/>
                  </a:lnTo>
                  <a:cubicBezTo>
                    <a:pt x="1420429" y="735726"/>
                    <a:pt x="1411788" y="873984"/>
                    <a:pt x="1364879" y="1036930"/>
                  </a:cubicBezTo>
                  <a:cubicBezTo>
                    <a:pt x="1299042" y="961629"/>
                    <a:pt x="1201933" y="914309"/>
                    <a:pt x="1093714" y="914309"/>
                  </a:cubicBezTo>
                  <a:cubicBezTo>
                    <a:pt x="962863" y="914309"/>
                    <a:pt x="848060" y="983849"/>
                    <a:pt x="785104" y="1088365"/>
                  </a:cubicBezTo>
                  <a:cubicBezTo>
                    <a:pt x="778932" y="1098240"/>
                    <a:pt x="773582" y="1108527"/>
                    <a:pt x="768645" y="1118814"/>
                  </a:cubicBezTo>
                  <a:lnTo>
                    <a:pt x="767822" y="1119637"/>
                  </a:lnTo>
                  <a:cubicBezTo>
                    <a:pt x="767822" y="1119637"/>
                    <a:pt x="767822" y="1119637"/>
                    <a:pt x="767410" y="1119226"/>
                  </a:cubicBezTo>
                  <a:cubicBezTo>
                    <a:pt x="705277" y="1064499"/>
                    <a:pt x="624215" y="1031169"/>
                    <a:pt x="534924" y="1031169"/>
                  </a:cubicBezTo>
                  <a:cubicBezTo>
                    <a:pt x="522991" y="1031169"/>
                    <a:pt x="511470" y="1031992"/>
                    <a:pt x="499537" y="1032815"/>
                  </a:cubicBezTo>
                  <a:cubicBezTo>
                    <a:pt x="341940" y="1048451"/>
                    <a:pt x="215204" y="1168192"/>
                    <a:pt x="188869" y="1322085"/>
                  </a:cubicBezTo>
                  <a:cubicBezTo>
                    <a:pt x="188869" y="1322085"/>
                    <a:pt x="188869" y="1322085"/>
                    <a:pt x="188869" y="1322085"/>
                  </a:cubicBezTo>
                  <a:cubicBezTo>
                    <a:pt x="188046" y="1327023"/>
                    <a:pt x="187223" y="1331961"/>
                    <a:pt x="186812" y="1336899"/>
                  </a:cubicBezTo>
                  <a:cubicBezTo>
                    <a:pt x="196276" y="1337722"/>
                    <a:pt x="205740" y="1340190"/>
                    <a:pt x="215204" y="1343894"/>
                  </a:cubicBezTo>
                  <a:cubicBezTo>
                    <a:pt x="274046" y="1366937"/>
                    <a:pt x="302849" y="1433185"/>
                    <a:pt x="279806" y="1491615"/>
                  </a:cubicBezTo>
                  <a:cubicBezTo>
                    <a:pt x="273223" y="1508486"/>
                    <a:pt x="262936" y="1522476"/>
                    <a:pt x="250591" y="1533998"/>
                  </a:cubicBezTo>
                  <a:cubicBezTo>
                    <a:pt x="255941" y="1526591"/>
                    <a:pt x="260055" y="1518361"/>
                    <a:pt x="263759" y="1509720"/>
                  </a:cubicBezTo>
                  <a:cubicBezTo>
                    <a:pt x="286802" y="1450879"/>
                    <a:pt x="257998" y="1384630"/>
                    <a:pt x="199156" y="1361999"/>
                  </a:cubicBezTo>
                  <a:cubicBezTo>
                    <a:pt x="194219" y="1359942"/>
                    <a:pt x="189692" y="1358296"/>
                    <a:pt x="184755" y="1357473"/>
                  </a:cubicBezTo>
                  <a:cubicBezTo>
                    <a:pt x="146898" y="1348009"/>
                    <a:pt x="108219" y="1358707"/>
                    <a:pt x="80239" y="1384219"/>
                  </a:cubicBezTo>
                  <a:cubicBezTo>
                    <a:pt x="103693" y="1350889"/>
                    <a:pt x="143607" y="1332784"/>
                    <a:pt x="183932" y="1336899"/>
                  </a:cubicBezTo>
                  <a:lnTo>
                    <a:pt x="183932" y="1334841"/>
                  </a:lnTo>
                  <a:cubicBezTo>
                    <a:pt x="183932" y="1228679"/>
                    <a:pt x="230840" y="1133628"/>
                    <a:pt x="305318" y="1069437"/>
                  </a:cubicBezTo>
                  <a:cubicBezTo>
                    <a:pt x="353461" y="1027877"/>
                    <a:pt x="412714" y="999485"/>
                    <a:pt x="478140" y="988787"/>
                  </a:cubicBezTo>
                  <a:cubicBezTo>
                    <a:pt x="480197" y="988375"/>
                    <a:pt x="482666" y="987964"/>
                    <a:pt x="485135" y="987552"/>
                  </a:cubicBezTo>
                  <a:cubicBezTo>
                    <a:pt x="469910" y="953811"/>
                    <a:pt x="445221" y="925007"/>
                    <a:pt x="414772" y="905256"/>
                  </a:cubicBezTo>
                  <a:cubicBezTo>
                    <a:pt x="383499" y="884271"/>
                    <a:pt x="346055" y="872338"/>
                    <a:pt x="305730" y="872338"/>
                  </a:cubicBezTo>
                  <a:cubicBezTo>
                    <a:pt x="287213" y="872338"/>
                    <a:pt x="269519" y="874807"/>
                    <a:pt x="252649" y="879333"/>
                  </a:cubicBezTo>
                  <a:cubicBezTo>
                    <a:pt x="209855" y="671124"/>
                    <a:pt x="183932" y="323835"/>
                    <a:pt x="368275" y="0"/>
                  </a:cubicBezTo>
                  <a:cubicBezTo>
                    <a:pt x="259644" y="126324"/>
                    <a:pt x="171176" y="271165"/>
                    <a:pt x="108219" y="428351"/>
                  </a:cubicBezTo>
                  <a:cubicBezTo>
                    <a:pt x="38679" y="604053"/>
                    <a:pt x="0" y="795802"/>
                    <a:pt x="0" y="996193"/>
                  </a:cubicBezTo>
                  <a:cubicBezTo>
                    <a:pt x="0" y="1133216"/>
                    <a:pt x="18105" y="1266124"/>
                    <a:pt x="51846" y="1392448"/>
                  </a:cubicBezTo>
                  <a:cubicBezTo>
                    <a:pt x="65425" y="1442649"/>
                    <a:pt x="81062" y="1491615"/>
                    <a:pt x="99167" y="1539347"/>
                  </a:cubicBezTo>
                  <a:cubicBezTo>
                    <a:pt x="146075" y="1663614"/>
                    <a:pt x="209032" y="1780063"/>
                    <a:pt x="285156" y="1886224"/>
                  </a:cubicBezTo>
                  <a:cubicBezTo>
                    <a:pt x="562905" y="2274250"/>
                    <a:pt x="1017178" y="2526899"/>
                    <a:pt x="1530706" y="2526899"/>
                  </a:cubicBezTo>
                  <a:cubicBezTo>
                    <a:pt x="1598600" y="2526899"/>
                    <a:pt x="1665260" y="2522373"/>
                    <a:pt x="1730685" y="2514143"/>
                  </a:cubicBezTo>
                  <a:cubicBezTo>
                    <a:pt x="2296881" y="2440488"/>
                    <a:pt x="2765557" y="2056989"/>
                    <a:pt x="2962244" y="1539758"/>
                  </a:cubicBezTo>
                  <a:cubicBezTo>
                    <a:pt x="2980349" y="1492027"/>
                    <a:pt x="2996397" y="1443060"/>
                    <a:pt x="3009565" y="1392860"/>
                  </a:cubicBezTo>
                  <a:cubicBezTo>
                    <a:pt x="3043306" y="1266536"/>
                    <a:pt x="3061411" y="1133628"/>
                    <a:pt x="3061411" y="996605"/>
                  </a:cubicBezTo>
                  <a:cubicBezTo>
                    <a:pt x="3061411" y="795802"/>
                    <a:pt x="3022732" y="604053"/>
                    <a:pt x="2952369" y="428351"/>
                  </a:cubicBezTo>
                  <a:close/>
                  <a:moveTo>
                    <a:pt x="1158316" y="1592016"/>
                  </a:moveTo>
                  <a:cubicBezTo>
                    <a:pt x="1157905" y="1592839"/>
                    <a:pt x="1157493" y="1593251"/>
                    <a:pt x="1157493" y="1593662"/>
                  </a:cubicBezTo>
                  <a:cubicBezTo>
                    <a:pt x="1162842" y="1572265"/>
                    <a:pt x="1165723" y="1549634"/>
                    <a:pt x="1165723" y="1526591"/>
                  </a:cubicBezTo>
                  <a:cubicBezTo>
                    <a:pt x="1165723" y="1372286"/>
                    <a:pt x="1040633" y="1247196"/>
                    <a:pt x="886328" y="1247196"/>
                  </a:cubicBezTo>
                  <a:cubicBezTo>
                    <a:pt x="784692" y="1247196"/>
                    <a:pt x="695401" y="1301923"/>
                    <a:pt x="646435" y="1383396"/>
                  </a:cubicBezTo>
                  <a:cubicBezTo>
                    <a:pt x="709391" y="1388745"/>
                    <a:pt x="771113" y="1415903"/>
                    <a:pt x="819668" y="1464046"/>
                  </a:cubicBezTo>
                  <a:cubicBezTo>
                    <a:pt x="844768" y="1489146"/>
                    <a:pt x="864108" y="1517950"/>
                    <a:pt x="877687" y="1548811"/>
                  </a:cubicBezTo>
                  <a:cubicBezTo>
                    <a:pt x="982614" y="1551691"/>
                    <a:pt x="1081781" y="1613825"/>
                    <a:pt x="1126221" y="1716283"/>
                  </a:cubicBezTo>
                  <a:cubicBezTo>
                    <a:pt x="1143914" y="1756608"/>
                    <a:pt x="1150910" y="1798991"/>
                    <a:pt x="1149264" y="1840139"/>
                  </a:cubicBezTo>
                  <a:cubicBezTo>
                    <a:pt x="1145560" y="1818330"/>
                    <a:pt x="1139388" y="1796522"/>
                    <a:pt x="1129924" y="1775125"/>
                  </a:cubicBezTo>
                  <a:cubicBezTo>
                    <a:pt x="1068202" y="1633576"/>
                    <a:pt x="903610" y="1568973"/>
                    <a:pt x="762061" y="1630695"/>
                  </a:cubicBezTo>
                  <a:cubicBezTo>
                    <a:pt x="661248" y="1674724"/>
                    <a:pt x="599115" y="1771833"/>
                    <a:pt x="594589" y="1874703"/>
                  </a:cubicBezTo>
                  <a:cubicBezTo>
                    <a:pt x="573192" y="1751259"/>
                    <a:pt x="638205" y="1624112"/>
                    <a:pt x="758358" y="1571854"/>
                  </a:cubicBezTo>
                  <a:cubicBezTo>
                    <a:pt x="795391" y="1555806"/>
                    <a:pt x="833658" y="1548399"/>
                    <a:pt x="871103" y="1548399"/>
                  </a:cubicBezTo>
                  <a:cubicBezTo>
                    <a:pt x="863285" y="1537289"/>
                    <a:pt x="853821" y="1527002"/>
                    <a:pt x="843945" y="1517127"/>
                  </a:cubicBezTo>
                  <a:cubicBezTo>
                    <a:pt x="734903" y="1407673"/>
                    <a:pt x="557967" y="1408085"/>
                    <a:pt x="448925" y="1517127"/>
                  </a:cubicBezTo>
                  <a:cubicBezTo>
                    <a:pt x="370743" y="1595308"/>
                    <a:pt x="348935" y="1707642"/>
                    <a:pt x="382265" y="1805574"/>
                  </a:cubicBezTo>
                  <a:cubicBezTo>
                    <a:pt x="317251" y="1698178"/>
                    <a:pt x="331241" y="1556629"/>
                    <a:pt x="424236" y="1463634"/>
                  </a:cubicBezTo>
                  <a:cubicBezTo>
                    <a:pt x="483900" y="1403970"/>
                    <a:pt x="563316" y="1377224"/>
                    <a:pt x="641086" y="1382573"/>
                  </a:cubicBezTo>
                  <a:cubicBezTo>
                    <a:pt x="678119" y="1271473"/>
                    <a:pt x="782635" y="1191646"/>
                    <a:pt x="906079" y="1191646"/>
                  </a:cubicBezTo>
                  <a:cubicBezTo>
                    <a:pt x="1036518" y="1191646"/>
                    <a:pt x="1146383" y="1280937"/>
                    <a:pt x="1176833" y="1401912"/>
                  </a:cubicBezTo>
                  <a:cubicBezTo>
                    <a:pt x="1182593" y="1423721"/>
                    <a:pt x="1185474" y="1447175"/>
                    <a:pt x="1185474" y="1470630"/>
                  </a:cubicBezTo>
                  <a:cubicBezTo>
                    <a:pt x="1185885" y="1514658"/>
                    <a:pt x="1176010" y="1555395"/>
                    <a:pt x="1158316" y="1592016"/>
                  </a:cubicBezTo>
                  <a:close/>
                  <a:moveTo>
                    <a:pt x="2678323" y="1805986"/>
                  </a:moveTo>
                  <a:cubicBezTo>
                    <a:pt x="2711653" y="1708054"/>
                    <a:pt x="2689433" y="1595720"/>
                    <a:pt x="2611663" y="1517538"/>
                  </a:cubicBezTo>
                  <a:cubicBezTo>
                    <a:pt x="2502621" y="1408496"/>
                    <a:pt x="2325685" y="1408496"/>
                    <a:pt x="2216643" y="1517538"/>
                  </a:cubicBezTo>
                  <a:cubicBezTo>
                    <a:pt x="2206767" y="1527414"/>
                    <a:pt x="2197715" y="1537701"/>
                    <a:pt x="2189897" y="1548811"/>
                  </a:cubicBezTo>
                  <a:cubicBezTo>
                    <a:pt x="2227753" y="1548811"/>
                    <a:pt x="2266020" y="1556217"/>
                    <a:pt x="2302642" y="1572265"/>
                  </a:cubicBezTo>
                  <a:cubicBezTo>
                    <a:pt x="2422794" y="1624935"/>
                    <a:pt x="2487396" y="1751670"/>
                    <a:pt x="2466411" y="1875114"/>
                  </a:cubicBezTo>
                  <a:cubicBezTo>
                    <a:pt x="2461885" y="1771833"/>
                    <a:pt x="2400163" y="1675135"/>
                    <a:pt x="2298939" y="1631107"/>
                  </a:cubicBezTo>
                  <a:cubicBezTo>
                    <a:pt x="2157801" y="1569385"/>
                    <a:pt x="1992797" y="1633987"/>
                    <a:pt x="1931075" y="1775125"/>
                  </a:cubicBezTo>
                  <a:cubicBezTo>
                    <a:pt x="1921611" y="1796522"/>
                    <a:pt x="1915439" y="1818330"/>
                    <a:pt x="1911736" y="1840139"/>
                  </a:cubicBezTo>
                  <a:cubicBezTo>
                    <a:pt x="1910090" y="1798991"/>
                    <a:pt x="1917497" y="1756608"/>
                    <a:pt x="1934779" y="1716283"/>
                  </a:cubicBezTo>
                  <a:cubicBezTo>
                    <a:pt x="1979630" y="1613825"/>
                    <a:pt x="2078385" y="1551691"/>
                    <a:pt x="2183313" y="1548811"/>
                  </a:cubicBezTo>
                  <a:cubicBezTo>
                    <a:pt x="2196892" y="1517950"/>
                    <a:pt x="2216231" y="1489146"/>
                    <a:pt x="2241743" y="1464046"/>
                  </a:cubicBezTo>
                  <a:cubicBezTo>
                    <a:pt x="2289886" y="1415903"/>
                    <a:pt x="2351608" y="1388745"/>
                    <a:pt x="2414564" y="1383396"/>
                  </a:cubicBezTo>
                  <a:cubicBezTo>
                    <a:pt x="2366010" y="1301923"/>
                    <a:pt x="2276719" y="1247196"/>
                    <a:pt x="2174672" y="1247607"/>
                  </a:cubicBezTo>
                  <a:cubicBezTo>
                    <a:pt x="2020367" y="1247607"/>
                    <a:pt x="1895277" y="1372697"/>
                    <a:pt x="1895277" y="1527002"/>
                  </a:cubicBezTo>
                  <a:cubicBezTo>
                    <a:pt x="1895277" y="1550045"/>
                    <a:pt x="1898157" y="1572677"/>
                    <a:pt x="1903506" y="1594485"/>
                  </a:cubicBezTo>
                  <a:cubicBezTo>
                    <a:pt x="1885401" y="1557452"/>
                    <a:pt x="1875114" y="1515892"/>
                    <a:pt x="1875114" y="1471864"/>
                  </a:cubicBezTo>
                  <a:cubicBezTo>
                    <a:pt x="1875114" y="1447998"/>
                    <a:pt x="1877995" y="1424955"/>
                    <a:pt x="1883755" y="1403147"/>
                  </a:cubicBezTo>
                  <a:cubicBezTo>
                    <a:pt x="1914205" y="1282172"/>
                    <a:pt x="2024070" y="1192469"/>
                    <a:pt x="2154509" y="1192469"/>
                  </a:cubicBezTo>
                  <a:cubicBezTo>
                    <a:pt x="2277953" y="1192469"/>
                    <a:pt x="2382880" y="1272708"/>
                    <a:pt x="2419502" y="1383396"/>
                  </a:cubicBezTo>
                  <a:cubicBezTo>
                    <a:pt x="2497272" y="1378047"/>
                    <a:pt x="2577099" y="1404793"/>
                    <a:pt x="2636352" y="1464457"/>
                  </a:cubicBezTo>
                  <a:cubicBezTo>
                    <a:pt x="2729347" y="1557040"/>
                    <a:pt x="2743337" y="1698590"/>
                    <a:pt x="2678323" y="18059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9565301-6A07-4AA3-BBA8-57EDDB9E5955}"/>
                </a:ext>
              </a:extLst>
            </p:cNvPr>
            <p:cNvSpPr/>
            <p:nvPr/>
          </p:nvSpPr>
          <p:spPr>
            <a:xfrm>
              <a:off x="8104190" y="2733049"/>
              <a:ext cx="320159" cy="932413"/>
            </a:xfrm>
            <a:custGeom>
              <a:avLst/>
              <a:gdLst>
                <a:gd name="connsiteX0" fmla="*/ 0 w 320159"/>
                <a:gd name="connsiteY0" fmla="*/ 932414 h 932413"/>
                <a:gd name="connsiteX1" fmla="*/ 823 w 320159"/>
                <a:gd name="connsiteY1" fmla="*/ 930768 h 932413"/>
                <a:gd name="connsiteX2" fmla="*/ 207386 w 320159"/>
                <a:gd name="connsiteY2" fmla="*/ 376505 h 932413"/>
                <a:gd name="connsiteX3" fmla="*/ 262936 w 320159"/>
                <a:gd name="connsiteY3" fmla="*/ 75301 h 932413"/>
                <a:gd name="connsiteX4" fmla="*/ 262936 w 320159"/>
                <a:gd name="connsiteY4" fmla="*/ 0 h 932413"/>
                <a:gd name="connsiteX5" fmla="*/ 320132 w 320159"/>
                <a:gd name="connsiteY5" fmla="*/ 0 h 932413"/>
                <a:gd name="connsiteX6" fmla="*/ 0 w 320159"/>
                <a:gd name="connsiteY6" fmla="*/ 932414 h 932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0159" h="932413">
                  <a:moveTo>
                    <a:pt x="0" y="932414"/>
                  </a:moveTo>
                  <a:cubicBezTo>
                    <a:pt x="0" y="932003"/>
                    <a:pt x="412" y="931591"/>
                    <a:pt x="823" y="930768"/>
                  </a:cubicBezTo>
                  <a:cubicBezTo>
                    <a:pt x="14402" y="903610"/>
                    <a:pt x="160066" y="608168"/>
                    <a:pt x="207386" y="376505"/>
                  </a:cubicBezTo>
                  <a:cubicBezTo>
                    <a:pt x="254295" y="213558"/>
                    <a:pt x="262936" y="75301"/>
                    <a:pt x="262936" y="75301"/>
                  </a:cubicBezTo>
                  <a:lnTo>
                    <a:pt x="262936" y="0"/>
                  </a:lnTo>
                  <a:lnTo>
                    <a:pt x="320132" y="0"/>
                  </a:lnTo>
                  <a:cubicBezTo>
                    <a:pt x="320543" y="-411"/>
                    <a:pt x="320543" y="441930"/>
                    <a:pt x="0" y="932414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664E710-C4B7-4A6D-9252-85056D836840}"/>
                </a:ext>
              </a:extLst>
            </p:cNvPr>
            <p:cNvSpPr/>
            <p:nvPr/>
          </p:nvSpPr>
          <p:spPr>
            <a:xfrm>
              <a:off x="7231441" y="3946093"/>
              <a:ext cx="1474332" cy="652195"/>
            </a:xfrm>
            <a:custGeom>
              <a:avLst/>
              <a:gdLst>
                <a:gd name="connsiteX0" fmla="*/ 1474333 w 1474332"/>
                <a:gd name="connsiteY0" fmla="*/ 476082 h 652195"/>
                <a:gd name="connsiteX1" fmla="*/ 1445529 w 1474332"/>
                <a:gd name="connsiteY1" fmla="*/ 639440 h 652195"/>
                <a:gd name="connsiteX2" fmla="*/ 1245550 w 1474332"/>
                <a:gd name="connsiteY2" fmla="*/ 652196 h 652195"/>
                <a:gd name="connsiteX3" fmla="*/ 0 w 1474332"/>
                <a:gd name="connsiteY3" fmla="*/ 11521 h 652195"/>
                <a:gd name="connsiteX4" fmla="*/ 9053 w 1474332"/>
                <a:gd name="connsiteY4" fmla="*/ 11110 h 652195"/>
                <a:gd name="connsiteX5" fmla="*/ 76947 w 1474332"/>
                <a:gd name="connsiteY5" fmla="*/ 39502 h 652195"/>
                <a:gd name="connsiteX6" fmla="*/ 159654 w 1474332"/>
                <a:gd name="connsiteY6" fmla="*/ 15636 h 652195"/>
                <a:gd name="connsiteX7" fmla="*/ 311490 w 1474332"/>
                <a:gd name="connsiteY7" fmla="*/ 133731 h 652195"/>
                <a:gd name="connsiteX8" fmla="*/ 434523 w 1474332"/>
                <a:gd name="connsiteY8" fmla="*/ 106573 h 652195"/>
                <a:gd name="connsiteX9" fmla="*/ 627096 w 1474332"/>
                <a:gd name="connsiteY9" fmla="*/ 178171 h 652195"/>
                <a:gd name="connsiteX10" fmla="*/ 997839 w 1474332"/>
                <a:gd name="connsiteY10" fmla="*/ 0 h 652195"/>
                <a:gd name="connsiteX11" fmla="*/ 1474333 w 1474332"/>
                <a:gd name="connsiteY11" fmla="*/ 476082 h 65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4332" h="652195">
                  <a:moveTo>
                    <a:pt x="1474333" y="476082"/>
                  </a:moveTo>
                  <a:cubicBezTo>
                    <a:pt x="1474333" y="533278"/>
                    <a:pt x="1464046" y="588416"/>
                    <a:pt x="1445529" y="639440"/>
                  </a:cubicBezTo>
                  <a:cubicBezTo>
                    <a:pt x="1380104" y="648081"/>
                    <a:pt x="1313444" y="652196"/>
                    <a:pt x="1245550" y="652196"/>
                  </a:cubicBezTo>
                  <a:cubicBezTo>
                    <a:pt x="732023" y="652196"/>
                    <a:pt x="277749" y="399547"/>
                    <a:pt x="0" y="11521"/>
                  </a:cubicBezTo>
                  <a:cubicBezTo>
                    <a:pt x="2880" y="11110"/>
                    <a:pt x="6172" y="11110"/>
                    <a:pt x="9053" y="11110"/>
                  </a:cubicBezTo>
                  <a:cubicBezTo>
                    <a:pt x="35799" y="11110"/>
                    <a:pt x="59665" y="22220"/>
                    <a:pt x="76947" y="39502"/>
                  </a:cubicBezTo>
                  <a:cubicBezTo>
                    <a:pt x="101224" y="24689"/>
                    <a:pt x="129205" y="15636"/>
                    <a:pt x="159654" y="15636"/>
                  </a:cubicBezTo>
                  <a:cubicBezTo>
                    <a:pt x="232898" y="15636"/>
                    <a:pt x="294208" y="65837"/>
                    <a:pt x="311490" y="133731"/>
                  </a:cubicBezTo>
                  <a:cubicBezTo>
                    <a:pt x="348935" y="116449"/>
                    <a:pt x="390495" y="106573"/>
                    <a:pt x="434523" y="106573"/>
                  </a:cubicBezTo>
                  <a:cubicBezTo>
                    <a:pt x="508178" y="106573"/>
                    <a:pt x="575249" y="133731"/>
                    <a:pt x="627096" y="178171"/>
                  </a:cubicBezTo>
                  <a:cubicBezTo>
                    <a:pt x="714329" y="69540"/>
                    <a:pt x="848060" y="0"/>
                    <a:pt x="997839" y="0"/>
                  </a:cubicBezTo>
                  <a:cubicBezTo>
                    <a:pt x="1261598" y="411"/>
                    <a:pt x="1474333" y="213558"/>
                    <a:pt x="1474333" y="476082"/>
                  </a:cubicBezTo>
                  <a:close/>
                </a:path>
              </a:pathLst>
            </a:custGeom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EB71D68-C247-4312-8F19-7D5AD8E48E05}"/>
                </a:ext>
              </a:extLst>
            </p:cNvPr>
            <p:cNvSpPr/>
            <p:nvPr/>
          </p:nvSpPr>
          <p:spPr>
            <a:xfrm>
              <a:off x="8257955" y="1805162"/>
              <a:ext cx="219447" cy="927475"/>
            </a:xfrm>
            <a:custGeom>
              <a:avLst/>
              <a:gdLst>
                <a:gd name="connsiteX0" fmla="*/ 219447 w 219447"/>
                <a:gd name="connsiteY0" fmla="*/ 0 h 927475"/>
                <a:gd name="connsiteX1" fmla="*/ 219447 w 219447"/>
                <a:gd name="connsiteY1" fmla="*/ 927476 h 927475"/>
                <a:gd name="connsiteX2" fmla="*/ 109582 w 219447"/>
                <a:gd name="connsiteY2" fmla="*/ 927476 h 927475"/>
                <a:gd name="connsiteX3" fmla="*/ 42922 w 219447"/>
                <a:gd name="connsiteY3" fmla="*/ 694990 h 927475"/>
                <a:gd name="connsiteX4" fmla="*/ 540 w 219447"/>
                <a:gd name="connsiteY4" fmla="*/ 425882 h 927475"/>
                <a:gd name="connsiteX5" fmla="*/ 219447 w 219447"/>
                <a:gd name="connsiteY5" fmla="*/ 0 h 92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9447" h="927475">
                  <a:moveTo>
                    <a:pt x="219447" y="0"/>
                  </a:moveTo>
                  <a:lnTo>
                    <a:pt x="219447" y="927476"/>
                  </a:lnTo>
                  <a:lnTo>
                    <a:pt x="109582" y="927476"/>
                  </a:lnTo>
                  <a:cubicBezTo>
                    <a:pt x="109582" y="927476"/>
                    <a:pt x="73783" y="825840"/>
                    <a:pt x="42922" y="694990"/>
                  </a:cubicBezTo>
                  <a:cubicBezTo>
                    <a:pt x="23171" y="610636"/>
                    <a:pt x="5478" y="514761"/>
                    <a:pt x="540" y="425882"/>
                  </a:cubicBezTo>
                  <a:cubicBezTo>
                    <a:pt x="-12627" y="200391"/>
                    <a:pt x="219447" y="0"/>
                    <a:pt x="219447" y="0"/>
                  </a:cubicBezTo>
                  <a:close/>
                </a:path>
              </a:pathLst>
            </a:custGeom>
            <a:solidFill>
              <a:schemeClr val="accent5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FFF6B4C-C544-4622-B32E-41B677C15D61}"/>
                </a:ext>
              </a:extLst>
            </p:cNvPr>
            <p:cNvSpPr/>
            <p:nvPr/>
          </p:nvSpPr>
          <p:spPr>
            <a:xfrm>
              <a:off x="8215602" y="2500152"/>
              <a:ext cx="150700" cy="306552"/>
            </a:xfrm>
            <a:custGeom>
              <a:avLst/>
              <a:gdLst>
                <a:gd name="connsiteX0" fmla="*/ 75400 w 150700"/>
                <a:gd name="connsiteY0" fmla="*/ 60899 h 306552"/>
                <a:gd name="connsiteX1" fmla="*/ 4625 w 150700"/>
                <a:gd name="connsiteY1" fmla="*/ 306553 h 306552"/>
                <a:gd name="connsiteX2" fmla="*/ 84864 w 150700"/>
                <a:gd name="connsiteY2" fmla="*/ 0 h 306552"/>
                <a:gd name="connsiteX3" fmla="*/ 150701 w 150700"/>
                <a:gd name="connsiteY3" fmla="*/ 230017 h 306552"/>
                <a:gd name="connsiteX4" fmla="*/ 75400 w 150700"/>
                <a:gd name="connsiteY4" fmla="*/ 60899 h 30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00" h="306552">
                  <a:moveTo>
                    <a:pt x="75400" y="60899"/>
                  </a:moveTo>
                  <a:cubicBezTo>
                    <a:pt x="-4839" y="144841"/>
                    <a:pt x="4214" y="290505"/>
                    <a:pt x="4625" y="306553"/>
                  </a:cubicBezTo>
                  <a:cubicBezTo>
                    <a:pt x="1745" y="289682"/>
                    <a:pt x="-23767" y="104105"/>
                    <a:pt x="84864" y="0"/>
                  </a:cubicBezTo>
                  <a:cubicBezTo>
                    <a:pt x="112844" y="118506"/>
                    <a:pt x="144940" y="213147"/>
                    <a:pt x="150701" y="230017"/>
                  </a:cubicBezTo>
                  <a:lnTo>
                    <a:pt x="75400" y="60899"/>
                  </a:lnTo>
                  <a:close/>
                </a:path>
              </a:pathLst>
            </a:custGeom>
            <a:solidFill>
              <a:schemeClr val="accent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73CB65B-7BCD-4C8F-8B2E-CEF2BD6F33EA}"/>
                </a:ext>
              </a:extLst>
            </p:cNvPr>
            <p:cNvSpPr/>
            <p:nvPr/>
          </p:nvSpPr>
          <p:spPr>
            <a:xfrm>
              <a:off x="8338733" y="2642524"/>
              <a:ext cx="276926" cy="90113"/>
            </a:xfrm>
            <a:custGeom>
              <a:avLst/>
              <a:gdLst>
                <a:gd name="connsiteX0" fmla="*/ 276926 w 276926"/>
                <a:gd name="connsiteY0" fmla="*/ 0 h 90113"/>
                <a:gd name="connsiteX1" fmla="*/ 248534 w 276926"/>
                <a:gd name="connsiteY1" fmla="*/ 90114 h 90113"/>
                <a:gd name="connsiteX2" fmla="*/ 28804 w 276926"/>
                <a:gd name="connsiteY2" fmla="*/ 90114 h 90113"/>
                <a:gd name="connsiteX3" fmla="*/ 0 w 276926"/>
                <a:gd name="connsiteY3" fmla="*/ 0 h 90113"/>
                <a:gd name="connsiteX4" fmla="*/ 276926 w 276926"/>
                <a:gd name="connsiteY4" fmla="*/ 0 h 90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926" h="90113">
                  <a:moveTo>
                    <a:pt x="276926" y="0"/>
                  </a:moveTo>
                  <a:cubicBezTo>
                    <a:pt x="260467" y="55138"/>
                    <a:pt x="248534" y="90114"/>
                    <a:pt x="248534" y="90114"/>
                  </a:cubicBezTo>
                  <a:lnTo>
                    <a:pt x="28804" y="90114"/>
                  </a:lnTo>
                  <a:cubicBezTo>
                    <a:pt x="28804" y="90114"/>
                    <a:pt x="16459" y="55138"/>
                    <a:pt x="0" y="0"/>
                  </a:cubicBezTo>
                  <a:lnTo>
                    <a:pt x="276926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59F65CA-83CA-4D51-8A22-018C5B4C89EE}"/>
                </a:ext>
              </a:extLst>
            </p:cNvPr>
            <p:cNvSpPr/>
            <p:nvPr/>
          </p:nvSpPr>
          <p:spPr>
            <a:xfrm>
              <a:off x="7109128" y="2071390"/>
              <a:ext cx="206254" cy="976030"/>
            </a:xfrm>
            <a:custGeom>
              <a:avLst/>
              <a:gdLst>
                <a:gd name="connsiteX0" fmla="*/ 90217 w 206254"/>
                <a:gd name="connsiteY0" fmla="*/ 879333 h 976030"/>
                <a:gd name="connsiteX1" fmla="*/ 21912 w 206254"/>
                <a:gd name="connsiteY1" fmla="*/ 976031 h 976030"/>
                <a:gd name="connsiteX2" fmla="*/ 206255 w 206254"/>
                <a:gd name="connsiteY2" fmla="*/ 0 h 976030"/>
                <a:gd name="connsiteX3" fmla="*/ 90217 w 206254"/>
                <a:gd name="connsiteY3" fmla="*/ 879333 h 97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254" h="976030">
                  <a:moveTo>
                    <a:pt x="90217" y="879333"/>
                  </a:moveTo>
                  <a:cubicBezTo>
                    <a:pt x="67174" y="900318"/>
                    <a:pt x="21912" y="976031"/>
                    <a:pt x="21912" y="976031"/>
                  </a:cubicBezTo>
                  <a:cubicBezTo>
                    <a:pt x="21912" y="976031"/>
                    <a:pt x="-93714" y="451805"/>
                    <a:pt x="206255" y="0"/>
                  </a:cubicBezTo>
                  <a:cubicBezTo>
                    <a:pt x="21500" y="323835"/>
                    <a:pt x="47835" y="671124"/>
                    <a:pt x="90217" y="879333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230D1B0-B801-4981-A72F-E301A2601B3B}"/>
                </a:ext>
              </a:extLst>
            </p:cNvPr>
            <p:cNvSpPr/>
            <p:nvPr/>
          </p:nvSpPr>
          <p:spPr>
            <a:xfrm>
              <a:off x="7136389" y="3102970"/>
              <a:ext cx="578540" cy="290916"/>
            </a:xfrm>
            <a:custGeom>
              <a:avLst/>
              <a:gdLst>
                <a:gd name="connsiteX0" fmla="*/ 578541 w 578540"/>
                <a:gd name="connsiteY0" fmla="*/ 88057 h 290916"/>
                <a:gd name="connsiteX1" fmla="*/ 578541 w 578540"/>
                <a:gd name="connsiteY1" fmla="*/ 88057 h 290916"/>
                <a:gd name="connsiteX2" fmla="*/ 0 w 578540"/>
                <a:gd name="connsiteY2" fmla="*/ 290916 h 290916"/>
                <a:gd name="connsiteX3" fmla="*/ 310667 w 578540"/>
                <a:gd name="connsiteY3" fmla="*/ 1646 h 290916"/>
                <a:gd name="connsiteX4" fmla="*/ 346055 w 578540"/>
                <a:gd name="connsiteY4" fmla="*/ 0 h 290916"/>
                <a:gd name="connsiteX5" fmla="*/ 578541 w 578540"/>
                <a:gd name="connsiteY5" fmla="*/ 88057 h 2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8540" h="290916">
                  <a:moveTo>
                    <a:pt x="578541" y="88057"/>
                  </a:moveTo>
                  <a:lnTo>
                    <a:pt x="578541" y="88057"/>
                  </a:lnTo>
                  <a:cubicBezTo>
                    <a:pt x="312725" y="-62133"/>
                    <a:pt x="57607" y="132085"/>
                    <a:pt x="0" y="290916"/>
                  </a:cubicBezTo>
                  <a:cubicBezTo>
                    <a:pt x="26335" y="137023"/>
                    <a:pt x="153071" y="17282"/>
                    <a:pt x="310667" y="1646"/>
                  </a:cubicBezTo>
                  <a:cubicBezTo>
                    <a:pt x="322189" y="412"/>
                    <a:pt x="334122" y="0"/>
                    <a:pt x="346055" y="0"/>
                  </a:cubicBezTo>
                  <a:cubicBezTo>
                    <a:pt x="434934" y="0"/>
                    <a:pt x="516407" y="32918"/>
                    <a:pt x="578541" y="88057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6216C64-C3AA-4070-8309-3148CB94E090}"/>
                </a:ext>
              </a:extLst>
            </p:cNvPr>
            <p:cNvSpPr/>
            <p:nvPr/>
          </p:nvSpPr>
          <p:spPr>
            <a:xfrm>
              <a:off x="7027758" y="3059826"/>
              <a:ext cx="397901" cy="395782"/>
            </a:xfrm>
            <a:custGeom>
              <a:avLst/>
              <a:gdLst>
                <a:gd name="connsiteX0" fmla="*/ 397901 w 397901"/>
                <a:gd name="connsiteY0" fmla="*/ 350 h 395782"/>
                <a:gd name="connsiteX1" fmla="*/ 225080 w 397901"/>
                <a:gd name="connsiteY1" fmla="*/ 81000 h 395782"/>
                <a:gd name="connsiteX2" fmla="*/ 103693 w 397901"/>
                <a:gd name="connsiteY2" fmla="*/ 346405 h 395782"/>
                <a:gd name="connsiteX3" fmla="*/ 103693 w 397901"/>
                <a:gd name="connsiteY3" fmla="*/ 348462 h 395782"/>
                <a:gd name="connsiteX4" fmla="*/ 0 w 397901"/>
                <a:gd name="connsiteY4" fmla="*/ 395782 h 395782"/>
                <a:gd name="connsiteX5" fmla="*/ 397901 w 397901"/>
                <a:gd name="connsiteY5" fmla="*/ 350 h 39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901" h="395782">
                  <a:moveTo>
                    <a:pt x="397901" y="350"/>
                  </a:moveTo>
                  <a:cubicBezTo>
                    <a:pt x="332476" y="11049"/>
                    <a:pt x="273223" y="39441"/>
                    <a:pt x="225080" y="81000"/>
                  </a:cubicBezTo>
                  <a:cubicBezTo>
                    <a:pt x="150602" y="145191"/>
                    <a:pt x="103693" y="240654"/>
                    <a:pt x="103693" y="346405"/>
                  </a:cubicBezTo>
                  <a:lnTo>
                    <a:pt x="103693" y="348462"/>
                  </a:lnTo>
                  <a:cubicBezTo>
                    <a:pt x="63368" y="344759"/>
                    <a:pt x="23454" y="362864"/>
                    <a:pt x="0" y="395782"/>
                  </a:cubicBezTo>
                  <a:cubicBezTo>
                    <a:pt x="0" y="396194"/>
                    <a:pt x="17282" y="-13640"/>
                    <a:pt x="397901" y="35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4AD7342-2413-4B37-8300-1563B2FE59E4}"/>
                </a:ext>
              </a:extLst>
            </p:cNvPr>
            <p:cNvSpPr/>
            <p:nvPr/>
          </p:nvSpPr>
          <p:spPr>
            <a:xfrm>
              <a:off x="8530071" y="2733049"/>
              <a:ext cx="320131" cy="932413"/>
            </a:xfrm>
            <a:custGeom>
              <a:avLst/>
              <a:gdLst>
                <a:gd name="connsiteX0" fmla="*/ 320132 w 320131"/>
                <a:gd name="connsiteY0" fmla="*/ 932414 h 932413"/>
                <a:gd name="connsiteX1" fmla="*/ 319308 w 320131"/>
                <a:gd name="connsiteY1" fmla="*/ 930768 h 932413"/>
                <a:gd name="connsiteX2" fmla="*/ 112746 w 320131"/>
                <a:gd name="connsiteY2" fmla="*/ 376505 h 932413"/>
                <a:gd name="connsiteX3" fmla="*/ 57196 w 320131"/>
                <a:gd name="connsiteY3" fmla="*/ 75301 h 932413"/>
                <a:gd name="connsiteX4" fmla="*/ 57196 w 320131"/>
                <a:gd name="connsiteY4" fmla="*/ 0 h 932413"/>
                <a:gd name="connsiteX5" fmla="*/ 0 w 320131"/>
                <a:gd name="connsiteY5" fmla="*/ 0 h 932413"/>
                <a:gd name="connsiteX6" fmla="*/ 320132 w 320131"/>
                <a:gd name="connsiteY6" fmla="*/ 932414 h 932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0131" h="932413">
                  <a:moveTo>
                    <a:pt x="320132" y="932414"/>
                  </a:moveTo>
                  <a:cubicBezTo>
                    <a:pt x="320132" y="932003"/>
                    <a:pt x="319720" y="931591"/>
                    <a:pt x="319308" y="930768"/>
                  </a:cubicBezTo>
                  <a:cubicBezTo>
                    <a:pt x="305730" y="903610"/>
                    <a:pt x="160066" y="608168"/>
                    <a:pt x="112746" y="376505"/>
                  </a:cubicBezTo>
                  <a:cubicBezTo>
                    <a:pt x="65837" y="213558"/>
                    <a:pt x="57196" y="75301"/>
                    <a:pt x="57196" y="75301"/>
                  </a:cubicBezTo>
                  <a:lnTo>
                    <a:pt x="57196" y="0"/>
                  </a:lnTo>
                  <a:lnTo>
                    <a:pt x="0" y="0"/>
                  </a:lnTo>
                  <a:cubicBezTo>
                    <a:pt x="0" y="-411"/>
                    <a:pt x="0" y="441930"/>
                    <a:pt x="320132" y="932414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38DD990-8CF1-46D3-BF77-78D6A0591935}"/>
                </a:ext>
              </a:extLst>
            </p:cNvPr>
            <p:cNvSpPr/>
            <p:nvPr/>
          </p:nvSpPr>
          <p:spPr>
            <a:xfrm>
              <a:off x="8248619" y="3946093"/>
              <a:ext cx="1474332" cy="652195"/>
            </a:xfrm>
            <a:custGeom>
              <a:avLst/>
              <a:gdLst>
                <a:gd name="connsiteX0" fmla="*/ 0 w 1474332"/>
                <a:gd name="connsiteY0" fmla="*/ 476082 h 652195"/>
                <a:gd name="connsiteX1" fmla="*/ 28804 w 1474332"/>
                <a:gd name="connsiteY1" fmla="*/ 639440 h 652195"/>
                <a:gd name="connsiteX2" fmla="*/ 228783 w 1474332"/>
                <a:gd name="connsiteY2" fmla="*/ 652196 h 652195"/>
                <a:gd name="connsiteX3" fmla="*/ 1474333 w 1474332"/>
                <a:gd name="connsiteY3" fmla="*/ 11521 h 652195"/>
                <a:gd name="connsiteX4" fmla="*/ 1465280 w 1474332"/>
                <a:gd name="connsiteY4" fmla="*/ 11110 h 652195"/>
                <a:gd name="connsiteX5" fmla="*/ 1396975 w 1474332"/>
                <a:gd name="connsiteY5" fmla="*/ 39502 h 652195"/>
                <a:gd name="connsiteX6" fmla="*/ 1314267 w 1474332"/>
                <a:gd name="connsiteY6" fmla="*/ 15636 h 652195"/>
                <a:gd name="connsiteX7" fmla="*/ 1162431 w 1474332"/>
                <a:gd name="connsiteY7" fmla="*/ 133731 h 652195"/>
                <a:gd name="connsiteX8" fmla="*/ 1039398 w 1474332"/>
                <a:gd name="connsiteY8" fmla="*/ 106573 h 652195"/>
                <a:gd name="connsiteX9" fmla="*/ 846826 w 1474332"/>
                <a:gd name="connsiteY9" fmla="*/ 178171 h 652195"/>
                <a:gd name="connsiteX10" fmla="*/ 476082 w 1474332"/>
                <a:gd name="connsiteY10" fmla="*/ 0 h 652195"/>
                <a:gd name="connsiteX11" fmla="*/ 0 w 1474332"/>
                <a:gd name="connsiteY11" fmla="*/ 476082 h 652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4332" h="652195">
                  <a:moveTo>
                    <a:pt x="0" y="476082"/>
                  </a:moveTo>
                  <a:cubicBezTo>
                    <a:pt x="0" y="533278"/>
                    <a:pt x="10287" y="588416"/>
                    <a:pt x="28804" y="639440"/>
                  </a:cubicBezTo>
                  <a:cubicBezTo>
                    <a:pt x="94229" y="648081"/>
                    <a:pt x="160889" y="652196"/>
                    <a:pt x="228783" y="652196"/>
                  </a:cubicBezTo>
                  <a:cubicBezTo>
                    <a:pt x="742310" y="652196"/>
                    <a:pt x="1196584" y="399547"/>
                    <a:pt x="1474333" y="11521"/>
                  </a:cubicBezTo>
                  <a:cubicBezTo>
                    <a:pt x="1471452" y="11110"/>
                    <a:pt x="1468161" y="11110"/>
                    <a:pt x="1465280" y="11110"/>
                  </a:cubicBezTo>
                  <a:cubicBezTo>
                    <a:pt x="1438534" y="11110"/>
                    <a:pt x="1414668" y="22220"/>
                    <a:pt x="1396975" y="39502"/>
                  </a:cubicBezTo>
                  <a:cubicBezTo>
                    <a:pt x="1372697" y="24689"/>
                    <a:pt x="1344717" y="15636"/>
                    <a:pt x="1314267" y="15636"/>
                  </a:cubicBezTo>
                  <a:cubicBezTo>
                    <a:pt x="1241024" y="15636"/>
                    <a:pt x="1179713" y="65837"/>
                    <a:pt x="1162431" y="133731"/>
                  </a:cubicBezTo>
                  <a:cubicBezTo>
                    <a:pt x="1124986" y="116449"/>
                    <a:pt x="1083427" y="106573"/>
                    <a:pt x="1039398" y="106573"/>
                  </a:cubicBezTo>
                  <a:cubicBezTo>
                    <a:pt x="965743" y="106573"/>
                    <a:pt x="898672" y="133731"/>
                    <a:pt x="846826" y="178171"/>
                  </a:cubicBezTo>
                  <a:cubicBezTo>
                    <a:pt x="759592" y="69540"/>
                    <a:pt x="626273" y="0"/>
                    <a:pt x="476082" y="0"/>
                  </a:cubicBezTo>
                  <a:cubicBezTo>
                    <a:pt x="213147" y="411"/>
                    <a:pt x="0" y="213558"/>
                    <a:pt x="0" y="476082"/>
                  </a:cubicBezTo>
                  <a:close/>
                </a:path>
              </a:pathLst>
            </a:custGeom>
            <a:gradFill>
              <a:gsLst>
                <a:gs pos="100000">
                  <a:schemeClr val="accent4"/>
                </a:gs>
                <a:gs pos="0">
                  <a:schemeClr val="accent3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AEF39FC-ADD3-4BB6-BFA0-B12B32752C36}"/>
                </a:ext>
              </a:extLst>
            </p:cNvPr>
            <p:cNvSpPr/>
            <p:nvPr/>
          </p:nvSpPr>
          <p:spPr>
            <a:xfrm>
              <a:off x="8588090" y="2500152"/>
              <a:ext cx="150700" cy="306552"/>
            </a:xfrm>
            <a:custGeom>
              <a:avLst/>
              <a:gdLst>
                <a:gd name="connsiteX0" fmla="*/ 75301 w 150700"/>
                <a:gd name="connsiteY0" fmla="*/ 60899 h 306552"/>
                <a:gd name="connsiteX1" fmla="*/ 146075 w 150700"/>
                <a:gd name="connsiteY1" fmla="*/ 306553 h 306552"/>
                <a:gd name="connsiteX2" fmla="*/ 65837 w 150700"/>
                <a:gd name="connsiteY2" fmla="*/ 0 h 306552"/>
                <a:gd name="connsiteX3" fmla="*/ 0 w 150700"/>
                <a:gd name="connsiteY3" fmla="*/ 230017 h 306552"/>
                <a:gd name="connsiteX4" fmla="*/ 75301 w 150700"/>
                <a:gd name="connsiteY4" fmla="*/ 60899 h 306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700" h="306552">
                  <a:moveTo>
                    <a:pt x="75301" y="60899"/>
                  </a:moveTo>
                  <a:cubicBezTo>
                    <a:pt x="155540" y="144841"/>
                    <a:pt x="146487" y="290505"/>
                    <a:pt x="146075" y="306553"/>
                  </a:cubicBezTo>
                  <a:cubicBezTo>
                    <a:pt x="148956" y="289682"/>
                    <a:pt x="174467" y="104105"/>
                    <a:pt x="65837" y="0"/>
                  </a:cubicBezTo>
                  <a:cubicBezTo>
                    <a:pt x="37856" y="118506"/>
                    <a:pt x="5761" y="213147"/>
                    <a:pt x="0" y="230017"/>
                  </a:cubicBezTo>
                  <a:lnTo>
                    <a:pt x="75301" y="60899"/>
                  </a:lnTo>
                  <a:close/>
                </a:path>
              </a:pathLst>
            </a:custGeom>
            <a:solidFill>
              <a:schemeClr val="accent1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478FD7C-1CC2-4F94-94BE-4A801C2D59A5}"/>
                </a:ext>
              </a:extLst>
            </p:cNvPr>
            <p:cNvSpPr/>
            <p:nvPr/>
          </p:nvSpPr>
          <p:spPr>
            <a:xfrm>
              <a:off x="9639421" y="2071390"/>
              <a:ext cx="205877" cy="976030"/>
            </a:xfrm>
            <a:custGeom>
              <a:avLst/>
              <a:gdLst>
                <a:gd name="connsiteX0" fmla="*/ 115626 w 205877"/>
                <a:gd name="connsiteY0" fmla="*/ 879333 h 976030"/>
                <a:gd name="connsiteX1" fmla="*/ 183931 w 205877"/>
                <a:gd name="connsiteY1" fmla="*/ 976031 h 976030"/>
                <a:gd name="connsiteX2" fmla="*/ 0 w 205877"/>
                <a:gd name="connsiteY2" fmla="*/ 0 h 976030"/>
                <a:gd name="connsiteX3" fmla="*/ 115626 w 205877"/>
                <a:gd name="connsiteY3" fmla="*/ 879333 h 97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877" h="976030">
                  <a:moveTo>
                    <a:pt x="115626" y="879333"/>
                  </a:moveTo>
                  <a:cubicBezTo>
                    <a:pt x="138669" y="900318"/>
                    <a:pt x="183931" y="976031"/>
                    <a:pt x="183931" y="976031"/>
                  </a:cubicBezTo>
                  <a:cubicBezTo>
                    <a:pt x="183931" y="976031"/>
                    <a:pt x="299557" y="451394"/>
                    <a:pt x="0" y="0"/>
                  </a:cubicBezTo>
                  <a:cubicBezTo>
                    <a:pt x="184343" y="323835"/>
                    <a:pt x="158420" y="671124"/>
                    <a:pt x="115626" y="879333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007C1E0-C1EF-41E1-8C62-A96F94794C4E}"/>
                </a:ext>
              </a:extLst>
            </p:cNvPr>
            <p:cNvSpPr/>
            <p:nvPr/>
          </p:nvSpPr>
          <p:spPr>
            <a:xfrm>
              <a:off x="9239874" y="3102970"/>
              <a:ext cx="578540" cy="290916"/>
            </a:xfrm>
            <a:custGeom>
              <a:avLst/>
              <a:gdLst>
                <a:gd name="connsiteX0" fmla="*/ 0 w 578540"/>
                <a:gd name="connsiteY0" fmla="*/ 88057 h 290916"/>
                <a:gd name="connsiteX1" fmla="*/ 0 w 578540"/>
                <a:gd name="connsiteY1" fmla="*/ 88057 h 290916"/>
                <a:gd name="connsiteX2" fmla="*/ 578541 w 578540"/>
                <a:gd name="connsiteY2" fmla="*/ 290916 h 290916"/>
                <a:gd name="connsiteX3" fmla="*/ 267874 w 578540"/>
                <a:gd name="connsiteY3" fmla="*/ 1646 h 290916"/>
                <a:gd name="connsiteX4" fmla="*/ 232486 w 578540"/>
                <a:gd name="connsiteY4" fmla="*/ 0 h 290916"/>
                <a:gd name="connsiteX5" fmla="*/ 0 w 578540"/>
                <a:gd name="connsiteY5" fmla="*/ 88057 h 2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8540" h="290916">
                  <a:moveTo>
                    <a:pt x="0" y="88057"/>
                  </a:moveTo>
                  <a:lnTo>
                    <a:pt x="0" y="88057"/>
                  </a:lnTo>
                  <a:cubicBezTo>
                    <a:pt x="265816" y="-62133"/>
                    <a:pt x="520934" y="132085"/>
                    <a:pt x="578541" y="290916"/>
                  </a:cubicBezTo>
                  <a:cubicBezTo>
                    <a:pt x="552206" y="137023"/>
                    <a:pt x="425470" y="17282"/>
                    <a:pt x="267874" y="1646"/>
                  </a:cubicBezTo>
                  <a:cubicBezTo>
                    <a:pt x="256352" y="412"/>
                    <a:pt x="244419" y="0"/>
                    <a:pt x="232486" y="0"/>
                  </a:cubicBezTo>
                  <a:cubicBezTo>
                    <a:pt x="143607" y="0"/>
                    <a:pt x="62134" y="32918"/>
                    <a:pt x="0" y="88057"/>
                  </a:cubicBezTo>
                  <a:close/>
                </a:path>
              </a:pathLst>
            </a:custGeom>
            <a:solidFill>
              <a:schemeClr val="accent3"/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41C2117-966D-4775-ABDB-419AAF8B0294}"/>
                </a:ext>
              </a:extLst>
            </p:cNvPr>
            <p:cNvSpPr/>
            <p:nvPr/>
          </p:nvSpPr>
          <p:spPr>
            <a:xfrm>
              <a:off x="9529145" y="3059826"/>
              <a:ext cx="397901" cy="395782"/>
            </a:xfrm>
            <a:custGeom>
              <a:avLst/>
              <a:gdLst>
                <a:gd name="connsiteX0" fmla="*/ 0 w 397901"/>
                <a:gd name="connsiteY0" fmla="*/ 350 h 395782"/>
                <a:gd name="connsiteX1" fmla="*/ 172822 w 397901"/>
                <a:gd name="connsiteY1" fmla="*/ 81000 h 395782"/>
                <a:gd name="connsiteX2" fmla="*/ 294208 w 397901"/>
                <a:gd name="connsiteY2" fmla="*/ 346405 h 395782"/>
                <a:gd name="connsiteX3" fmla="*/ 294208 w 397901"/>
                <a:gd name="connsiteY3" fmla="*/ 348462 h 395782"/>
                <a:gd name="connsiteX4" fmla="*/ 397901 w 397901"/>
                <a:gd name="connsiteY4" fmla="*/ 395782 h 395782"/>
                <a:gd name="connsiteX5" fmla="*/ 0 w 397901"/>
                <a:gd name="connsiteY5" fmla="*/ 350 h 39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901" h="395782">
                  <a:moveTo>
                    <a:pt x="0" y="350"/>
                  </a:moveTo>
                  <a:cubicBezTo>
                    <a:pt x="65425" y="11049"/>
                    <a:pt x="124679" y="39441"/>
                    <a:pt x="172822" y="81000"/>
                  </a:cubicBezTo>
                  <a:cubicBezTo>
                    <a:pt x="247300" y="145191"/>
                    <a:pt x="294208" y="240654"/>
                    <a:pt x="294208" y="346405"/>
                  </a:cubicBezTo>
                  <a:lnTo>
                    <a:pt x="294208" y="348462"/>
                  </a:lnTo>
                  <a:cubicBezTo>
                    <a:pt x="334533" y="344759"/>
                    <a:pt x="374447" y="362864"/>
                    <a:pt x="397901" y="395782"/>
                  </a:cubicBezTo>
                  <a:cubicBezTo>
                    <a:pt x="397901" y="396194"/>
                    <a:pt x="380619" y="-13640"/>
                    <a:pt x="0" y="350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4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482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D0A9EDE-1EEA-48ED-9871-8296BC549582}"/>
              </a:ext>
            </a:extLst>
          </p:cNvPr>
          <p:cNvSpPr/>
          <p:nvPr/>
        </p:nvSpPr>
        <p:spPr>
          <a:xfrm rot="10800000">
            <a:off x="8956280" y="-3775183"/>
            <a:ext cx="10487685" cy="7038828"/>
          </a:xfrm>
          <a:custGeom>
            <a:avLst/>
            <a:gdLst>
              <a:gd name="connsiteX0" fmla="*/ 509635 w 10487685"/>
              <a:gd name="connsiteY0" fmla="*/ 6046754 h 7038828"/>
              <a:gd name="connsiteX1" fmla="*/ 187114 w 10487685"/>
              <a:gd name="connsiteY1" fmla="*/ 2752078 h 7038828"/>
              <a:gd name="connsiteX2" fmla="*/ 2360409 w 10487685"/>
              <a:gd name="connsiteY2" fmla="*/ 57788 h 7038828"/>
              <a:gd name="connsiteX3" fmla="*/ 5972644 w 10487685"/>
              <a:gd name="connsiteY3" fmla="*/ 2816582 h 7038828"/>
              <a:gd name="connsiteX4" fmla="*/ 10423433 w 10487685"/>
              <a:gd name="connsiteY4" fmla="*/ 5262780 h 7038828"/>
              <a:gd name="connsiteX5" fmla="*/ 2653159 w 10487685"/>
              <a:gd name="connsiteY5" fmla="*/ 6205534 h 7038828"/>
              <a:gd name="connsiteX6" fmla="*/ 509635 w 10487685"/>
              <a:gd name="connsiteY6" fmla="*/ 6046754 h 7038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7685" h="7038828">
                <a:moveTo>
                  <a:pt x="509635" y="6046754"/>
                </a:moveTo>
                <a:cubicBezTo>
                  <a:pt x="-41131" y="5039497"/>
                  <a:pt x="-140369" y="3853611"/>
                  <a:pt x="187114" y="2752078"/>
                </a:cubicBezTo>
                <a:cubicBezTo>
                  <a:pt x="569178" y="1481842"/>
                  <a:pt x="1313457" y="-349084"/>
                  <a:pt x="2360409" y="57788"/>
                </a:cubicBezTo>
                <a:cubicBezTo>
                  <a:pt x="3933319" y="668097"/>
                  <a:pt x="2603540" y="3794069"/>
                  <a:pt x="5972644" y="2816582"/>
                </a:cubicBezTo>
                <a:cubicBezTo>
                  <a:pt x="9341747" y="1839096"/>
                  <a:pt x="10825343" y="3794069"/>
                  <a:pt x="10423433" y="5262780"/>
                </a:cubicBezTo>
                <a:cubicBezTo>
                  <a:pt x="10021522" y="6731490"/>
                  <a:pt x="4067289" y="3744451"/>
                  <a:pt x="2653159" y="6205534"/>
                </a:cubicBezTo>
                <a:cubicBezTo>
                  <a:pt x="1849338" y="7609740"/>
                  <a:pt x="1040554" y="7019279"/>
                  <a:pt x="509635" y="6046754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2248914-64E2-4235-A533-3A279A206D2A}"/>
              </a:ext>
            </a:extLst>
          </p:cNvPr>
          <p:cNvSpPr/>
          <p:nvPr/>
        </p:nvSpPr>
        <p:spPr>
          <a:xfrm rot="10800000">
            <a:off x="13637233" y="6558841"/>
            <a:ext cx="8321332" cy="6944781"/>
          </a:xfrm>
          <a:custGeom>
            <a:avLst/>
            <a:gdLst>
              <a:gd name="connsiteX0" fmla="*/ 5822222 w 8321332"/>
              <a:gd name="connsiteY0" fmla="*/ 136314 h 6944781"/>
              <a:gd name="connsiteX1" fmla="*/ 7772234 w 8321332"/>
              <a:gd name="connsiteY1" fmla="*/ 1932508 h 6944781"/>
              <a:gd name="connsiteX2" fmla="*/ 7846662 w 8321332"/>
              <a:gd name="connsiteY2" fmla="*/ 4750845 h 6944781"/>
              <a:gd name="connsiteX3" fmla="*/ 4120304 w 8321332"/>
              <a:gd name="connsiteY3" fmla="*/ 5098175 h 6944781"/>
              <a:gd name="connsiteX4" fmla="*/ 36693 w 8321332"/>
              <a:gd name="connsiteY4" fmla="*/ 6100471 h 6944781"/>
              <a:gd name="connsiteX5" fmla="*/ 4398168 w 8321332"/>
              <a:gd name="connsiteY5" fmla="*/ 1232886 h 6944781"/>
              <a:gd name="connsiteX6" fmla="*/ 5822222 w 8321332"/>
              <a:gd name="connsiteY6" fmla="*/ 136314 h 69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21332" h="6944781">
                <a:moveTo>
                  <a:pt x="5822222" y="136314"/>
                </a:moveTo>
                <a:cubicBezTo>
                  <a:pt x="6700472" y="434026"/>
                  <a:pt x="7395132" y="1088992"/>
                  <a:pt x="7772234" y="1932508"/>
                </a:cubicBezTo>
                <a:cubicBezTo>
                  <a:pt x="8208877" y="2905033"/>
                  <a:pt x="8714987" y="4413438"/>
                  <a:pt x="7846662" y="4750845"/>
                </a:cubicBezTo>
                <a:cubicBezTo>
                  <a:pt x="6541692" y="5251993"/>
                  <a:pt x="5708100" y="2647016"/>
                  <a:pt x="4120304" y="5098175"/>
                </a:cubicBezTo>
                <a:cubicBezTo>
                  <a:pt x="2532509" y="7554296"/>
                  <a:pt x="567612" y="7202004"/>
                  <a:pt x="36693" y="6100471"/>
                </a:cubicBezTo>
                <a:cubicBezTo>
                  <a:pt x="-489265" y="5003900"/>
                  <a:pt x="4819926" y="3490532"/>
                  <a:pt x="4398168" y="1232886"/>
                </a:cubicBezTo>
                <a:cubicBezTo>
                  <a:pt x="4155037" y="-57198"/>
                  <a:pt x="4973744" y="-156435"/>
                  <a:pt x="5822222" y="136314"/>
                </a:cubicBez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627849F-1E43-400F-AD1A-1474A0539E23}"/>
              </a:ext>
            </a:extLst>
          </p:cNvPr>
          <p:cNvSpPr/>
          <p:nvPr/>
        </p:nvSpPr>
        <p:spPr>
          <a:xfrm rot="11066626">
            <a:off x="-4648200" y="-2547519"/>
            <a:ext cx="7937765" cy="5758850"/>
          </a:xfrm>
          <a:custGeom>
            <a:avLst/>
            <a:gdLst>
              <a:gd name="connsiteX0" fmla="*/ 2143743 w 10744581"/>
              <a:gd name="connsiteY0" fmla="*/ 7795083 h 7795195"/>
              <a:gd name="connsiteX1" fmla="*/ 675033 w 10744581"/>
              <a:gd name="connsiteY1" fmla="*/ 7328667 h 7795195"/>
              <a:gd name="connsiteX2" fmla="*/ 220 w 10744581"/>
              <a:gd name="connsiteY2" fmla="*/ 6093164 h 7795195"/>
              <a:gd name="connsiteX3" fmla="*/ 2724281 w 10744581"/>
              <a:gd name="connsiteY3" fmla="*/ 3230171 h 7795195"/>
              <a:gd name="connsiteX4" fmla="*/ 3071612 w 10744581"/>
              <a:gd name="connsiteY4" fmla="*/ 0 h 7795195"/>
              <a:gd name="connsiteX5" fmla="*/ 7507516 w 10744581"/>
              <a:gd name="connsiteY5" fmla="*/ 3612234 h 7795195"/>
              <a:gd name="connsiteX6" fmla="*/ 10246461 w 10744581"/>
              <a:gd name="connsiteY6" fmla="*/ 6440495 h 7795195"/>
              <a:gd name="connsiteX7" fmla="*/ 5373915 w 10744581"/>
              <a:gd name="connsiteY7" fmla="*/ 6500037 h 7795195"/>
              <a:gd name="connsiteX8" fmla="*/ 2143743 w 10744581"/>
              <a:gd name="connsiteY8" fmla="*/ 7795083 h 779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44581" h="7795195">
                <a:moveTo>
                  <a:pt x="2143743" y="7795083"/>
                </a:moveTo>
                <a:cubicBezTo>
                  <a:pt x="1617787" y="7800044"/>
                  <a:pt x="1096791" y="7641265"/>
                  <a:pt x="675033" y="7328667"/>
                </a:cubicBezTo>
                <a:cubicBezTo>
                  <a:pt x="317779" y="7060727"/>
                  <a:pt x="-9704" y="6658816"/>
                  <a:pt x="220" y="6093164"/>
                </a:cubicBezTo>
                <a:cubicBezTo>
                  <a:pt x="20067" y="4837814"/>
                  <a:pt x="3681920" y="5254610"/>
                  <a:pt x="2724281" y="3230171"/>
                </a:cubicBezTo>
                <a:cubicBezTo>
                  <a:pt x="1761681" y="1205732"/>
                  <a:pt x="1712062" y="0"/>
                  <a:pt x="3071612" y="0"/>
                </a:cubicBezTo>
                <a:cubicBezTo>
                  <a:pt x="4431161" y="0"/>
                  <a:pt x="4957119" y="5080945"/>
                  <a:pt x="7507516" y="3612234"/>
                </a:cubicBezTo>
                <a:cubicBezTo>
                  <a:pt x="10057911" y="2143524"/>
                  <a:pt x="11591127" y="5358810"/>
                  <a:pt x="10246461" y="6440495"/>
                </a:cubicBezTo>
                <a:cubicBezTo>
                  <a:pt x="8901798" y="7522181"/>
                  <a:pt x="6108271" y="5120639"/>
                  <a:pt x="5373915" y="6500037"/>
                </a:cubicBezTo>
                <a:cubicBezTo>
                  <a:pt x="4823148" y="7542028"/>
                  <a:pt x="3141077" y="7785159"/>
                  <a:pt x="2143743" y="7795083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F61430E-7F02-4AFC-B6A7-CC91AD8186B1}"/>
              </a:ext>
            </a:extLst>
          </p:cNvPr>
          <p:cNvSpPr/>
          <p:nvPr/>
        </p:nvSpPr>
        <p:spPr>
          <a:xfrm rot="10800000">
            <a:off x="-2528202" y="5622995"/>
            <a:ext cx="7937765" cy="8183419"/>
          </a:xfrm>
          <a:custGeom>
            <a:avLst/>
            <a:gdLst>
              <a:gd name="connsiteX0" fmla="*/ 6632754 w 7937765"/>
              <a:gd name="connsiteY0" fmla="*/ 4202238 h 8183419"/>
              <a:gd name="connsiteX1" fmla="*/ 4360221 w 7937765"/>
              <a:gd name="connsiteY1" fmla="*/ 922448 h 8183419"/>
              <a:gd name="connsiteX2" fmla="*/ 3278536 w 7937765"/>
              <a:gd name="connsiteY2" fmla="*/ 59084 h 8183419"/>
              <a:gd name="connsiteX3" fmla="*/ 2866702 w 7937765"/>
              <a:gd name="connsiteY3" fmla="*/ 2554900 h 8183419"/>
              <a:gd name="connsiteX4" fmla="*/ 251801 w 7937765"/>
              <a:gd name="connsiteY4" fmla="*/ 4514835 h 8183419"/>
              <a:gd name="connsiteX5" fmla="*/ 4027778 w 7937765"/>
              <a:gd name="connsiteY5" fmla="*/ 4698424 h 8183419"/>
              <a:gd name="connsiteX6" fmla="*/ 4573582 w 7937765"/>
              <a:gd name="connsiteY6" fmla="*/ 7715235 h 8183419"/>
              <a:gd name="connsiteX7" fmla="*/ 7873220 w 7937765"/>
              <a:gd name="connsiteY7" fmla="*/ 6246524 h 8183419"/>
              <a:gd name="connsiteX8" fmla="*/ 6632754 w 7937765"/>
              <a:gd name="connsiteY8" fmla="*/ 4202238 h 8183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37765" h="8183419">
                <a:moveTo>
                  <a:pt x="6632754" y="4202238"/>
                </a:moveTo>
                <a:cubicBezTo>
                  <a:pt x="5665192" y="3269408"/>
                  <a:pt x="4901065" y="2152989"/>
                  <a:pt x="4360221" y="922448"/>
                </a:cubicBezTo>
                <a:cubicBezTo>
                  <a:pt x="4112128" y="341910"/>
                  <a:pt x="3739989" y="-179085"/>
                  <a:pt x="3278536" y="59084"/>
                </a:cubicBezTo>
                <a:cubicBezTo>
                  <a:pt x="2365554" y="535423"/>
                  <a:pt x="3715179" y="2227417"/>
                  <a:pt x="2866702" y="2554900"/>
                </a:cubicBezTo>
                <a:cubicBezTo>
                  <a:pt x="2018224" y="2882383"/>
                  <a:pt x="-859655" y="3090781"/>
                  <a:pt x="251801" y="4514835"/>
                </a:cubicBezTo>
                <a:cubicBezTo>
                  <a:pt x="1368220" y="5943851"/>
                  <a:pt x="3010596" y="3577043"/>
                  <a:pt x="4027778" y="4698424"/>
                </a:cubicBezTo>
                <a:cubicBezTo>
                  <a:pt x="5044959" y="5819804"/>
                  <a:pt x="3973197" y="6941185"/>
                  <a:pt x="4573582" y="7715235"/>
                </a:cubicBezTo>
                <a:cubicBezTo>
                  <a:pt x="5173968" y="8489285"/>
                  <a:pt x="8433911" y="8494247"/>
                  <a:pt x="7873220" y="6246524"/>
                </a:cubicBezTo>
                <a:cubicBezTo>
                  <a:pt x="7644974" y="5323618"/>
                  <a:pt x="7158712" y="4708348"/>
                  <a:pt x="6632754" y="4202238"/>
                </a:cubicBez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60891B-B9A1-4523-AC6F-22C414181984}"/>
              </a:ext>
            </a:extLst>
          </p:cNvPr>
          <p:cNvGrpSpPr/>
          <p:nvPr/>
        </p:nvGrpSpPr>
        <p:grpSpPr>
          <a:xfrm flipH="1">
            <a:off x="10123715" y="2361454"/>
            <a:ext cx="4065041" cy="4705526"/>
            <a:chOff x="16199578" y="342900"/>
            <a:chExt cx="1154972" cy="133694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E1E511C-37D6-4768-A3EB-D84F83BB3D50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26ECE78F-FEC9-43CF-88DA-BD7FA3184B84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D3539B13-958F-49B5-9AF0-107187BC9CDB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0746D8AB-8044-4EEC-A21E-DF235A6ABE80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0F0B8DD-B0D5-4154-AF46-DCB2C93BEB8C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031793C2-5594-4E25-B53C-FB901A699218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36B2DCD-A632-4ED8-98E0-83A3519B881B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ED144A3-84A8-4871-8147-DA3F45C70B5A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C25D07-FC50-45FD-80C8-7B6EC4784968}"/>
                </a:ext>
              </a:extLst>
            </p:cNvPr>
            <p:cNvSpPr txBox="1"/>
            <p:nvPr/>
          </p:nvSpPr>
          <p:spPr>
            <a:xfrm>
              <a:off x="16260233" y="1513701"/>
              <a:ext cx="1033663" cy="166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FD4845F-E78D-452C-ACEC-BC85F8029F46}"/>
              </a:ext>
            </a:extLst>
          </p:cNvPr>
          <p:cNvSpPr txBox="1"/>
          <p:nvPr/>
        </p:nvSpPr>
        <p:spPr>
          <a:xfrm>
            <a:off x="2026418" y="2278070"/>
            <a:ext cx="6629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8000" dirty="0">
                <a:gradFill>
                  <a:gsLst>
                    <a:gs pos="100000">
                      <a:schemeClr val="accent4"/>
                    </a:gs>
                    <a:gs pos="1000">
                      <a:schemeClr val="accent5"/>
                    </a:gs>
                  </a:gsLst>
                  <a:lin ang="6600000" scaled="0"/>
                </a:gradFill>
              </a:rPr>
              <a:t>VIVID TEMPLATE</a:t>
            </a:r>
            <a:endParaRPr lang="uk-UA" sz="8000" dirty="0">
              <a:gradFill>
                <a:gsLst>
                  <a:gs pos="100000">
                    <a:schemeClr val="accent4"/>
                  </a:gs>
                  <a:gs pos="1000">
                    <a:schemeClr val="accent5"/>
                  </a:gs>
                </a:gsLst>
                <a:lin ang="6600000" scaled="0"/>
              </a:gra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AAE6C9-D106-4FEB-B638-EA3DB659668F}"/>
              </a:ext>
            </a:extLst>
          </p:cNvPr>
          <p:cNvSpPr txBox="1"/>
          <p:nvPr/>
        </p:nvSpPr>
        <p:spPr>
          <a:xfrm>
            <a:off x="2815631" y="4893067"/>
            <a:ext cx="58401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</p:spTree>
    <p:extLst>
      <p:ext uri="{BB962C8B-B14F-4D97-AF65-F5344CB8AC3E}">
        <p14:creationId xmlns:p14="http://schemas.microsoft.com/office/powerpoint/2010/main" val="165987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5C8E7F18-8ED9-45AF-8B49-ABB1DD99B4FD}"/>
              </a:ext>
            </a:extLst>
          </p:cNvPr>
          <p:cNvGrpSpPr/>
          <p:nvPr/>
        </p:nvGrpSpPr>
        <p:grpSpPr>
          <a:xfrm rot="10800000">
            <a:off x="1343022" y="0"/>
            <a:ext cx="2619378" cy="10286999"/>
            <a:chOff x="8672751" y="0"/>
            <a:chExt cx="2619378" cy="10286999"/>
          </a:xfrm>
          <a:solidFill>
            <a:schemeClr val="bg2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56F1029-0FF1-449C-B03C-775FDCDA8DD3}"/>
                </a:ext>
              </a:extLst>
            </p:cNvPr>
            <p:cNvSpPr/>
            <p:nvPr/>
          </p:nvSpPr>
          <p:spPr>
            <a:xfrm>
              <a:off x="8672751" y="556591"/>
              <a:ext cx="2619378" cy="4904960"/>
            </a:xfrm>
            <a:custGeom>
              <a:avLst/>
              <a:gdLst>
                <a:gd name="connsiteX0" fmla="*/ 840274 w 2619378"/>
                <a:gd name="connsiteY0" fmla="*/ 4636605 h 4904960"/>
                <a:gd name="connsiteX1" fmla="*/ 566948 w 2619378"/>
                <a:gd name="connsiteY1" fmla="*/ 4547152 h 4904960"/>
                <a:gd name="connsiteX2" fmla="*/ 40174 w 2619378"/>
                <a:gd name="connsiteY2" fmla="*/ 3513483 h 4904960"/>
                <a:gd name="connsiteX3" fmla="*/ 1426683 w 2619378"/>
                <a:gd name="connsiteY3" fmla="*/ 377687 h 4904960"/>
                <a:gd name="connsiteX4" fmla="*/ 2077696 w 2619378"/>
                <a:gd name="connsiteY4" fmla="*/ 0 h 4904960"/>
                <a:gd name="connsiteX5" fmla="*/ 1615526 w 2619378"/>
                <a:gd name="connsiteY5" fmla="*/ 1421296 h 4904960"/>
                <a:gd name="connsiteX6" fmla="*/ 1441591 w 2619378"/>
                <a:gd name="connsiteY6" fmla="*/ 1962978 h 4904960"/>
                <a:gd name="connsiteX7" fmla="*/ 1421713 w 2619378"/>
                <a:gd name="connsiteY7" fmla="*/ 2151822 h 4904960"/>
                <a:gd name="connsiteX8" fmla="*/ 1421713 w 2619378"/>
                <a:gd name="connsiteY8" fmla="*/ 2166731 h 4904960"/>
                <a:gd name="connsiteX9" fmla="*/ 1426683 w 2619378"/>
                <a:gd name="connsiteY9" fmla="*/ 2196548 h 4904960"/>
                <a:gd name="connsiteX10" fmla="*/ 1431652 w 2619378"/>
                <a:gd name="connsiteY10" fmla="*/ 2211457 h 4904960"/>
                <a:gd name="connsiteX11" fmla="*/ 1451530 w 2619378"/>
                <a:gd name="connsiteY11" fmla="*/ 2271092 h 4904960"/>
                <a:gd name="connsiteX12" fmla="*/ 1456500 w 2619378"/>
                <a:gd name="connsiteY12" fmla="*/ 2286000 h 4904960"/>
                <a:gd name="connsiteX13" fmla="*/ 1456500 w 2619378"/>
                <a:gd name="connsiteY13" fmla="*/ 2290970 h 4904960"/>
                <a:gd name="connsiteX14" fmla="*/ 1461470 w 2619378"/>
                <a:gd name="connsiteY14" fmla="*/ 2300909 h 4904960"/>
                <a:gd name="connsiteX15" fmla="*/ 1466439 w 2619378"/>
                <a:gd name="connsiteY15" fmla="*/ 2315817 h 4904960"/>
                <a:gd name="connsiteX16" fmla="*/ 1481348 w 2619378"/>
                <a:gd name="connsiteY16" fmla="*/ 2340665 h 4904960"/>
                <a:gd name="connsiteX17" fmla="*/ 1501226 w 2619378"/>
                <a:gd name="connsiteY17" fmla="*/ 2370483 h 4904960"/>
                <a:gd name="connsiteX18" fmla="*/ 1506196 w 2619378"/>
                <a:gd name="connsiteY18" fmla="*/ 2380422 h 4904960"/>
                <a:gd name="connsiteX19" fmla="*/ 1516135 w 2619378"/>
                <a:gd name="connsiteY19" fmla="*/ 2390361 h 4904960"/>
                <a:gd name="connsiteX20" fmla="*/ 1560861 w 2619378"/>
                <a:gd name="connsiteY20" fmla="*/ 2440057 h 4904960"/>
                <a:gd name="connsiteX21" fmla="*/ 1575770 w 2619378"/>
                <a:gd name="connsiteY21" fmla="*/ 2449996 h 4904960"/>
                <a:gd name="connsiteX22" fmla="*/ 1635404 w 2619378"/>
                <a:gd name="connsiteY22" fmla="*/ 2494722 h 4904960"/>
                <a:gd name="connsiteX23" fmla="*/ 1650313 w 2619378"/>
                <a:gd name="connsiteY23" fmla="*/ 2504661 h 4904960"/>
                <a:gd name="connsiteX24" fmla="*/ 1665222 w 2619378"/>
                <a:gd name="connsiteY24" fmla="*/ 2514600 h 4904960"/>
                <a:gd name="connsiteX25" fmla="*/ 1680130 w 2619378"/>
                <a:gd name="connsiteY25" fmla="*/ 2524539 h 4904960"/>
                <a:gd name="connsiteX26" fmla="*/ 1734796 w 2619378"/>
                <a:gd name="connsiteY26" fmla="*/ 2544418 h 4904960"/>
                <a:gd name="connsiteX27" fmla="*/ 1888852 w 2619378"/>
                <a:gd name="connsiteY27" fmla="*/ 2594113 h 4904960"/>
                <a:gd name="connsiteX28" fmla="*/ 2311265 w 2619378"/>
                <a:gd name="connsiteY28" fmla="*/ 2733261 h 4904960"/>
                <a:gd name="connsiteX29" fmla="*/ 2400717 w 2619378"/>
                <a:gd name="connsiteY29" fmla="*/ 2773018 h 4904960"/>
                <a:gd name="connsiteX30" fmla="*/ 2400717 w 2619378"/>
                <a:gd name="connsiteY30" fmla="*/ 2773018 h 4904960"/>
                <a:gd name="connsiteX31" fmla="*/ 2425565 w 2619378"/>
                <a:gd name="connsiteY31" fmla="*/ 2787926 h 4904960"/>
                <a:gd name="connsiteX32" fmla="*/ 2440474 w 2619378"/>
                <a:gd name="connsiteY32" fmla="*/ 2797865 h 4904960"/>
                <a:gd name="connsiteX33" fmla="*/ 2445444 w 2619378"/>
                <a:gd name="connsiteY33" fmla="*/ 2797865 h 4904960"/>
                <a:gd name="connsiteX34" fmla="*/ 2455383 w 2619378"/>
                <a:gd name="connsiteY34" fmla="*/ 2807804 h 4904960"/>
                <a:gd name="connsiteX35" fmla="*/ 2455383 w 2619378"/>
                <a:gd name="connsiteY35" fmla="*/ 2807804 h 4904960"/>
                <a:gd name="connsiteX36" fmla="*/ 2470291 w 2619378"/>
                <a:gd name="connsiteY36" fmla="*/ 2817744 h 4904960"/>
                <a:gd name="connsiteX37" fmla="*/ 2480231 w 2619378"/>
                <a:gd name="connsiteY37" fmla="*/ 2822713 h 4904960"/>
                <a:gd name="connsiteX38" fmla="*/ 2500109 w 2619378"/>
                <a:gd name="connsiteY38" fmla="*/ 2842592 h 4904960"/>
                <a:gd name="connsiteX39" fmla="*/ 2515017 w 2619378"/>
                <a:gd name="connsiteY39" fmla="*/ 2862470 h 4904960"/>
                <a:gd name="connsiteX40" fmla="*/ 2549804 w 2619378"/>
                <a:gd name="connsiteY40" fmla="*/ 2912166 h 4904960"/>
                <a:gd name="connsiteX41" fmla="*/ 2554774 w 2619378"/>
                <a:gd name="connsiteY41" fmla="*/ 2922104 h 4904960"/>
                <a:gd name="connsiteX42" fmla="*/ 2564713 w 2619378"/>
                <a:gd name="connsiteY42" fmla="*/ 2937013 h 4904960"/>
                <a:gd name="connsiteX43" fmla="*/ 2579622 w 2619378"/>
                <a:gd name="connsiteY43" fmla="*/ 2966831 h 4904960"/>
                <a:gd name="connsiteX44" fmla="*/ 2589561 w 2619378"/>
                <a:gd name="connsiteY44" fmla="*/ 2991678 h 4904960"/>
                <a:gd name="connsiteX45" fmla="*/ 2594531 w 2619378"/>
                <a:gd name="connsiteY45" fmla="*/ 2991678 h 4904960"/>
                <a:gd name="connsiteX46" fmla="*/ 2594531 w 2619378"/>
                <a:gd name="connsiteY46" fmla="*/ 3006587 h 4904960"/>
                <a:gd name="connsiteX47" fmla="*/ 2594531 w 2619378"/>
                <a:gd name="connsiteY47" fmla="*/ 3006587 h 4904960"/>
                <a:gd name="connsiteX48" fmla="*/ 2609439 w 2619378"/>
                <a:gd name="connsiteY48" fmla="*/ 3016526 h 4904960"/>
                <a:gd name="connsiteX49" fmla="*/ 2609439 w 2619378"/>
                <a:gd name="connsiteY49" fmla="*/ 3016526 h 4904960"/>
                <a:gd name="connsiteX50" fmla="*/ 2609439 w 2619378"/>
                <a:gd name="connsiteY50" fmla="*/ 3041374 h 4904960"/>
                <a:gd name="connsiteX51" fmla="*/ 2609439 w 2619378"/>
                <a:gd name="connsiteY51" fmla="*/ 3046344 h 4904960"/>
                <a:gd name="connsiteX52" fmla="*/ 2614409 w 2619378"/>
                <a:gd name="connsiteY52" fmla="*/ 3071191 h 4904960"/>
                <a:gd name="connsiteX53" fmla="*/ 2619378 w 2619378"/>
                <a:gd name="connsiteY53" fmla="*/ 3105978 h 4904960"/>
                <a:gd name="connsiteX54" fmla="*/ 2619378 w 2619378"/>
                <a:gd name="connsiteY54" fmla="*/ 3135796 h 4904960"/>
                <a:gd name="connsiteX55" fmla="*/ 2619378 w 2619378"/>
                <a:gd name="connsiteY55" fmla="*/ 3165613 h 4904960"/>
                <a:gd name="connsiteX56" fmla="*/ 2614409 w 2619378"/>
                <a:gd name="connsiteY56" fmla="*/ 3235187 h 4904960"/>
                <a:gd name="connsiteX57" fmla="*/ 2604470 w 2619378"/>
                <a:gd name="connsiteY57" fmla="*/ 3289852 h 4904960"/>
                <a:gd name="connsiteX58" fmla="*/ 2599500 w 2619378"/>
                <a:gd name="connsiteY58" fmla="*/ 3309731 h 4904960"/>
                <a:gd name="connsiteX59" fmla="*/ 2385809 w 2619378"/>
                <a:gd name="connsiteY59" fmla="*/ 3975652 h 4904960"/>
                <a:gd name="connsiteX60" fmla="*/ 2147270 w 2619378"/>
                <a:gd name="connsiteY60" fmla="*/ 4904961 h 4904960"/>
                <a:gd name="connsiteX61" fmla="*/ 840274 w 2619378"/>
                <a:gd name="connsiteY61" fmla="*/ 4636605 h 490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619378" h="4904960">
                  <a:moveTo>
                    <a:pt x="840274" y="4636605"/>
                  </a:moveTo>
                  <a:lnTo>
                    <a:pt x="566948" y="4547152"/>
                  </a:lnTo>
                  <a:cubicBezTo>
                    <a:pt x="134596" y="4408005"/>
                    <a:pt x="-98974" y="3945835"/>
                    <a:pt x="40174" y="3513483"/>
                  </a:cubicBezTo>
                  <a:lnTo>
                    <a:pt x="1426683" y="377687"/>
                  </a:lnTo>
                  <a:lnTo>
                    <a:pt x="2077696" y="0"/>
                  </a:lnTo>
                  <a:lnTo>
                    <a:pt x="1615526" y="1421296"/>
                  </a:lnTo>
                  <a:lnTo>
                    <a:pt x="1441591" y="1962978"/>
                  </a:lnTo>
                  <a:cubicBezTo>
                    <a:pt x="1421713" y="2027583"/>
                    <a:pt x="1416743" y="2092187"/>
                    <a:pt x="1421713" y="2151822"/>
                  </a:cubicBezTo>
                  <a:cubicBezTo>
                    <a:pt x="1421713" y="2156791"/>
                    <a:pt x="1421713" y="2161761"/>
                    <a:pt x="1421713" y="2166731"/>
                  </a:cubicBezTo>
                  <a:cubicBezTo>
                    <a:pt x="1421713" y="2176670"/>
                    <a:pt x="1426683" y="2186609"/>
                    <a:pt x="1426683" y="2196548"/>
                  </a:cubicBezTo>
                  <a:cubicBezTo>
                    <a:pt x="1426683" y="2201518"/>
                    <a:pt x="1426683" y="2206487"/>
                    <a:pt x="1431652" y="2211457"/>
                  </a:cubicBezTo>
                  <a:cubicBezTo>
                    <a:pt x="1436622" y="2231335"/>
                    <a:pt x="1441591" y="2251213"/>
                    <a:pt x="1451530" y="2271092"/>
                  </a:cubicBezTo>
                  <a:cubicBezTo>
                    <a:pt x="1451530" y="2276061"/>
                    <a:pt x="1456500" y="2281030"/>
                    <a:pt x="1456500" y="2286000"/>
                  </a:cubicBezTo>
                  <a:cubicBezTo>
                    <a:pt x="1456500" y="2286000"/>
                    <a:pt x="1456500" y="2286000"/>
                    <a:pt x="1456500" y="2290970"/>
                  </a:cubicBezTo>
                  <a:cubicBezTo>
                    <a:pt x="1456500" y="2295939"/>
                    <a:pt x="1461470" y="2300909"/>
                    <a:pt x="1461470" y="2300909"/>
                  </a:cubicBezTo>
                  <a:cubicBezTo>
                    <a:pt x="1461470" y="2305878"/>
                    <a:pt x="1466439" y="2310848"/>
                    <a:pt x="1466439" y="2315817"/>
                  </a:cubicBezTo>
                  <a:cubicBezTo>
                    <a:pt x="1471409" y="2325757"/>
                    <a:pt x="1476378" y="2335696"/>
                    <a:pt x="1481348" y="2340665"/>
                  </a:cubicBezTo>
                  <a:cubicBezTo>
                    <a:pt x="1486317" y="2350604"/>
                    <a:pt x="1496257" y="2360544"/>
                    <a:pt x="1501226" y="2370483"/>
                  </a:cubicBezTo>
                  <a:cubicBezTo>
                    <a:pt x="1501226" y="2375452"/>
                    <a:pt x="1506196" y="2375452"/>
                    <a:pt x="1506196" y="2380422"/>
                  </a:cubicBezTo>
                  <a:cubicBezTo>
                    <a:pt x="1506196" y="2385391"/>
                    <a:pt x="1511165" y="2385391"/>
                    <a:pt x="1516135" y="2390361"/>
                  </a:cubicBezTo>
                  <a:cubicBezTo>
                    <a:pt x="1531043" y="2405270"/>
                    <a:pt x="1545952" y="2425148"/>
                    <a:pt x="1560861" y="2440057"/>
                  </a:cubicBezTo>
                  <a:cubicBezTo>
                    <a:pt x="1565830" y="2445026"/>
                    <a:pt x="1570800" y="2449996"/>
                    <a:pt x="1575770" y="2449996"/>
                  </a:cubicBezTo>
                  <a:cubicBezTo>
                    <a:pt x="1595648" y="2464904"/>
                    <a:pt x="1615526" y="2479813"/>
                    <a:pt x="1635404" y="2494722"/>
                  </a:cubicBezTo>
                  <a:cubicBezTo>
                    <a:pt x="1640374" y="2499691"/>
                    <a:pt x="1645343" y="2499691"/>
                    <a:pt x="1650313" y="2504661"/>
                  </a:cubicBezTo>
                  <a:cubicBezTo>
                    <a:pt x="1655283" y="2509631"/>
                    <a:pt x="1660252" y="2509631"/>
                    <a:pt x="1665222" y="2514600"/>
                  </a:cubicBezTo>
                  <a:cubicBezTo>
                    <a:pt x="1670191" y="2519570"/>
                    <a:pt x="1675161" y="2519570"/>
                    <a:pt x="1680130" y="2524539"/>
                  </a:cubicBezTo>
                  <a:cubicBezTo>
                    <a:pt x="1695039" y="2534478"/>
                    <a:pt x="1714917" y="2539448"/>
                    <a:pt x="1734796" y="2544418"/>
                  </a:cubicBezTo>
                  <a:lnTo>
                    <a:pt x="1888852" y="2594113"/>
                  </a:lnTo>
                  <a:lnTo>
                    <a:pt x="2311265" y="2733261"/>
                  </a:lnTo>
                  <a:cubicBezTo>
                    <a:pt x="2341083" y="2743200"/>
                    <a:pt x="2370900" y="2758109"/>
                    <a:pt x="2400717" y="2773018"/>
                  </a:cubicBezTo>
                  <a:cubicBezTo>
                    <a:pt x="2400717" y="2773018"/>
                    <a:pt x="2400717" y="2773018"/>
                    <a:pt x="2400717" y="2773018"/>
                  </a:cubicBezTo>
                  <a:cubicBezTo>
                    <a:pt x="2410657" y="2777987"/>
                    <a:pt x="2415626" y="2782957"/>
                    <a:pt x="2425565" y="2787926"/>
                  </a:cubicBezTo>
                  <a:cubicBezTo>
                    <a:pt x="2430535" y="2792896"/>
                    <a:pt x="2435504" y="2797865"/>
                    <a:pt x="2440474" y="2797865"/>
                  </a:cubicBezTo>
                  <a:cubicBezTo>
                    <a:pt x="2440474" y="2797865"/>
                    <a:pt x="2440474" y="2797865"/>
                    <a:pt x="2445444" y="2797865"/>
                  </a:cubicBezTo>
                  <a:cubicBezTo>
                    <a:pt x="2450413" y="2797865"/>
                    <a:pt x="2450413" y="2802835"/>
                    <a:pt x="2455383" y="2807804"/>
                  </a:cubicBezTo>
                  <a:cubicBezTo>
                    <a:pt x="2455383" y="2807804"/>
                    <a:pt x="2455383" y="2807804"/>
                    <a:pt x="2455383" y="2807804"/>
                  </a:cubicBezTo>
                  <a:cubicBezTo>
                    <a:pt x="2460352" y="2812774"/>
                    <a:pt x="2465322" y="2817744"/>
                    <a:pt x="2470291" y="2817744"/>
                  </a:cubicBezTo>
                  <a:cubicBezTo>
                    <a:pt x="2475261" y="2817744"/>
                    <a:pt x="2475261" y="2822713"/>
                    <a:pt x="2480231" y="2822713"/>
                  </a:cubicBezTo>
                  <a:cubicBezTo>
                    <a:pt x="2485200" y="2827683"/>
                    <a:pt x="2490170" y="2832652"/>
                    <a:pt x="2500109" y="2842592"/>
                  </a:cubicBezTo>
                  <a:cubicBezTo>
                    <a:pt x="2505078" y="2847561"/>
                    <a:pt x="2510048" y="2852530"/>
                    <a:pt x="2515017" y="2862470"/>
                  </a:cubicBezTo>
                  <a:cubicBezTo>
                    <a:pt x="2529926" y="2877378"/>
                    <a:pt x="2539865" y="2892287"/>
                    <a:pt x="2549804" y="2912166"/>
                  </a:cubicBezTo>
                  <a:cubicBezTo>
                    <a:pt x="2554774" y="2917135"/>
                    <a:pt x="2554774" y="2917135"/>
                    <a:pt x="2554774" y="2922104"/>
                  </a:cubicBezTo>
                  <a:cubicBezTo>
                    <a:pt x="2559744" y="2927074"/>
                    <a:pt x="2559744" y="2932043"/>
                    <a:pt x="2564713" y="2937013"/>
                  </a:cubicBezTo>
                  <a:cubicBezTo>
                    <a:pt x="2569683" y="2946952"/>
                    <a:pt x="2574652" y="2956891"/>
                    <a:pt x="2579622" y="2966831"/>
                  </a:cubicBezTo>
                  <a:cubicBezTo>
                    <a:pt x="2584591" y="2976770"/>
                    <a:pt x="2589561" y="2981739"/>
                    <a:pt x="2589561" y="2991678"/>
                  </a:cubicBezTo>
                  <a:cubicBezTo>
                    <a:pt x="2589561" y="2991678"/>
                    <a:pt x="2594531" y="2991678"/>
                    <a:pt x="2594531" y="2991678"/>
                  </a:cubicBezTo>
                  <a:cubicBezTo>
                    <a:pt x="2594531" y="2996648"/>
                    <a:pt x="2594531" y="3001617"/>
                    <a:pt x="2594531" y="3006587"/>
                  </a:cubicBezTo>
                  <a:cubicBezTo>
                    <a:pt x="2594531" y="3006587"/>
                    <a:pt x="2594531" y="3006587"/>
                    <a:pt x="2594531" y="3006587"/>
                  </a:cubicBezTo>
                  <a:cubicBezTo>
                    <a:pt x="2594531" y="3011557"/>
                    <a:pt x="2609439" y="3011557"/>
                    <a:pt x="2609439" y="3016526"/>
                  </a:cubicBezTo>
                  <a:lnTo>
                    <a:pt x="2609439" y="3016526"/>
                  </a:lnTo>
                  <a:cubicBezTo>
                    <a:pt x="2609439" y="3026465"/>
                    <a:pt x="2609439" y="3031435"/>
                    <a:pt x="2609439" y="3041374"/>
                  </a:cubicBezTo>
                  <a:cubicBezTo>
                    <a:pt x="2609439" y="3041374"/>
                    <a:pt x="2609439" y="3046344"/>
                    <a:pt x="2609439" y="3046344"/>
                  </a:cubicBezTo>
                  <a:cubicBezTo>
                    <a:pt x="2609439" y="3056283"/>
                    <a:pt x="2614409" y="3061252"/>
                    <a:pt x="2614409" y="3071191"/>
                  </a:cubicBezTo>
                  <a:cubicBezTo>
                    <a:pt x="2614409" y="3081130"/>
                    <a:pt x="2619378" y="3096039"/>
                    <a:pt x="2619378" y="3105978"/>
                  </a:cubicBezTo>
                  <a:cubicBezTo>
                    <a:pt x="2619378" y="3115918"/>
                    <a:pt x="2619378" y="3125857"/>
                    <a:pt x="2619378" y="3135796"/>
                  </a:cubicBezTo>
                  <a:cubicBezTo>
                    <a:pt x="2619378" y="3145735"/>
                    <a:pt x="2619378" y="3155674"/>
                    <a:pt x="2619378" y="3165613"/>
                  </a:cubicBezTo>
                  <a:cubicBezTo>
                    <a:pt x="2619378" y="3190461"/>
                    <a:pt x="2619378" y="3215309"/>
                    <a:pt x="2614409" y="3235187"/>
                  </a:cubicBezTo>
                  <a:cubicBezTo>
                    <a:pt x="2609439" y="3255065"/>
                    <a:pt x="2609439" y="3269974"/>
                    <a:pt x="2604470" y="3289852"/>
                  </a:cubicBezTo>
                  <a:cubicBezTo>
                    <a:pt x="2604470" y="3294822"/>
                    <a:pt x="2599500" y="3299791"/>
                    <a:pt x="2599500" y="3309731"/>
                  </a:cubicBezTo>
                  <a:lnTo>
                    <a:pt x="2385809" y="3975652"/>
                  </a:lnTo>
                  <a:lnTo>
                    <a:pt x="2147270" y="4904961"/>
                  </a:lnTo>
                  <a:lnTo>
                    <a:pt x="840274" y="4636605"/>
                  </a:lnTo>
                  <a:close/>
                </a:path>
              </a:pathLst>
            </a:custGeom>
            <a:grpFill/>
            <a:ln w="49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A6D7500-0ED5-48B9-85D0-0D69531EAF04}"/>
                </a:ext>
              </a:extLst>
            </p:cNvPr>
            <p:cNvSpPr/>
            <p:nvPr/>
          </p:nvSpPr>
          <p:spPr>
            <a:xfrm>
              <a:off x="9542842" y="0"/>
              <a:ext cx="904460" cy="1625047"/>
            </a:xfrm>
            <a:custGeom>
              <a:avLst/>
              <a:gdLst>
                <a:gd name="connsiteX0" fmla="*/ 203752 w 904460"/>
                <a:gd name="connsiteY0" fmla="*/ 1625048 h 1625047"/>
                <a:gd name="connsiteX1" fmla="*/ 223630 w 904460"/>
                <a:gd name="connsiteY1" fmla="*/ 1510748 h 1625047"/>
                <a:gd name="connsiteX2" fmla="*/ 0 w 904460"/>
                <a:gd name="connsiteY2" fmla="*/ 0 h 1625047"/>
                <a:gd name="connsiteX3" fmla="*/ 904461 w 904460"/>
                <a:gd name="connsiteY3" fmla="*/ 0 h 1625047"/>
                <a:gd name="connsiteX4" fmla="*/ 854765 w 904460"/>
                <a:gd name="connsiteY4" fmla="*/ 109330 h 1625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460" h="1625047">
                  <a:moveTo>
                    <a:pt x="203752" y="1625048"/>
                  </a:moveTo>
                  <a:lnTo>
                    <a:pt x="223630" y="1510748"/>
                  </a:lnTo>
                  <a:lnTo>
                    <a:pt x="0" y="0"/>
                  </a:lnTo>
                  <a:lnTo>
                    <a:pt x="904461" y="0"/>
                  </a:lnTo>
                  <a:lnTo>
                    <a:pt x="854765" y="109330"/>
                  </a:lnTo>
                  <a:close/>
                </a:path>
              </a:pathLst>
            </a:custGeom>
            <a:grpFill/>
            <a:ln w="49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78B5C05-AA4F-4A8E-8603-1B1C055E6FC9}"/>
                </a:ext>
              </a:extLst>
            </p:cNvPr>
            <p:cNvSpPr/>
            <p:nvPr/>
          </p:nvSpPr>
          <p:spPr>
            <a:xfrm>
              <a:off x="9274486" y="7673008"/>
              <a:ext cx="1679713" cy="2613991"/>
            </a:xfrm>
            <a:custGeom>
              <a:avLst/>
              <a:gdLst>
                <a:gd name="connsiteX0" fmla="*/ 829917 w 1679713"/>
                <a:gd name="connsiteY0" fmla="*/ 2613992 h 2613991"/>
                <a:gd name="connsiteX1" fmla="*/ 1679713 w 1679713"/>
                <a:gd name="connsiteY1" fmla="*/ 0 h 2613991"/>
                <a:gd name="connsiteX2" fmla="*/ 0 w 1679713"/>
                <a:gd name="connsiteY2" fmla="*/ 2613992 h 2613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9713" h="2613991">
                  <a:moveTo>
                    <a:pt x="829917" y="2613992"/>
                  </a:moveTo>
                  <a:lnTo>
                    <a:pt x="1679713" y="0"/>
                  </a:lnTo>
                  <a:lnTo>
                    <a:pt x="0" y="2613992"/>
                  </a:lnTo>
                  <a:close/>
                </a:path>
              </a:pathLst>
            </a:custGeom>
            <a:grpFill/>
            <a:ln w="495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2A05BF-C3D4-4558-AF87-942BA377C2B2}"/>
              </a:ext>
            </a:extLst>
          </p:cNvPr>
          <p:cNvSpPr/>
          <p:nvPr/>
        </p:nvSpPr>
        <p:spPr>
          <a:xfrm>
            <a:off x="14411321" y="556591"/>
            <a:ext cx="2619378" cy="4904960"/>
          </a:xfrm>
          <a:custGeom>
            <a:avLst/>
            <a:gdLst>
              <a:gd name="connsiteX0" fmla="*/ 840274 w 2619378"/>
              <a:gd name="connsiteY0" fmla="*/ 4636605 h 4904960"/>
              <a:gd name="connsiteX1" fmla="*/ 566948 w 2619378"/>
              <a:gd name="connsiteY1" fmla="*/ 4547152 h 4904960"/>
              <a:gd name="connsiteX2" fmla="*/ 40174 w 2619378"/>
              <a:gd name="connsiteY2" fmla="*/ 3513483 h 4904960"/>
              <a:gd name="connsiteX3" fmla="*/ 1426683 w 2619378"/>
              <a:gd name="connsiteY3" fmla="*/ 377687 h 4904960"/>
              <a:gd name="connsiteX4" fmla="*/ 2077696 w 2619378"/>
              <a:gd name="connsiteY4" fmla="*/ 0 h 4904960"/>
              <a:gd name="connsiteX5" fmla="*/ 1615526 w 2619378"/>
              <a:gd name="connsiteY5" fmla="*/ 1421296 h 4904960"/>
              <a:gd name="connsiteX6" fmla="*/ 1441591 w 2619378"/>
              <a:gd name="connsiteY6" fmla="*/ 1962978 h 4904960"/>
              <a:gd name="connsiteX7" fmla="*/ 1421713 w 2619378"/>
              <a:gd name="connsiteY7" fmla="*/ 2151822 h 4904960"/>
              <a:gd name="connsiteX8" fmla="*/ 1421713 w 2619378"/>
              <a:gd name="connsiteY8" fmla="*/ 2166731 h 4904960"/>
              <a:gd name="connsiteX9" fmla="*/ 1426683 w 2619378"/>
              <a:gd name="connsiteY9" fmla="*/ 2196548 h 4904960"/>
              <a:gd name="connsiteX10" fmla="*/ 1431652 w 2619378"/>
              <a:gd name="connsiteY10" fmla="*/ 2211457 h 4904960"/>
              <a:gd name="connsiteX11" fmla="*/ 1451530 w 2619378"/>
              <a:gd name="connsiteY11" fmla="*/ 2271092 h 4904960"/>
              <a:gd name="connsiteX12" fmla="*/ 1456500 w 2619378"/>
              <a:gd name="connsiteY12" fmla="*/ 2286000 h 4904960"/>
              <a:gd name="connsiteX13" fmla="*/ 1456500 w 2619378"/>
              <a:gd name="connsiteY13" fmla="*/ 2290970 h 4904960"/>
              <a:gd name="connsiteX14" fmla="*/ 1461470 w 2619378"/>
              <a:gd name="connsiteY14" fmla="*/ 2300909 h 4904960"/>
              <a:gd name="connsiteX15" fmla="*/ 1466439 w 2619378"/>
              <a:gd name="connsiteY15" fmla="*/ 2315817 h 4904960"/>
              <a:gd name="connsiteX16" fmla="*/ 1481348 w 2619378"/>
              <a:gd name="connsiteY16" fmla="*/ 2340665 h 4904960"/>
              <a:gd name="connsiteX17" fmla="*/ 1501226 w 2619378"/>
              <a:gd name="connsiteY17" fmla="*/ 2370483 h 4904960"/>
              <a:gd name="connsiteX18" fmla="*/ 1506196 w 2619378"/>
              <a:gd name="connsiteY18" fmla="*/ 2380422 h 4904960"/>
              <a:gd name="connsiteX19" fmla="*/ 1516135 w 2619378"/>
              <a:gd name="connsiteY19" fmla="*/ 2390361 h 4904960"/>
              <a:gd name="connsiteX20" fmla="*/ 1560861 w 2619378"/>
              <a:gd name="connsiteY20" fmla="*/ 2440057 h 4904960"/>
              <a:gd name="connsiteX21" fmla="*/ 1575770 w 2619378"/>
              <a:gd name="connsiteY21" fmla="*/ 2449996 h 4904960"/>
              <a:gd name="connsiteX22" fmla="*/ 1635404 w 2619378"/>
              <a:gd name="connsiteY22" fmla="*/ 2494722 h 4904960"/>
              <a:gd name="connsiteX23" fmla="*/ 1650313 w 2619378"/>
              <a:gd name="connsiteY23" fmla="*/ 2504661 h 4904960"/>
              <a:gd name="connsiteX24" fmla="*/ 1665222 w 2619378"/>
              <a:gd name="connsiteY24" fmla="*/ 2514600 h 4904960"/>
              <a:gd name="connsiteX25" fmla="*/ 1680130 w 2619378"/>
              <a:gd name="connsiteY25" fmla="*/ 2524539 h 4904960"/>
              <a:gd name="connsiteX26" fmla="*/ 1734796 w 2619378"/>
              <a:gd name="connsiteY26" fmla="*/ 2544418 h 4904960"/>
              <a:gd name="connsiteX27" fmla="*/ 1888852 w 2619378"/>
              <a:gd name="connsiteY27" fmla="*/ 2594113 h 4904960"/>
              <a:gd name="connsiteX28" fmla="*/ 2311265 w 2619378"/>
              <a:gd name="connsiteY28" fmla="*/ 2733261 h 4904960"/>
              <a:gd name="connsiteX29" fmla="*/ 2400717 w 2619378"/>
              <a:gd name="connsiteY29" fmla="*/ 2773018 h 4904960"/>
              <a:gd name="connsiteX30" fmla="*/ 2400717 w 2619378"/>
              <a:gd name="connsiteY30" fmla="*/ 2773018 h 4904960"/>
              <a:gd name="connsiteX31" fmla="*/ 2425565 w 2619378"/>
              <a:gd name="connsiteY31" fmla="*/ 2787926 h 4904960"/>
              <a:gd name="connsiteX32" fmla="*/ 2440474 w 2619378"/>
              <a:gd name="connsiteY32" fmla="*/ 2797865 h 4904960"/>
              <a:gd name="connsiteX33" fmla="*/ 2445444 w 2619378"/>
              <a:gd name="connsiteY33" fmla="*/ 2797865 h 4904960"/>
              <a:gd name="connsiteX34" fmla="*/ 2455383 w 2619378"/>
              <a:gd name="connsiteY34" fmla="*/ 2807804 h 4904960"/>
              <a:gd name="connsiteX35" fmla="*/ 2455383 w 2619378"/>
              <a:gd name="connsiteY35" fmla="*/ 2807804 h 4904960"/>
              <a:gd name="connsiteX36" fmla="*/ 2470291 w 2619378"/>
              <a:gd name="connsiteY36" fmla="*/ 2817744 h 4904960"/>
              <a:gd name="connsiteX37" fmla="*/ 2480231 w 2619378"/>
              <a:gd name="connsiteY37" fmla="*/ 2822713 h 4904960"/>
              <a:gd name="connsiteX38" fmla="*/ 2500109 w 2619378"/>
              <a:gd name="connsiteY38" fmla="*/ 2842592 h 4904960"/>
              <a:gd name="connsiteX39" fmla="*/ 2515017 w 2619378"/>
              <a:gd name="connsiteY39" fmla="*/ 2862470 h 4904960"/>
              <a:gd name="connsiteX40" fmla="*/ 2549804 w 2619378"/>
              <a:gd name="connsiteY40" fmla="*/ 2912166 h 4904960"/>
              <a:gd name="connsiteX41" fmla="*/ 2554774 w 2619378"/>
              <a:gd name="connsiteY41" fmla="*/ 2922104 h 4904960"/>
              <a:gd name="connsiteX42" fmla="*/ 2564713 w 2619378"/>
              <a:gd name="connsiteY42" fmla="*/ 2937013 h 4904960"/>
              <a:gd name="connsiteX43" fmla="*/ 2579622 w 2619378"/>
              <a:gd name="connsiteY43" fmla="*/ 2966831 h 4904960"/>
              <a:gd name="connsiteX44" fmla="*/ 2589561 w 2619378"/>
              <a:gd name="connsiteY44" fmla="*/ 2991678 h 4904960"/>
              <a:gd name="connsiteX45" fmla="*/ 2594531 w 2619378"/>
              <a:gd name="connsiteY45" fmla="*/ 2991678 h 4904960"/>
              <a:gd name="connsiteX46" fmla="*/ 2594531 w 2619378"/>
              <a:gd name="connsiteY46" fmla="*/ 3006587 h 4904960"/>
              <a:gd name="connsiteX47" fmla="*/ 2594531 w 2619378"/>
              <a:gd name="connsiteY47" fmla="*/ 3006587 h 4904960"/>
              <a:gd name="connsiteX48" fmla="*/ 2609439 w 2619378"/>
              <a:gd name="connsiteY48" fmla="*/ 3016526 h 4904960"/>
              <a:gd name="connsiteX49" fmla="*/ 2609439 w 2619378"/>
              <a:gd name="connsiteY49" fmla="*/ 3016526 h 4904960"/>
              <a:gd name="connsiteX50" fmla="*/ 2609439 w 2619378"/>
              <a:gd name="connsiteY50" fmla="*/ 3041374 h 4904960"/>
              <a:gd name="connsiteX51" fmla="*/ 2609439 w 2619378"/>
              <a:gd name="connsiteY51" fmla="*/ 3046344 h 4904960"/>
              <a:gd name="connsiteX52" fmla="*/ 2614409 w 2619378"/>
              <a:gd name="connsiteY52" fmla="*/ 3071191 h 4904960"/>
              <a:gd name="connsiteX53" fmla="*/ 2619378 w 2619378"/>
              <a:gd name="connsiteY53" fmla="*/ 3105978 h 4904960"/>
              <a:gd name="connsiteX54" fmla="*/ 2619378 w 2619378"/>
              <a:gd name="connsiteY54" fmla="*/ 3135796 h 4904960"/>
              <a:gd name="connsiteX55" fmla="*/ 2619378 w 2619378"/>
              <a:gd name="connsiteY55" fmla="*/ 3165613 h 4904960"/>
              <a:gd name="connsiteX56" fmla="*/ 2614409 w 2619378"/>
              <a:gd name="connsiteY56" fmla="*/ 3235187 h 4904960"/>
              <a:gd name="connsiteX57" fmla="*/ 2604470 w 2619378"/>
              <a:gd name="connsiteY57" fmla="*/ 3289852 h 4904960"/>
              <a:gd name="connsiteX58" fmla="*/ 2599500 w 2619378"/>
              <a:gd name="connsiteY58" fmla="*/ 3309731 h 4904960"/>
              <a:gd name="connsiteX59" fmla="*/ 2385809 w 2619378"/>
              <a:gd name="connsiteY59" fmla="*/ 3975652 h 4904960"/>
              <a:gd name="connsiteX60" fmla="*/ 2147270 w 2619378"/>
              <a:gd name="connsiteY60" fmla="*/ 4904961 h 4904960"/>
              <a:gd name="connsiteX61" fmla="*/ 840274 w 2619378"/>
              <a:gd name="connsiteY61" fmla="*/ 4636605 h 490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619378" h="4904960">
                <a:moveTo>
                  <a:pt x="840274" y="4636605"/>
                </a:moveTo>
                <a:lnTo>
                  <a:pt x="566948" y="4547152"/>
                </a:lnTo>
                <a:cubicBezTo>
                  <a:pt x="134596" y="4408005"/>
                  <a:pt x="-98974" y="3945835"/>
                  <a:pt x="40174" y="3513483"/>
                </a:cubicBezTo>
                <a:lnTo>
                  <a:pt x="1426683" y="377687"/>
                </a:lnTo>
                <a:lnTo>
                  <a:pt x="2077696" y="0"/>
                </a:lnTo>
                <a:lnTo>
                  <a:pt x="1615526" y="1421296"/>
                </a:lnTo>
                <a:lnTo>
                  <a:pt x="1441591" y="1962978"/>
                </a:lnTo>
                <a:cubicBezTo>
                  <a:pt x="1421713" y="2027583"/>
                  <a:pt x="1416743" y="2092187"/>
                  <a:pt x="1421713" y="2151822"/>
                </a:cubicBezTo>
                <a:cubicBezTo>
                  <a:pt x="1421713" y="2156791"/>
                  <a:pt x="1421713" y="2161761"/>
                  <a:pt x="1421713" y="2166731"/>
                </a:cubicBezTo>
                <a:cubicBezTo>
                  <a:pt x="1421713" y="2176670"/>
                  <a:pt x="1426683" y="2186609"/>
                  <a:pt x="1426683" y="2196548"/>
                </a:cubicBezTo>
                <a:cubicBezTo>
                  <a:pt x="1426683" y="2201518"/>
                  <a:pt x="1426683" y="2206487"/>
                  <a:pt x="1431652" y="2211457"/>
                </a:cubicBezTo>
                <a:cubicBezTo>
                  <a:pt x="1436622" y="2231335"/>
                  <a:pt x="1441591" y="2251213"/>
                  <a:pt x="1451530" y="2271092"/>
                </a:cubicBezTo>
                <a:cubicBezTo>
                  <a:pt x="1451530" y="2276061"/>
                  <a:pt x="1456500" y="2281030"/>
                  <a:pt x="1456500" y="2286000"/>
                </a:cubicBezTo>
                <a:cubicBezTo>
                  <a:pt x="1456500" y="2286000"/>
                  <a:pt x="1456500" y="2286000"/>
                  <a:pt x="1456500" y="2290970"/>
                </a:cubicBezTo>
                <a:cubicBezTo>
                  <a:pt x="1456500" y="2295939"/>
                  <a:pt x="1461470" y="2300909"/>
                  <a:pt x="1461470" y="2300909"/>
                </a:cubicBezTo>
                <a:cubicBezTo>
                  <a:pt x="1461470" y="2305878"/>
                  <a:pt x="1466439" y="2310848"/>
                  <a:pt x="1466439" y="2315817"/>
                </a:cubicBezTo>
                <a:cubicBezTo>
                  <a:pt x="1471409" y="2325757"/>
                  <a:pt x="1476378" y="2335696"/>
                  <a:pt x="1481348" y="2340665"/>
                </a:cubicBezTo>
                <a:cubicBezTo>
                  <a:pt x="1486317" y="2350604"/>
                  <a:pt x="1496257" y="2360544"/>
                  <a:pt x="1501226" y="2370483"/>
                </a:cubicBezTo>
                <a:cubicBezTo>
                  <a:pt x="1501226" y="2375452"/>
                  <a:pt x="1506196" y="2375452"/>
                  <a:pt x="1506196" y="2380422"/>
                </a:cubicBezTo>
                <a:cubicBezTo>
                  <a:pt x="1506196" y="2385391"/>
                  <a:pt x="1511165" y="2385391"/>
                  <a:pt x="1516135" y="2390361"/>
                </a:cubicBezTo>
                <a:cubicBezTo>
                  <a:pt x="1531043" y="2405270"/>
                  <a:pt x="1545952" y="2425148"/>
                  <a:pt x="1560861" y="2440057"/>
                </a:cubicBezTo>
                <a:cubicBezTo>
                  <a:pt x="1565830" y="2445026"/>
                  <a:pt x="1570800" y="2449996"/>
                  <a:pt x="1575770" y="2449996"/>
                </a:cubicBezTo>
                <a:cubicBezTo>
                  <a:pt x="1595648" y="2464904"/>
                  <a:pt x="1615526" y="2479813"/>
                  <a:pt x="1635404" y="2494722"/>
                </a:cubicBezTo>
                <a:cubicBezTo>
                  <a:pt x="1640374" y="2499691"/>
                  <a:pt x="1645343" y="2499691"/>
                  <a:pt x="1650313" y="2504661"/>
                </a:cubicBezTo>
                <a:cubicBezTo>
                  <a:pt x="1655283" y="2509631"/>
                  <a:pt x="1660252" y="2509631"/>
                  <a:pt x="1665222" y="2514600"/>
                </a:cubicBezTo>
                <a:cubicBezTo>
                  <a:pt x="1670191" y="2519570"/>
                  <a:pt x="1675161" y="2519570"/>
                  <a:pt x="1680130" y="2524539"/>
                </a:cubicBezTo>
                <a:cubicBezTo>
                  <a:pt x="1695039" y="2534478"/>
                  <a:pt x="1714917" y="2539448"/>
                  <a:pt x="1734796" y="2544418"/>
                </a:cubicBezTo>
                <a:lnTo>
                  <a:pt x="1888852" y="2594113"/>
                </a:lnTo>
                <a:lnTo>
                  <a:pt x="2311265" y="2733261"/>
                </a:lnTo>
                <a:cubicBezTo>
                  <a:pt x="2341083" y="2743200"/>
                  <a:pt x="2370900" y="2758109"/>
                  <a:pt x="2400717" y="2773018"/>
                </a:cubicBezTo>
                <a:cubicBezTo>
                  <a:pt x="2400717" y="2773018"/>
                  <a:pt x="2400717" y="2773018"/>
                  <a:pt x="2400717" y="2773018"/>
                </a:cubicBezTo>
                <a:cubicBezTo>
                  <a:pt x="2410657" y="2777987"/>
                  <a:pt x="2415626" y="2782957"/>
                  <a:pt x="2425565" y="2787926"/>
                </a:cubicBezTo>
                <a:cubicBezTo>
                  <a:pt x="2430535" y="2792896"/>
                  <a:pt x="2435504" y="2797865"/>
                  <a:pt x="2440474" y="2797865"/>
                </a:cubicBezTo>
                <a:cubicBezTo>
                  <a:pt x="2440474" y="2797865"/>
                  <a:pt x="2440474" y="2797865"/>
                  <a:pt x="2445444" y="2797865"/>
                </a:cubicBezTo>
                <a:cubicBezTo>
                  <a:pt x="2450413" y="2797865"/>
                  <a:pt x="2450413" y="2802835"/>
                  <a:pt x="2455383" y="2807804"/>
                </a:cubicBezTo>
                <a:cubicBezTo>
                  <a:pt x="2455383" y="2807804"/>
                  <a:pt x="2455383" y="2807804"/>
                  <a:pt x="2455383" y="2807804"/>
                </a:cubicBezTo>
                <a:cubicBezTo>
                  <a:pt x="2460352" y="2812774"/>
                  <a:pt x="2465322" y="2817744"/>
                  <a:pt x="2470291" y="2817744"/>
                </a:cubicBezTo>
                <a:cubicBezTo>
                  <a:pt x="2475261" y="2817744"/>
                  <a:pt x="2475261" y="2822713"/>
                  <a:pt x="2480231" y="2822713"/>
                </a:cubicBezTo>
                <a:cubicBezTo>
                  <a:pt x="2485200" y="2827683"/>
                  <a:pt x="2490170" y="2832652"/>
                  <a:pt x="2500109" y="2842592"/>
                </a:cubicBezTo>
                <a:cubicBezTo>
                  <a:pt x="2505078" y="2847561"/>
                  <a:pt x="2510048" y="2852530"/>
                  <a:pt x="2515017" y="2862470"/>
                </a:cubicBezTo>
                <a:cubicBezTo>
                  <a:pt x="2529926" y="2877378"/>
                  <a:pt x="2539865" y="2892287"/>
                  <a:pt x="2549804" y="2912166"/>
                </a:cubicBezTo>
                <a:cubicBezTo>
                  <a:pt x="2554774" y="2917135"/>
                  <a:pt x="2554774" y="2917135"/>
                  <a:pt x="2554774" y="2922104"/>
                </a:cubicBezTo>
                <a:cubicBezTo>
                  <a:pt x="2559744" y="2927074"/>
                  <a:pt x="2559744" y="2932043"/>
                  <a:pt x="2564713" y="2937013"/>
                </a:cubicBezTo>
                <a:cubicBezTo>
                  <a:pt x="2569683" y="2946952"/>
                  <a:pt x="2574652" y="2956891"/>
                  <a:pt x="2579622" y="2966831"/>
                </a:cubicBezTo>
                <a:cubicBezTo>
                  <a:pt x="2584591" y="2976770"/>
                  <a:pt x="2589561" y="2981739"/>
                  <a:pt x="2589561" y="2991678"/>
                </a:cubicBezTo>
                <a:cubicBezTo>
                  <a:pt x="2589561" y="2991678"/>
                  <a:pt x="2594531" y="2991678"/>
                  <a:pt x="2594531" y="2991678"/>
                </a:cubicBezTo>
                <a:cubicBezTo>
                  <a:pt x="2594531" y="2996648"/>
                  <a:pt x="2594531" y="3001617"/>
                  <a:pt x="2594531" y="3006587"/>
                </a:cubicBezTo>
                <a:cubicBezTo>
                  <a:pt x="2594531" y="3006587"/>
                  <a:pt x="2594531" y="3006587"/>
                  <a:pt x="2594531" y="3006587"/>
                </a:cubicBezTo>
                <a:cubicBezTo>
                  <a:pt x="2594531" y="3011557"/>
                  <a:pt x="2609439" y="3011557"/>
                  <a:pt x="2609439" y="3016526"/>
                </a:cubicBezTo>
                <a:lnTo>
                  <a:pt x="2609439" y="3016526"/>
                </a:lnTo>
                <a:cubicBezTo>
                  <a:pt x="2609439" y="3026465"/>
                  <a:pt x="2609439" y="3031435"/>
                  <a:pt x="2609439" y="3041374"/>
                </a:cubicBezTo>
                <a:cubicBezTo>
                  <a:pt x="2609439" y="3041374"/>
                  <a:pt x="2609439" y="3046344"/>
                  <a:pt x="2609439" y="3046344"/>
                </a:cubicBezTo>
                <a:cubicBezTo>
                  <a:pt x="2609439" y="3056283"/>
                  <a:pt x="2614409" y="3061252"/>
                  <a:pt x="2614409" y="3071191"/>
                </a:cubicBezTo>
                <a:cubicBezTo>
                  <a:pt x="2614409" y="3081130"/>
                  <a:pt x="2619378" y="3096039"/>
                  <a:pt x="2619378" y="3105978"/>
                </a:cubicBezTo>
                <a:cubicBezTo>
                  <a:pt x="2619378" y="3115918"/>
                  <a:pt x="2619378" y="3125857"/>
                  <a:pt x="2619378" y="3135796"/>
                </a:cubicBezTo>
                <a:cubicBezTo>
                  <a:pt x="2619378" y="3145735"/>
                  <a:pt x="2619378" y="3155674"/>
                  <a:pt x="2619378" y="3165613"/>
                </a:cubicBezTo>
                <a:cubicBezTo>
                  <a:pt x="2619378" y="3190461"/>
                  <a:pt x="2619378" y="3215309"/>
                  <a:pt x="2614409" y="3235187"/>
                </a:cubicBezTo>
                <a:cubicBezTo>
                  <a:pt x="2609439" y="3255065"/>
                  <a:pt x="2609439" y="3269974"/>
                  <a:pt x="2604470" y="3289852"/>
                </a:cubicBezTo>
                <a:cubicBezTo>
                  <a:pt x="2604470" y="3294822"/>
                  <a:pt x="2599500" y="3299791"/>
                  <a:pt x="2599500" y="3309731"/>
                </a:cubicBezTo>
                <a:lnTo>
                  <a:pt x="2385809" y="3975652"/>
                </a:lnTo>
                <a:lnTo>
                  <a:pt x="2147270" y="4904961"/>
                </a:lnTo>
                <a:lnTo>
                  <a:pt x="840274" y="4636605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130C274-3C7F-4A78-B7CA-FA42F1A98EB0}"/>
              </a:ext>
            </a:extLst>
          </p:cNvPr>
          <p:cNvSpPr/>
          <p:nvPr/>
        </p:nvSpPr>
        <p:spPr>
          <a:xfrm>
            <a:off x="15281412" y="0"/>
            <a:ext cx="904460" cy="1625047"/>
          </a:xfrm>
          <a:custGeom>
            <a:avLst/>
            <a:gdLst>
              <a:gd name="connsiteX0" fmla="*/ 203752 w 904460"/>
              <a:gd name="connsiteY0" fmla="*/ 1625048 h 1625047"/>
              <a:gd name="connsiteX1" fmla="*/ 223630 w 904460"/>
              <a:gd name="connsiteY1" fmla="*/ 1510748 h 1625047"/>
              <a:gd name="connsiteX2" fmla="*/ 0 w 904460"/>
              <a:gd name="connsiteY2" fmla="*/ 0 h 1625047"/>
              <a:gd name="connsiteX3" fmla="*/ 904461 w 904460"/>
              <a:gd name="connsiteY3" fmla="*/ 0 h 1625047"/>
              <a:gd name="connsiteX4" fmla="*/ 854765 w 904460"/>
              <a:gd name="connsiteY4" fmla="*/ 109330 h 162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460" h="1625047">
                <a:moveTo>
                  <a:pt x="203752" y="1625048"/>
                </a:moveTo>
                <a:lnTo>
                  <a:pt x="223630" y="1510748"/>
                </a:lnTo>
                <a:lnTo>
                  <a:pt x="0" y="0"/>
                </a:lnTo>
                <a:lnTo>
                  <a:pt x="904461" y="0"/>
                </a:lnTo>
                <a:lnTo>
                  <a:pt x="854765" y="109330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2EF5B4A-A859-49B5-A038-1166C94284D6}"/>
              </a:ext>
            </a:extLst>
          </p:cNvPr>
          <p:cNvSpPr/>
          <p:nvPr/>
        </p:nvSpPr>
        <p:spPr>
          <a:xfrm>
            <a:off x="15013056" y="7673008"/>
            <a:ext cx="1679713" cy="2613991"/>
          </a:xfrm>
          <a:custGeom>
            <a:avLst/>
            <a:gdLst>
              <a:gd name="connsiteX0" fmla="*/ 829917 w 1679713"/>
              <a:gd name="connsiteY0" fmla="*/ 2613992 h 2613991"/>
              <a:gd name="connsiteX1" fmla="*/ 1679713 w 1679713"/>
              <a:gd name="connsiteY1" fmla="*/ 0 h 2613991"/>
              <a:gd name="connsiteX2" fmla="*/ 0 w 1679713"/>
              <a:gd name="connsiteY2" fmla="*/ 2613992 h 261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9713" h="2613991">
                <a:moveTo>
                  <a:pt x="829917" y="2613992"/>
                </a:moveTo>
                <a:lnTo>
                  <a:pt x="1679713" y="0"/>
                </a:lnTo>
                <a:lnTo>
                  <a:pt x="0" y="2613992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4EFE6A7-0D4B-4274-B723-46F50ED639BE}"/>
              </a:ext>
            </a:extLst>
          </p:cNvPr>
          <p:cNvSpPr/>
          <p:nvPr/>
        </p:nvSpPr>
        <p:spPr>
          <a:xfrm>
            <a:off x="14710167" y="0"/>
            <a:ext cx="2926818" cy="5754756"/>
          </a:xfrm>
          <a:custGeom>
            <a:avLst/>
            <a:gdLst>
              <a:gd name="connsiteX0" fmla="*/ 2236049 w 2926818"/>
              <a:gd name="connsiteY0" fmla="*/ 5754757 h 5754756"/>
              <a:gd name="connsiteX1" fmla="*/ 2231080 w 2926818"/>
              <a:gd name="connsiteY1" fmla="*/ 5744818 h 5754756"/>
              <a:gd name="connsiteX2" fmla="*/ 2062114 w 2926818"/>
              <a:gd name="connsiteY2" fmla="*/ 5575852 h 5754756"/>
              <a:gd name="connsiteX3" fmla="*/ 1783819 w 2926818"/>
              <a:gd name="connsiteY3" fmla="*/ 5426765 h 5754756"/>
              <a:gd name="connsiteX4" fmla="*/ 938992 w 2926818"/>
              <a:gd name="connsiteY4" fmla="*/ 5153439 h 5754756"/>
              <a:gd name="connsiteX5" fmla="*/ 630879 w 2926818"/>
              <a:gd name="connsiteY5" fmla="*/ 5054048 h 5754756"/>
              <a:gd name="connsiteX6" fmla="*/ 44471 w 2926818"/>
              <a:gd name="connsiteY6" fmla="*/ 3906078 h 5754756"/>
              <a:gd name="connsiteX7" fmla="*/ 1316679 w 2926818"/>
              <a:gd name="connsiteY7" fmla="*/ 0 h 5754756"/>
              <a:gd name="connsiteX8" fmla="*/ 2315562 w 2926818"/>
              <a:gd name="connsiteY8" fmla="*/ 0 h 5754756"/>
              <a:gd name="connsiteX9" fmla="*/ 1798727 w 2926818"/>
              <a:gd name="connsiteY9" fmla="*/ 1580322 h 5754756"/>
              <a:gd name="connsiteX10" fmla="*/ 1599945 w 2926818"/>
              <a:gd name="connsiteY10" fmla="*/ 2181639 h 5754756"/>
              <a:gd name="connsiteX11" fmla="*/ 1580066 w 2926818"/>
              <a:gd name="connsiteY11" fmla="*/ 2395331 h 5754756"/>
              <a:gd name="connsiteX12" fmla="*/ 1580066 w 2926818"/>
              <a:gd name="connsiteY12" fmla="*/ 2410239 h 5754756"/>
              <a:gd name="connsiteX13" fmla="*/ 1585036 w 2926818"/>
              <a:gd name="connsiteY13" fmla="*/ 2445026 h 5754756"/>
              <a:gd name="connsiteX14" fmla="*/ 1590005 w 2926818"/>
              <a:gd name="connsiteY14" fmla="*/ 2459935 h 5754756"/>
              <a:gd name="connsiteX15" fmla="*/ 1609884 w 2926818"/>
              <a:gd name="connsiteY15" fmla="*/ 2524539 h 5754756"/>
              <a:gd name="connsiteX16" fmla="*/ 1614853 w 2926818"/>
              <a:gd name="connsiteY16" fmla="*/ 2539448 h 5754756"/>
              <a:gd name="connsiteX17" fmla="*/ 1614853 w 2926818"/>
              <a:gd name="connsiteY17" fmla="*/ 2544418 h 5754756"/>
              <a:gd name="connsiteX18" fmla="*/ 1619823 w 2926818"/>
              <a:gd name="connsiteY18" fmla="*/ 2559326 h 5754756"/>
              <a:gd name="connsiteX19" fmla="*/ 1629762 w 2926818"/>
              <a:gd name="connsiteY19" fmla="*/ 2574235 h 5754756"/>
              <a:gd name="connsiteX20" fmla="*/ 1644671 w 2926818"/>
              <a:gd name="connsiteY20" fmla="*/ 2604052 h 5754756"/>
              <a:gd name="connsiteX21" fmla="*/ 1669518 w 2926818"/>
              <a:gd name="connsiteY21" fmla="*/ 2638839 h 5754756"/>
              <a:gd name="connsiteX22" fmla="*/ 1674488 w 2926818"/>
              <a:gd name="connsiteY22" fmla="*/ 2648778 h 5754756"/>
              <a:gd name="connsiteX23" fmla="*/ 1684427 w 2926818"/>
              <a:gd name="connsiteY23" fmla="*/ 2658718 h 5754756"/>
              <a:gd name="connsiteX24" fmla="*/ 1734123 w 2926818"/>
              <a:gd name="connsiteY24" fmla="*/ 2713383 h 5754756"/>
              <a:gd name="connsiteX25" fmla="*/ 1749032 w 2926818"/>
              <a:gd name="connsiteY25" fmla="*/ 2728292 h 5754756"/>
              <a:gd name="connsiteX26" fmla="*/ 1813636 w 2926818"/>
              <a:gd name="connsiteY26" fmla="*/ 2777987 h 5754756"/>
              <a:gd name="connsiteX27" fmla="*/ 1833514 w 2926818"/>
              <a:gd name="connsiteY27" fmla="*/ 2787926 h 5754756"/>
              <a:gd name="connsiteX28" fmla="*/ 1853392 w 2926818"/>
              <a:gd name="connsiteY28" fmla="*/ 2797865 h 5754756"/>
              <a:gd name="connsiteX29" fmla="*/ 1873271 w 2926818"/>
              <a:gd name="connsiteY29" fmla="*/ 2807804 h 5754756"/>
              <a:gd name="connsiteX30" fmla="*/ 1932906 w 2926818"/>
              <a:gd name="connsiteY30" fmla="*/ 2832652 h 5754756"/>
              <a:gd name="connsiteX31" fmla="*/ 2101871 w 2926818"/>
              <a:gd name="connsiteY31" fmla="*/ 2887317 h 5754756"/>
              <a:gd name="connsiteX32" fmla="*/ 2573979 w 2926818"/>
              <a:gd name="connsiteY32" fmla="*/ 3041374 h 5754756"/>
              <a:gd name="connsiteX33" fmla="*/ 2673371 w 2926818"/>
              <a:gd name="connsiteY33" fmla="*/ 3086100 h 5754756"/>
              <a:gd name="connsiteX34" fmla="*/ 2673371 w 2926818"/>
              <a:gd name="connsiteY34" fmla="*/ 3086100 h 5754756"/>
              <a:gd name="connsiteX35" fmla="*/ 2698219 w 2926818"/>
              <a:gd name="connsiteY35" fmla="*/ 3101009 h 5754756"/>
              <a:gd name="connsiteX36" fmla="*/ 2718097 w 2926818"/>
              <a:gd name="connsiteY36" fmla="*/ 3115918 h 5754756"/>
              <a:gd name="connsiteX37" fmla="*/ 2723066 w 2926818"/>
              <a:gd name="connsiteY37" fmla="*/ 3115918 h 5754756"/>
              <a:gd name="connsiteX38" fmla="*/ 2733006 w 2926818"/>
              <a:gd name="connsiteY38" fmla="*/ 3125857 h 5754756"/>
              <a:gd name="connsiteX39" fmla="*/ 2733006 w 2926818"/>
              <a:gd name="connsiteY39" fmla="*/ 3125857 h 5754756"/>
              <a:gd name="connsiteX40" fmla="*/ 2747914 w 2926818"/>
              <a:gd name="connsiteY40" fmla="*/ 3140765 h 5754756"/>
              <a:gd name="connsiteX41" fmla="*/ 2757853 w 2926818"/>
              <a:gd name="connsiteY41" fmla="*/ 3150705 h 5754756"/>
              <a:gd name="connsiteX42" fmla="*/ 2777732 w 2926818"/>
              <a:gd name="connsiteY42" fmla="*/ 3170583 h 5754756"/>
              <a:gd name="connsiteX43" fmla="*/ 2797610 w 2926818"/>
              <a:gd name="connsiteY43" fmla="*/ 3190461 h 5754756"/>
              <a:gd name="connsiteX44" fmla="*/ 2837366 w 2926818"/>
              <a:gd name="connsiteY44" fmla="*/ 3245126 h 5754756"/>
              <a:gd name="connsiteX45" fmla="*/ 2847306 w 2926818"/>
              <a:gd name="connsiteY45" fmla="*/ 3255065 h 5754756"/>
              <a:gd name="connsiteX46" fmla="*/ 2857245 w 2926818"/>
              <a:gd name="connsiteY46" fmla="*/ 3274944 h 5754756"/>
              <a:gd name="connsiteX47" fmla="*/ 2877123 w 2926818"/>
              <a:gd name="connsiteY47" fmla="*/ 3309730 h 5754756"/>
              <a:gd name="connsiteX48" fmla="*/ 2887062 w 2926818"/>
              <a:gd name="connsiteY48" fmla="*/ 3339548 h 5754756"/>
              <a:gd name="connsiteX49" fmla="*/ 2892032 w 2926818"/>
              <a:gd name="connsiteY49" fmla="*/ 3339548 h 5754756"/>
              <a:gd name="connsiteX50" fmla="*/ 2892032 w 2926818"/>
              <a:gd name="connsiteY50" fmla="*/ 3359426 h 5754756"/>
              <a:gd name="connsiteX51" fmla="*/ 2887062 w 2926818"/>
              <a:gd name="connsiteY51" fmla="*/ 3359426 h 5754756"/>
              <a:gd name="connsiteX52" fmla="*/ 2897001 w 2926818"/>
              <a:gd name="connsiteY52" fmla="*/ 3369365 h 5754756"/>
              <a:gd name="connsiteX53" fmla="*/ 2897001 w 2926818"/>
              <a:gd name="connsiteY53" fmla="*/ 3369365 h 5754756"/>
              <a:gd name="connsiteX54" fmla="*/ 2906940 w 2926818"/>
              <a:gd name="connsiteY54" fmla="*/ 3394213 h 5754756"/>
              <a:gd name="connsiteX55" fmla="*/ 2911910 w 2926818"/>
              <a:gd name="connsiteY55" fmla="*/ 3404152 h 5754756"/>
              <a:gd name="connsiteX56" fmla="*/ 2916880 w 2926818"/>
              <a:gd name="connsiteY56" fmla="*/ 3433970 h 5754756"/>
              <a:gd name="connsiteX57" fmla="*/ 2921849 w 2926818"/>
              <a:gd name="connsiteY57" fmla="*/ 3473726 h 5754756"/>
              <a:gd name="connsiteX58" fmla="*/ 2926819 w 2926818"/>
              <a:gd name="connsiteY58" fmla="*/ 3503544 h 5754756"/>
              <a:gd name="connsiteX59" fmla="*/ 2926819 w 2926818"/>
              <a:gd name="connsiteY59" fmla="*/ 3538330 h 5754756"/>
              <a:gd name="connsiteX60" fmla="*/ 2921849 w 2926818"/>
              <a:gd name="connsiteY60" fmla="*/ 3617844 h 5754756"/>
              <a:gd name="connsiteX61" fmla="*/ 2906940 w 2926818"/>
              <a:gd name="connsiteY61" fmla="*/ 3677478 h 5754756"/>
              <a:gd name="connsiteX62" fmla="*/ 2901971 w 2926818"/>
              <a:gd name="connsiteY62" fmla="*/ 3697357 h 5754756"/>
              <a:gd name="connsiteX63" fmla="*/ 2663432 w 2926818"/>
              <a:gd name="connsiteY63" fmla="*/ 4437822 h 5754756"/>
              <a:gd name="connsiteX64" fmla="*/ 2236049 w 2926818"/>
              <a:gd name="connsiteY64" fmla="*/ 5749787 h 5754756"/>
              <a:gd name="connsiteX65" fmla="*/ 2236049 w 2926818"/>
              <a:gd name="connsiteY65" fmla="*/ 5754757 h 5754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926818" h="5754756">
                <a:moveTo>
                  <a:pt x="2236049" y="5754757"/>
                </a:moveTo>
                <a:cubicBezTo>
                  <a:pt x="2236049" y="5749787"/>
                  <a:pt x="2231080" y="5749787"/>
                  <a:pt x="2231080" y="5744818"/>
                </a:cubicBezTo>
                <a:cubicBezTo>
                  <a:pt x="2181384" y="5680213"/>
                  <a:pt x="2126719" y="5625548"/>
                  <a:pt x="2062114" y="5575852"/>
                </a:cubicBezTo>
                <a:cubicBezTo>
                  <a:pt x="1982601" y="5511248"/>
                  <a:pt x="1888179" y="5461552"/>
                  <a:pt x="1783819" y="5426765"/>
                </a:cubicBezTo>
                <a:lnTo>
                  <a:pt x="938992" y="5153439"/>
                </a:lnTo>
                <a:lnTo>
                  <a:pt x="630879" y="5054048"/>
                </a:lnTo>
                <a:cubicBezTo>
                  <a:pt x="148832" y="4899991"/>
                  <a:pt x="-109586" y="4388126"/>
                  <a:pt x="44471" y="3906078"/>
                </a:cubicBezTo>
                <a:lnTo>
                  <a:pt x="1316679" y="0"/>
                </a:lnTo>
                <a:lnTo>
                  <a:pt x="2315562" y="0"/>
                </a:lnTo>
                <a:lnTo>
                  <a:pt x="1798727" y="1580322"/>
                </a:lnTo>
                <a:lnTo>
                  <a:pt x="1599945" y="2181639"/>
                </a:lnTo>
                <a:cubicBezTo>
                  <a:pt x="1575097" y="2251213"/>
                  <a:pt x="1570127" y="2325757"/>
                  <a:pt x="1580066" y="2395331"/>
                </a:cubicBezTo>
                <a:cubicBezTo>
                  <a:pt x="1580066" y="2400300"/>
                  <a:pt x="1580066" y="2405270"/>
                  <a:pt x="1580066" y="2410239"/>
                </a:cubicBezTo>
                <a:cubicBezTo>
                  <a:pt x="1580066" y="2420178"/>
                  <a:pt x="1585036" y="2435087"/>
                  <a:pt x="1585036" y="2445026"/>
                </a:cubicBezTo>
                <a:cubicBezTo>
                  <a:pt x="1585036" y="2449996"/>
                  <a:pt x="1585036" y="2454965"/>
                  <a:pt x="1590005" y="2459935"/>
                </a:cubicBezTo>
                <a:cubicBezTo>
                  <a:pt x="1594975" y="2484783"/>
                  <a:pt x="1604914" y="2504661"/>
                  <a:pt x="1609884" y="2524539"/>
                </a:cubicBezTo>
                <a:cubicBezTo>
                  <a:pt x="1609884" y="2529509"/>
                  <a:pt x="1614853" y="2534478"/>
                  <a:pt x="1614853" y="2539448"/>
                </a:cubicBezTo>
                <a:cubicBezTo>
                  <a:pt x="1614853" y="2539448"/>
                  <a:pt x="1614853" y="2539448"/>
                  <a:pt x="1614853" y="2544418"/>
                </a:cubicBezTo>
                <a:cubicBezTo>
                  <a:pt x="1614853" y="2549387"/>
                  <a:pt x="1619823" y="2554357"/>
                  <a:pt x="1619823" y="2559326"/>
                </a:cubicBezTo>
                <a:cubicBezTo>
                  <a:pt x="1619823" y="2564296"/>
                  <a:pt x="1624792" y="2569265"/>
                  <a:pt x="1629762" y="2574235"/>
                </a:cubicBezTo>
                <a:cubicBezTo>
                  <a:pt x="1634732" y="2584174"/>
                  <a:pt x="1639701" y="2594113"/>
                  <a:pt x="1644671" y="2604052"/>
                </a:cubicBezTo>
                <a:cubicBezTo>
                  <a:pt x="1649640" y="2613991"/>
                  <a:pt x="1659579" y="2628900"/>
                  <a:pt x="1669518" y="2638839"/>
                </a:cubicBezTo>
                <a:cubicBezTo>
                  <a:pt x="1669518" y="2643809"/>
                  <a:pt x="1674488" y="2643809"/>
                  <a:pt x="1674488" y="2648778"/>
                </a:cubicBezTo>
                <a:cubicBezTo>
                  <a:pt x="1679458" y="2653748"/>
                  <a:pt x="1679458" y="2653748"/>
                  <a:pt x="1684427" y="2658718"/>
                </a:cubicBezTo>
                <a:cubicBezTo>
                  <a:pt x="1699336" y="2678596"/>
                  <a:pt x="1714245" y="2698474"/>
                  <a:pt x="1734123" y="2713383"/>
                </a:cubicBezTo>
                <a:cubicBezTo>
                  <a:pt x="1739092" y="2718352"/>
                  <a:pt x="1744062" y="2723322"/>
                  <a:pt x="1749032" y="2728292"/>
                </a:cubicBezTo>
                <a:cubicBezTo>
                  <a:pt x="1768910" y="2748170"/>
                  <a:pt x="1788788" y="2763078"/>
                  <a:pt x="1813636" y="2777987"/>
                </a:cubicBezTo>
                <a:cubicBezTo>
                  <a:pt x="1818605" y="2782957"/>
                  <a:pt x="1823575" y="2782957"/>
                  <a:pt x="1833514" y="2787926"/>
                </a:cubicBezTo>
                <a:cubicBezTo>
                  <a:pt x="1838484" y="2792896"/>
                  <a:pt x="1843453" y="2792896"/>
                  <a:pt x="1853392" y="2797865"/>
                </a:cubicBezTo>
                <a:cubicBezTo>
                  <a:pt x="1858362" y="2802835"/>
                  <a:pt x="1863332" y="2802835"/>
                  <a:pt x="1873271" y="2807804"/>
                </a:cubicBezTo>
                <a:cubicBezTo>
                  <a:pt x="1893149" y="2817744"/>
                  <a:pt x="1913027" y="2822713"/>
                  <a:pt x="1932906" y="2832652"/>
                </a:cubicBezTo>
                <a:lnTo>
                  <a:pt x="2101871" y="2887317"/>
                </a:lnTo>
                <a:lnTo>
                  <a:pt x="2573979" y="3041374"/>
                </a:lnTo>
                <a:cubicBezTo>
                  <a:pt x="2608766" y="3051313"/>
                  <a:pt x="2643553" y="3066222"/>
                  <a:pt x="2673371" y="3086100"/>
                </a:cubicBezTo>
                <a:cubicBezTo>
                  <a:pt x="2673371" y="3086100"/>
                  <a:pt x="2673371" y="3086100"/>
                  <a:pt x="2673371" y="3086100"/>
                </a:cubicBezTo>
                <a:cubicBezTo>
                  <a:pt x="2683310" y="3091070"/>
                  <a:pt x="2693249" y="3096039"/>
                  <a:pt x="2698219" y="3101009"/>
                </a:cubicBezTo>
                <a:cubicBezTo>
                  <a:pt x="2703188" y="3105978"/>
                  <a:pt x="2713127" y="3110948"/>
                  <a:pt x="2718097" y="3115918"/>
                </a:cubicBezTo>
                <a:cubicBezTo>
                  <a:pt x="2718097" y="3115918"/>
                  <a:pt x="2718097" y="3115918"/>
                  <a:pt x="2723066" y="3115918"/>
                </a:cubicBezTo>
                <a:cubicBezTo>
                  <a:pt x="2728036" y="3120887"/>
                  <a:pt x="2728036" y="3120887"/>
                  <a:pt x="2733006" y="3125857"/>
                </a:cubicBezTo>
                <a:cubicBezTo>
                  <a:pt x="2733006" y="3125857"/>
                  <a:pt x="2733006" y="3125857"/>
                  <a:pt x="2733006" y="3125857"/>
                </a:cubicBezTo>
                <a:cubicBezTo>
                  <a:pt x="2737975" y="3130826"/>
                  <a:pt x="2742945" y="3135796"/>
                  <a:pt x="2747914" y="3140765"/>
                </a:cubicBezTo>
                <a:cubicBezTo>
                  <a:pt x="2752884" y="3140765"/>
                  <a:pt x="2752884" y="3145735"/>
                  <a:pt x="2757853" y="3150705"/>
                </a:cubicBezTo>
                <a:cubicBezTo>
                  <a:pt x="2762823" y="3155674"/>
                  <a:pt x="2772762" y="3165613"/>
                  <a:pt x="2777732" y="3170583"/>
                </a:cubicBezTo>
                <a:cubicBezTo>
                  <a:pt x="2782701" y="3175552"/>
                  <a:pt x="2787671" y="3185491"/>
                  <a:pt x="2797610" y="3190461"/>
                </a:cubicBezTo>
                <a:cubicBezTo>
                  <a:pt x="2812519" y="3210339"/>
                  <a:pt x="2827427" y="3225248"/>
                  <a:pt x="2837366" y="3245126"/>
                </a:cubicBezTo>
                <a:cubicBezTo>
                  <a:pt x="2842336" y="3250096"/>
                  <a:pt x="2842336" y="3255065"/>
                  <a:pt x="2847306" y="3255065"/>
                </a:cubicBezTo>
                <a:cubicBezTo>
                  <a:pt x="2852275" y="3260035"/>
                  <a:pt x="2857245" y="3269974"/>
                  <a:pt x="2857245" y="3274944"/>
                </a:cubicBezTo>
                <a:cubicBezTo>
                  <a:pt x="2862214" y="3284883"/>
                  <a:pt x="2867184" y="3299792"/>
                  <a:pt x="2877123" y="3309730"/>
                </a:cubicBezTo>
                <a:cubicBezTo>
                  <a:pt x="2882093" y="3319670"/>
                  <a:pt x="2887062" y="3329609"/>
                  <a:pt x="2887062" y="3339548"/>
                </a:cubicBezTo>
                <a:cubicBezTo>
                  <a:pt x="2887062" y="3339548"/>
                  <a:pt x="2892032" y="3339548"/>
                  <a:pt x="2892032" y="3339548"/>
                </a:cubicBezTo>
                <a:cubicBezTo>
                  <a:pt x="2892032" y="3344518"/>
                  <a:pt x="2892032" y="3354457"/>
                  <a:pt x="2892032" y="3359426"/>
                </a:cubicBezTo>
                <a:cubicBezTo>
                  <a:pt x="2892032" y="3359426"/>
                  <a:pt x="2887062" y="3359426"/>
                  <a:pt x="2887062" y="3359426"/>
                </a:cubicBezTo>
                <a:cubicBezTo>
                  <a:pt x="2887062" y="3364396"/>
                  <a:pt x="2897001" y="3364396"/>
                  <a:pt x="2897001" y="3369365"/>
                </a:cubicBezTo>
                <a:lnTo>
                  <a:pt x="2897001" y="3369365"/>
                </a:lnTo>
                <a:cubicBezTo>
                  <a:pt x="2897001" y="3379304"/>
                  <a:pt x="2901971" y="3384274"/>
                  <a:pt x="2906940" y="3394213"/>
                </a:cubicBezTo>
                <a:cubicBezTo>
                  <a:pt x="2906940" y="3394213"/>
                  <a:pt x="2906940" y="3399183"/>
                  <a:pt x="2911910" y="3404152"/>
                </a:cubicBezTo>
                <a:cubicBezTo>
                  <a:pt x="2916880" y="3414091"/>
                  <a:pt x="2916880" y="3424031"/>
                  <a:pt x="2916880" y="3433970"/>
                </a:cubicBezTo>
                <a:cubicBezTo>
                  <a:pt x="2921849" y="3448878"/>
                  <a:pt x="2921849" y="3458817"/>
                  <a:pt x="2921849" y="3473726"/>
                </a:cubicBezTo>
                <a:cubicBezTo>
                  <a:pt x="2921849" y="3483665"/>
                  <a:pt x="2921849" y="3493605"/>
                  <a:pt x="2926819" y="3503544"/>
                </a:cubicBezTo>
                <a:cubicBezTo>
                  <a:pt x="2926819" y="3513483"/>
                  <a:pt x="2926819" y="3528391"/>
                  <a:pt x="2926819" y="3538330"/>
                </a:cubicBezTo>
                <a:cubicBezTo>
                  <a:pt x="2926819" y="3563178"/>
                  <a:pt x="2926819" y="3592996"/>
                  <a:pt x="2921849" y="3617844"/>
                </a:cubicBezTo>
                <a:cubicBezTo>
                  <a:pt x="2916880" y="3637722"/>
                  <a:pt x="2911910" y="3657600"/>
                  <a:pt x="2906940" y="3677478"/>
                </a:cubicBezTo>
                <a:cubicBezTo>
                  <a:pt x="2906940" y="3682448"/>
                  <a:pt x="2901971" y="3692387"/>
                  <a:pt x="2901971" y="3697357"/>
                </a:cubicBezTo>
                <a:lnTo>
                  <a:pt x="2663432" y="4437822"/>
                </a:lnTo>
                <a:lnTo>
                  <a:pt x="2236049" y="5749787"/>
                </a:lnTo>
                <a:lnTo>
                  <a:pt x="2236049" y="5754757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ADFA2BB-9434-4138-8B37-AC9D198837D3}"/>
              </a:ext>
            </a:extLst>
          </p:cNvPr>
          <p:cNvSpPr/>
          <p:nvPr/>
        </p:nvSpPr>
        <p:spPr>
          <a:xfrm>
            <a:off x="15610113" y="0"/>
            <a:ext cx="2692794" cy="4770782"/>
          </a:xfrm>
          <a:custGeom>
            <a:avLst/>
            <a:gdLst>
              <a:gd name="connsiteX0" fmla="*/ 2235594 w 2692794"/>
              <a:gd name="connsiteY0" fmla="*/ 4770783 h 4770782"/>
              <a:gd name="connsiteX1" fmla="*/ 2230625 w 2692794"/>
              <a:gd name="connsiteY1" fmla="*/ 4760844 h 4770782"/>
              <a:gd name="connsiteX2" fmla="*/ 1783364 w 2692794"/>
              <a:gd name="connsiteY2" fmla="*/ 4442792 h 4770782"/>
              <a:gd name="connsiteX3" fmla="*/ 1763486 w 2692794"/>
              <a:gd name="connsiteY3" fmla="*/ 4437822 h 4770782"/>
              <a:gd name="connsiteX4" fmla="*/ 1554764 w 2692794"/>
              <a:gd name="connsiteY4" fmla="*/ 4368248 h 4770782"/>
              <a:gd name="connsiteX5" fmla="*/ 938538 w 2692794"/>
              <a:gd name="connsiteY5" fmla="*/ 4169465 h 4770782"/>
              <a:gd name="connsiteX6" fmla="*/ 630425 w 2692794"/>
              <a:gd name="connsiteY6" fmla="*/ 4070074 h 4770782"/>
              <a:gd name="connsiteX7" fmla="*/ 44016 w 2692794"/>
              <a:gd name="connsiteY7" fmla="*/ 2917135 h 4770782"/>
              <a:gd name="connsiteX8" fmla="*/ 501216 w 2692794"/>
              <a:gd name="connsiteY8" fmla="*/ 1515717 h 4770782"/>
              <a:gd name="connsiteX9" fmla="*/ 998173 w 2692794"/>
              <a:gd name="connsiteY9" fmla="*/ 0 h 4770782"/>
              <a:gd name="connsiteX10" fmla="*/ 1997055 w 2692794"/>
              <a:gd name="connsiteY10" fmla="*/ 0 h 4770782"/>
              <a:gd name="connsiteX11" fmla="*/ 1604460 w 2692794"/>
              <a:gd name="connsiteY11" fmla="*/ 1197665 h 4770782"/>
              <a:gd name="connsiteX12" fmla="*/ 1932451 w 2692794"/>
              <a:gd name="connsiteY12" fmla="*/ 1838739 h 4770782"/>
              <a:gd name="connsiteX13" fmla="*/ 2101416 w 2692794"/>
              <a:gd name="connsiteY13" fmla="*/ 1893404 h 4770782"/>
              <a:gd name="connsiteX14" fmla="*/ 2578494 w 2692794"/>
              <a:gd name="connsiteY14" fmla="*/ 2047461 h 4770782"/>
              <a:gd name="connsiteX15" fmla="*/ 2692795 w 2692794"/>
              <a:gd name="connsiteY15" fmla="*/ 2097157 h 4770782"/>
              <a:gd name="connsiteX16" fmla="*/ 2692795 w 2692794"/>
              <a:gd name="connsiteY16" fmla="*/ 3389243 h 4770782"/>
              <a:gd name="connsiteX17" fmla="*/ 2245533 w 2692794"/>
              <a:gd name="connsiteY17" fmla="*/ 4760844 h 4770782"/>
              <a:gd name="connsiteX18" fmla="*/ 2235594 w 2692794"/>
              <a:gd name="connsiteY18" fmla="*/ 4770783 h 4770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92794" h="4770782">
                <a:moveTo>
                  <a:pt x="2235594" y="4770783"/>
                </a:moveTo>
                <a:cubicBezTo>
                  <a:pt x="2235594" y="4765813"/>
                  <a:pt x="2230625" y="4765813"/>
                  <a:pt x="2230625" y="4760844"/>
                </a:cubicBezTo>
                <a:cubicBezTo>
                  <a:pt x="2121294" y="4616726"/>
                  <a:pt x="1967238" y="4502426"/>
                  <a:pt x="1783364" y="4442792"/>
                </a:cubicBezTo>
                <a:lnTo>
                  <a:pt x="1763486" y="4437822"/>
                </a:lnTo>
                <a:lnTo>
                  <a:pt x="1554764" y="4368248"/>
                </a:lnTo>
                <a:lnTo>
                  <a:pt x="938538" y="4169465"/>
                </a:lnTo>
                <a:lnTo>
                  <a:pt x="630425" y="4070074"/>
                </a:lnTo>
                <a:cubicBezTo>
                  <a:pt x="153346" y="3911048"/>
                  <a:pt x="-110041" y="3394213"/>
                  <a:pt x="44016" y="2917135"/>
                </a:cubicBezTo>
                <a:lnTo>
                  <a:pt x="501216" y="1515717"/>
                </a:lnTo>
                <a:lnTo>
                  <a:pt x="998173" y="0"/>
                </a:lnTo>
                <a:lnTo>
                  <a:pt x="1997055" y="0"/>
                </a:lnTo>
                <a:lnTo>
                  <a:pt x="1604460" y="1197665"/>
                </a:lnTo>
                <a:cubicBezTo>
                  <a:pt x="1515007" y="1466022"/>
                  <a:pt x="1664094" y="1749287"/>
                  <a:pt x="1932451" y="1838739"/>
                </a:cubicBezTo>
                <a:lnTo>
                  <a:pt x="2101416" y="1893404"/>
                </a:lnTo>
                <a:lnTo>
                  <a:pt x="2578494" y="2047461"/>
                </a:lnTo>
                <a:cubicBezTo>
                  <a:pt x="2618251" y="2057400"/>
                  <a:pt x="2643099" y="2077278"/>
                  <a:pt x="2692795" y="2097157"/>
                </a:cubicBezTo>
                <a:lnTo>
                  <a:pt x="2692795" y="3389243"/>
                </a:lnTo>
                <a:lnTo>
                  <a:pt x="2245533" y="4760844"/>
                </a:lnTo>
                <a:lnTo>
                  <a:pt x="2235594" y="477078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4960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FCF997E-905A-497E-8FFF-15AD2FBE6904}"/>
              </a:ext>
            </a:extLst>
          </p:cNvPr>
          <p:cNvSpPr/>
          <p:nvPr/>
        </p:nvSpPr>
        <p:spPr>
          <a:xfrm>
            <a:off x="15872790" y="0"/>
            <a:ext cx="2430117" cy="10287000"/>
          </a:xfrm>
          <a:custGeom>
            <a:avLst/>
            <a:gdLst>
              <a:gd name="connsiteX0" fmla="*/ 2430118 w 2430117"/>
              <a:gd name="connsiteY0" fmla="*/ 10287000 h 10287000"/>
              <a:gd name="connsiteX1" fmla="*/ 0 w 2430117"/>
              <a:gd name="connsiteY1" fmla="*/ 10287000 h 10287000"/>
              <a:gd name="connsiteX2" fmla="*/ 54665 w 2430117"/>
              <a:gd name="connsiteY2" fmla="*/ 10108095 h 10287000"/>
              <a:gd name="connsiteX3" fmla="*/ 1202635 w 2430117"/>
              <a:gd name="connsiteY3" fmla="*/ 6579704 h 10287000"/>
              <a:gd name="connsiteX4" fmla="*/ 1083365 w 2430117"/>
              <a:gd name="connsiteY4" fmla="*/ 5774635 h 10287000"/>
              <a:gd name="connsiteX5" fmla="*/ 1068457 w 2430117"/>
              <a:gd name="connsiteY5" fmla="*/ 5754757 h 10287000"/>
              <a:gd name="connsiteX6" fmla="*/ 1073426 w 2430117"/>
              <a:gd name="connsiteY6" fmla="*/ 5744818 h 10287000"/>
              <a:gd name="connsiteX7" fmla="*/ 1500809 w 2430117"/>
              <a:gd name="connsiteY7" fmla="*/ 4432852 h 10287000"/>
              <a:gd name="connsiteX8" fmla="*/ 1739348 w 2430117"/>
              <a:gd name="connsiteY8" fmla="*/ 3692387 h 10287000"/>
              <a:gd name="connsiteX9" fmla="*/ 1744317 w 2430117"/>
              <a:gd name="connsiteY9" fmla="*/ 3672509 h 10287000"/>
              <a:gd name="connsiteX10" fmla="*/ 1759226 w 2430117"/>
              <a:gd name="connsiteY10" fmla="*/ 3612874 h 10287000"/>
              <a:gd name="connsiteX11" fmla="*/ 1734378 w 2430117"/>
              <a:gd name="connsiteY11" fmla="*/ 3354457 h 10287000"/>
              <a:gd name="connsiteX12" fmla="*/ 1734378 w 2430117"/>
              <a:gd name="connsiteY12" fmla="*/ 3354457 h 10287000"/>
              <a:gd name="connsiteX13" fmla="*/ 1729409 w 2430117"/>
              <a:gd name="connsiteY13" fmla="*/ 3334578 h 10287000"/>
              <a:gd name="connsiteX14" fmla="*/ 1719470 w 2430117"/>
              <a:gd name="connsiteY14" fmla="*/ 3304761 h 10287000"/>
              <a:gd name="connsiteX15" fmla="*/ 1699591 w 2430117"/>
              <a:gd name="connsiteY15" fmla="*/ 3269974 h 10287000"/>
              <a:gd name="connsiteX16" fmla="*/ 1689652 w 2430117"/>
              <a:gd name="connsiteY16" fmla="*/ 3250096 h 10287000"/>
              <a:gd name="connsiteX17" fmla="*/ 1679713 w 2430117"/>
              <a:gd name="connsiteY17" fmla="*/ 3240156 h 10287000"/>
              <a:gd name="connsiteX18" fmla="*/ 1639957 w 2430117"/>
              <a:gd name="connsiteY18" fmla="*/ 3185491 h 10287000"/>
              <a:gd name="connsiteX19" fmla="*/ 1620078 w 2430117"/>
              <a:gd name="connsiteY19" fmla="*/ 3165613 h 10287000"/>
              <a:gd name="connsiteX20" fmla="*/ 1600200 w 2430117"/>
              <a:gd name="connsiteY20" fmla="*/ 3145735 h 10287000"/>
              <a:gd name="connsiteX21" fmla="*/ 1590261 w 2430117"/>
              <a:gd name="connsiteY21" fmla="*/ 3135796 h 10287000"/>
              <a:gd name="connsiteX22" fmla="*/ 1575352 w 2430117"/>
              <a:gd name="connsiteY22" fmla="*/ 3120887 h 10287000"/>
              <a:gd name="connsiteX23" fmla="*/ 1575352 w 2430117"/>
              <a:gd name="connsiteY23" fmla="*/ 3120887 h 10287000"/>
              <a:gd name="connsiteX24" fmla="*/ 1565413 w 2430117"/>
              <a:gd name="connsiteY24" fmla="*/ 3110948 h 10287000"/>
              <a:gd name="connsiteX25" fmla="*/ 1560444 w 2430117"/>
              <a:gd name="connsiteY25" fmla="*/ 3110948 h 10287000"/>
              <a:gd name="connsiteX26" fmla="*/ 1540565 w 2430117"/>
              <a:gd name="connsiteY26" fmla="*/ 3096039 h 10287000"/>
              <a:gd name="connsiteX27" fmla="*/ 1515718 w 2430117"/>
              <a:gd name="connsiteY27" fmla="*/ 3081131 h 10287000"/>
              <a:gd name="connsiteX28" fmla="*/ 1515718 w 2430117"/>
              <a:gd name="connsiteY28" fmla="*/ 3081131 h 10287000"/>
              <a:gd name="connsiteX29" fmla="*/ 1416326 w 2430117"/>
              <a:gd name="connsiteY29" fmla="*/ 3036404 h 10287000"/>
              <a:gd name="connsiteX30" fmla="*/ 939248 w 2430117"/>
              <a:gd name="connsiteY30" fmla="*/ 2882348 h 10287000"/>
              <a:gd name="connsiteX31" fmla="*/ 770283 w 2430117"/>
              <a:gd name="connsiteY31" fmla="*/ 2827683 h 10287000"/>
              <a:gd name="connsiteX32" fmla="*/ 710648 w 2430117"/>
              <a:gd name="connsiteY32" fmla="*/ 2802835 h 10287000"/>
              <a:gd name="connsiteX33" fmla="*/ 690770 w 2430117"/>
              <a:gd name="connsiteY33" fmla="*/ 2792896 h 10287000"/>
              <a:gd name="connsiteX34" fmla="*/ 670891 w 2430117"/>
              <a:gd name="connsiteY34" fmla="*/ 2782957 h 10287000"/>
              <a:gd name="connsiteX35" fmla="*/ 651013 w 2430117"/>
              <a:gd name="connsiteY35" fmla="*/ 2773017 h 10287000"/>
              <a:gd name="connsiteX36" fmla="*/ 586409 w 2430117"/>
              <a:gd name="connsiteY36" fmla="*/ 2723322 h 10287000"/>
              <a:gd name="connsiteX37" fmla="*/ 571500 w 2430117"/>
              <a:gd name="connsiteY37" fmla="*/ 2708413 h 10287000"/>
              <a:gd name="connsiteX38" fmla="*/ 521804 w 2430117"/>
              <a:gd name="connsiteY38" fmla="*/ 2653748 h 10287000"/>
              <a:gd name="connsiteX39" fmla="*/ 511865 w 2430117"/>
              <a:gd name="connsiteY39" fmla="*/ 2643809 h 10287000"/>
              <a:gd name="connsiteX40" fmla="*/ 506896 w 2430117"/>
              <a:gd name="connsiteY40" fmla="*/ 2633870 h 10287000"/>
              <a:gd name="connsiteX41" fmla="*/ 482048 w 2430117"/>
              <a:gd name="connsiteY41" fmla="*/ 2599083 h 10287000"/>
              <a:gd name="connsiteX42" fmla="*/ 467139 w 2430117"/>
              <a:gd name="connsiteY42" fmla="*/ 2569265 h 10287000"/>
              <a:gd name="connsiteX43" fmla="*/ 457200 w 2430117"/>
              <a:gd name="connsiteY43" fmla="*/ 2554357 h 10287000"/>
              <a:gd name="connsiteX44" fmla="*/ 452230 w 2430117"/>
              <a:gd name="connsiteY44" fmla="*/ 2539448 h 10287000"/>
              <a:gd name="connsiteX45" fmla="*/ 452230 w 2430117"/>
              <a:gd name="connsiteY45" fmla="*/ 2534478 h 10287000"/>
              <a:gd name="connsiteX46" fmla="*/ 447261 w 2430117"/>
              <a:gd name="connsiteY46" fmla="*/ 2519570 h 10287000"/>
              <a:gd name="connsiteX47" fmla="*/ 427383 w 2430117"/>
              <a:gd name="connsiteY47" fmla="*/ 2454965 h 10287000"/>
              <a:gd name="connsiteX48" fmla="*/ 422413 w 2430117"/>
              <a:gd name="connsiteY48" fmla="*/ 2440057 h 10287000"/>
              <a:gd name="connsiteX49" fmla="*/ 417443 w 2430117"/>
              <a:gd name="connsiteY49" fmla="*/ 2405270 h 10287000"/>
              <a:gd name="connsiteX50" fmla="*/ 417443 w 2430117"/>
              <a:gd name="connsiteY50" fmla="*/ 2390361 h 10287000"/>
              <a:gd name="connsiteX51" fmla="*/ 437322 w 2430117"/>
              <a:gd name="connsiteY51" fmla="*/ 2176670 h 10287000"/>
              <a:gd name="connsiteX52" fmla="*/ 636104 w 2430117"/>
              <a:gd name="connsiteY52" fmla="*/ 1575352 h 10287000"/>
              <a:gd name="connsiteX53" fmla="*/ 1152939 w 2430117"/>
              <a:gd name="connsiteY53" fmla="*/ 0 h 10287000"/>
              <a:gd name="connsiteX54" fmla="*/ 2430118 w 2430117"/>
              <a:gd name="connsiteY54" fmla="*/ 0 h 10287000"/>
              <a:gd name="connsiteX55" fmla="*/ 2430118 w 2430117"/>
              <a:gd name="connsiteY55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430117" h="10287000">
                <a:moveTo>
                  <a:pt x="2430118" y="10287000"/>
                </a:moveTo>
                <a:lnTo>
                  <a:pt x="0" y="10287000"/>
                </a:lnTo>
                <a:lnTo>
                  <a:pt x="54665" y="10108095"/>
                </a:lnTo>
                <a:lnTo>
                  <a:pt x="1202635" y="6579704"/>
                </a:lnTo>
                <a:cubicBezTo>
                  <a:pt x="1292087" y="6296439"/>
                  <a:pt x="1242391" y="6003235"/>
                  <a:pt x="1083365" y="5774635"/>
                </a:cubicBezTo>
                <a:cubicBezTo>
                  <a:pt x="1078396" y="5769665"/>
                  <a:pt x="1073426" y="5759726"/>
                  <a:pt x="1068457" y="5754757"/>
                </a:cubicBezTo>
                <a:lnTo>
                  <a:pt x="1073426" y="5744818"/>
                </a:lnTo>
                <a:lnTo>
                  <a:pt x="1500809" y="4432852"/>
                </a:lnTo>
                <a:lnTo>
                  <a:pt x="1739348" y="3692387"/>
                </a:lnTo>
                <a:cubicBezTo>
                  <a:pt x="1739348" y="3687417"/>
                  <a:pt x="1744317" y="3677478"/>
                  <a:pt x="1744317" y="3672509"/>
                </a:cubicBezTo>
                <a:cubicBezTo>
                  <a:pt x="1749287" y="3652631"/>
                  <a:pt x="1754257" y="3632752"/>
                  <a:pt x="1759226" y="3612874"/>
                </a:cubicBezTo>
                <a:cubicBezTo>
                  <a:pt x="1774135" y="3523422"/>
                  <a:pt x="1764196" y="3438939"/>
                  <a:pt x="1734378" y="3354457"/>
                </a:cubicBezTo>
                <a:cubicBezTo>
                  <a:pt x="1734378" y="3354457"/>
                  <a:pt x="1734378" y="3354457"/>
                  <a:pt x="1734378" y="3354457"/>
                </a:cubicBezTo>
                <a:cubicBezTo>
                  <a:pt x="1734378" y="3349487"/>
                  <a:pt x="1729409" y="3339548"/>
                  <a:pt x="1729409" y="3334578"/>
                </a:cubicBezTo>
                <a:cubicBezTo>
                  <a:pt x="1724439" y="3324639"/>
                  <a:pt x="1719470" y="3314700"/>
                  <a:pt x="1719470" y="3304761"/>
                </a:cubicBezTo>
                <a:cubicBezTo>
                  <a:pt x="1714500" y="3294822"/>
                  <a:pt x="1709530" y="3279913"/>
                  <a:pt x="1699591" y="3269974"/>
                </a:cubicBezTo>
                <a:cubicBezTo>
                  <a:pt x="1694622" y="3265004"/>
                  <a:pt x="1694622" y="3255065"/>
                  <a:pt x="1689652" y="3250096"/>
                </a:cubicBezTo>
                <a:cubicBezTo>
                  <a:pt x="1684683" y="3245126"/>
                  <a:pt x="1684683" y="3240156"/>
                  <a:pt x="1679713" y="3240156"/>
                </a:cubicBezTo>
                <a:cubicBezTo>
                  <a:pt x="1664805" y="3220279"/>
                  <a:pt x="1654865" y="3200400"/>
                  <a:pt x="1639957" y="3185491"/>
                </a:cubicBezTo>
                <a:cubicBezTo>
                  <a:pt x="1634987" y="3180522"/>
                  <a:pt x="1630018" y="3170583"/>
                  <a:pt x="1620078" y="3165613"/>
                </a:cubicBezTo>
                <a:cubicBezTo>
                  <a:pt x="1615109" y="3160644"/>
                  <a:pt x="1605170" y="3150705"/>
                  <a:pt x="1600200" y="3145735"/>
                </a:cubicBezTo>
                <a:cubicBezTo>
                  <a:pt x="1595231" y="3140765"/>
                  <a:pt x="1595231" y="3140765"/>
                  <a:pt x="1590261" y="3135796"/>
                </a:cubicBezTo>
                <a:cubicBezTo>
                  <a:pt x="1585291" y="3130826"/>
                  <a:pt x="1580322" y="3125857"/>
                  <a:pt x="1575352" y="3120887"/>
                </a:cubicBezTo>
                <a:cubicBezTo>
                  <a:pt x="1575352" y="3120887"/>
                  <a:pt x="1575352" y="3120887"/>
                  <a:pt x="1575352" y="3120887"/>
                </a:cubicBezTo>
                <a:cubicBezTo>
                  <a:pt x="1570383" y="3115918"/>
                  <a:pt x="1570383" y="3115918"/>
                  <a:pt x="1565413" y="3110948"/>
                </a:cubicBezTo>
                <a:cubicBezTo>
                  <a:pt x="1565413" y="3110948"/>
                  <a:pt x="1565413" y="3110948"/>
                  <a:pt x="1560444" y="3110948"/>
                </a:cubicBezTo>
                <a:cubicBezTo>
                  <a:pt x="1555474" y="3105978"/>
                  <a:pt x="1550504" y="3101009"/>
                  <a:pt x="1540565" y="3096039"/>
                </a:cubicBezTo>
                <a:cubicBezTo>
                  <a:pt x="1530626" y="3091070"/>
                  <a:pt x="1520687" y="3086100"/>
                  <a:pt x="1515718" y="3081131"/>
                </a:cubicBezTo>
                <a:cubicBezTo>
                  <a:pt x="1515718" y="3081131"/>
                  <a:pt x="1515718" y="3081131"/>
                  <a:pt x="1515718" y="3081131"/>
                </a:cubicBezTo>
                <a:cubicBezTo>
                  <a:pt x="1485900" y="3061252"/>
                  <a:pt x="1451113" y="3046344"/>
                  <a:pt x="1416326" y="3036404"/>
                </a:cubicBezTo>
                <a:lnTo>
                  <a:pt x="939248" y="2882348"/>
                </a:lnTo>
                <a:lnTo>
                  <a:pt x="770283" y="2827683"/>
                </a:lnTo>
                <a:cubicBezTo>
                  <a:pt x="750404" y="2822713"/>
                  <a:pt x="730526" y="2812774"/>
                  <a:pt x="710648" y="2802835"/>
                </a:cubicBezTo>
                <a:cubicBezTo>
                  <a:pt x="705678" y="2797865"/>
                  <a:pt x="695739" y="2797865"/>
                  <a:pt x="690770" y="2792896"/>
                </a:cubicBezTo>
                <a:cubicBezTo>
                  <a:pt x="685800" y="2787926"/>
                  <a:pt x="680830" y="2787926"/>
                  <a:pt x="670891" y="2782957"/>
                </a:cubicBezTo>
                <a:cubicBezTo>
                  <a:pt x="665922" y="2777987"/>
                  <a:pt x="660952" y="2777987"/>
                  <a:pt x="651013" y="2773017"/>
                </a:cubicBezTo>
                <a:cubicBezTo>
                  <a:pt x="626165" y="2758109"/>
                  <a:pt x="606287" y="2743200"/>
                  <a:pt x="586409" y="2723322"/>
                </a:cubicBezTo>
                <a:cubicBezTo>
                  <a:pt x="581439" y="2718352"/>
                  <a:pt x="576470" y="2713383"/>
                  <a:pt x="571500" y="2708413"/>
                </a:cubicBezTo>
                <a:cubicBezTo>
                  <a:pt x="551622" y="2693505"/>
                  <a:pt x="536713" y="2673626"/>
                  <a:pt x="521804" y="2653748"/>
                </a:cubicBezTo>
                <a:cubicBezTo>
                  <a:pt x="516835" y="2648778"/>
                  <a:pt x="516835" y="2648778"/>
                  <a:pt x="511865" y="2643809"/>
                </a:cubicBezTo>
                <a:cubicBezTo>
                  <a:pt x="506896" y="2638839"/>
                  <a:pt x="506896" y="2638839"/>
                  <a:pt x="506896" y="2633870"/>
                </a:cubicBezTo>
                <a:cubicBezTo>
                  <a:pt x="496957" y="2623931"/>
                  <a:pt x="491987" y="2613991"/>
                  <a:pt x="482048" y="2599083"/>
                </a:cubicBezTo>
                <a:cubicBezTo>
                  <a:pt x="477078" y="2589144"/>
                  <a:pt x="472109" y="2579205"/>
                  <a:pt x="467139" y="2569265"/>
                </a:cubicBezTo>
                <a:cubicBezTo>
                  <a:pt x="462170" y="2564296"/>
                  <a:pt x="462170" y="2559326"/>
                  <a:pt x="457200" y="2554357"/>
                </a:cubicBezTo>
                <a:cubicBezTo>
                  <a:pt x="457200" y="2549387"/>
                  <a:pt x="452230" y="2544418"/>
                  <a:pt x="452230" y="2539448"/>
                </a:cubicBezTo>
                <a:cubicBezTo>
                  <a:pt x="452230" y="2539448"/>
                  <a:pt x="452230" y="2539448"/>
                  <a:pt x="452230" y="2534478"/>
                </a:cubicBezTo>
                <a:cubicBezTo>
                  <a:pt x="452230" y="2529509"/>
                  <a:pt x="447261" y="2524539"/>
                  <a:pt x="447261" y="2519570"/>
                </a:cubicBezTo>
                <a:cubicBezTo>
                  <a:pt x="437322" y="2499691"/>
                  <a:pt x="432352" y="2474844"/>
                  <a:pt x="427383" y="2454965"/>
                </a:cubicBezTo>
                <a:cubicBezTo>
                  <a:pt x="427383" y="2449996"/>
                  <a:pt x="422413" y="2445026"/>
                  <a:pt x="422413" y="2440057"/>
                </a:cubicBezTo>
                <a:cubicBezTo>
                  <a:pt x="422413" y="2430118"/>
                  <a:pt x="417443" y="2420178"/>
                  <a:pt x="417443" y="2405270"/>
                </a:cubicBezTo>
                <a:cubicBezTo>
                  <a:pt x="417443" y="2400300"/>
                  <a:pt x="417443" y="2395331"/>
                  <a:pt x="417443" y="2390361"/>
                </a:cubicBezTo>
                <a:cubicBezTo>
                  <a:pt x="412474" y="2320787"/>
                  <a:pt x="417443" y="2251213"/>
                  <a:pt x="437322" y="2176670"/>
                </a:cubicBezTo>
                <a:lnTo>
                  <a:pt x="636104" y="1575352"/>
                </a:lnTo>
                <a:lnTo>
                  <a:pt x="1152939" y="0"/>
                </a:lnTo>
                <a:lnTo>
                  <a:pt x="2430118" y="0"/>
                </a:lnTo>
                <a:lnTo>
                  <a:pt x="2430118" y="10287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034AC8E-78B0-4165-A82E-322B97BCDF11}"/>
              </a:ext>
            </a:extLst>
          </p:cNvPr>
          <p:cNvSpPr/>
          <p:nvPr/>
        </p:nvSpPr>
        <p:spPr>
          <a:xfrm>
            <a:off x="680209" y="4495800"/>
            <a:ext cx="2911454" cy="5829300"/>
          </a:xfrm>
          <a:custGeom>
            <a:avLst/>
            <a:gdLst>
              <a:gd name="connsiteX0" fmla="*/ 681416 w 2935384"/>
              <a:gd name="connsiteY0" fmla="*/ 0 h 5817087"/>
              <a:gd name="connsiteX1" fmla="*/ 686426 w 2935384"/>
              <a:gd name="connsiteY1" fmla="*/ 10021 h 5817087"/>
              <a:gd name="connsiteX2" fmla="*/ 856780 w 2935384"/>
              <a:gd name="connsiteY2" fmla="*/ 180375 h 5817087"/>
              <a:gd name="connsiteX3" fmla="*/ 1137363 w 2935384"/>
              <a:gd name="connsiteY3" fmla="*/ 330687 h 5817087"/>
              <a:gd name="connsiteX4" fmla="*/ 1989133 w 2935384"/>
              <a:gd name="connsiteY4" fmla="*/ 606260 h 5817087"/>
              <a:gd name="connsiteX5" fmla="*/ 2299779 w 2935384"/>
              <a:gd name="connsiteY5" fmla="*/ 706468 h 5817087"/>
              <a:gd name="connsiteX6" fmla="*/ 2891007 w 2935384"/>
              <a:gd name="connsiteY6" fmla="*/ 1868883 h 5817087"/>
              <a:gd name="connsiteX7" fmla="*/ 1608342 w 2935384"/>
              <a:gd name="connsiteY7" fmla="*/ 5817087 h 5817087"/>
              <a:gd name="connsiteX8" fmla="*/ 601249 w 2935384"/>
              <a:gd name="connsiteY8" fmla="*/ 5817087 h 5817087"/>
              <a:gd name="connsiteX9" fmla="*/ 1122332 w 2935384"/>
              <a:gd name="connsiteY9" fmla="*/ 4218767 h 5817087"/>
              <a:gd name="connsiteX10" fmla="*/ 1322749 w 2935384"/>
              <a:gd name="connsiteY10" fmla="*/ 3607496 h 5817087"/>
              <a:gd name="connsiteX11" fmla="*/ 1347801 w 2935384"/>
              <a:gd name="connsiteY11" fmla="*/ 3392049 h 5817087"/>
              <a:gd name="connsiteX12" fmla="*/ 1347801 w 2935384"/>
              <a:gd name="connsiteY12" fmla="*/ 3377017 h 5817087"/>
              <a:gd name="connsiteX13" fmla="*/ 1342790 w 2935384"/>
              <a:gd name="connsiteY13" fmla="*/ 3341945 h 5817087"/>
              <a:gd name="connsiteX14" fmla="*/ 1337780 w 2935384"/>
              <a:gd name="connsiteY14" fmla="*/ 3326913 h 5817087"/>
              <a:gd name="connsiteX15" fmla="*/ 1317738 w 2935384"/>
              <a:gd name="connsiteY15" fmla="*/ 3261778 h 5817087"/>
              <a:gd name="connsiteX16" fmla="*/ 1312728 w 2935384"/>
              <a:gd name="connsiteY16" fmla="*/ 3246746 h 5817087"/>
              <a:gd name="connsiteX17" fmla="*/ 1312728 w 2935384"/>
              <a:gd name="connsiteY17" fmla="*/ 3241736 h 5817087"/>
              <a:gd name="connsiteX18" fmla="*/ 1307717 w 2935384"/>
              <a:gd name="connsiteY18" fmla="*/ 3226705 h 5817087"/>
              <a:gd name="connsiteX19" fmla="*/ 1297697 w 2935384"/>
              <a:gd name="connsiteY19" fmla="*/ 3211674 h 5817087"/>
              <a:gd name="connsiteX20" fmla="*/ 1282665 w 2935384"/>
              <a:gd name="connsiteY20" fmla="*/ 3181611 h 5817087"/>
              <a:gd name="connsiteX21" fmla="*/ 1257613 w 2935384"/>
              <a:gd name="connsiteY21" fmla="*/ 3146538 h 5817087"/>
              <a:gd name="connsiteX22" fmla="*/ 1252603 w 2935384"/>
              <a:gd name="connsiteY22" fmla="*/ 3136517 h 5817087"/>
              <a:gd name="connsiteX23" fmla="*/ 1242582 w 2935384"/>
              <a:gd name="connsiteY23" fmla="*/ 3126497 h 5817087"/>
              <a:gd name="connsiteX24" fmla="*/ 1192478 w 2935384"/>
              <a:gd name="connsiteY24" fmla="*/ 3071382 h 5817087"/>
              <a:gd name="connsiteX25" fmla="*/ 1177447 w 2935384"/>
              <a:gd name="connsiteY25" fmla="*/ 3056351 h 5817087"/>
              <a:gd name="connsiteX26" fmla="*/ 1112311 w 2935384"/>
              <a:gd name="connsiteY26" fmla="*/ 3006246 h 5817087"/>
              <a:gd name="connsiteX27" fmla="*/ 1092270 w 2935384"/>
              <a:gd name="connsiteY27" fmla="*/ 2996226 h 5817087"/>
              <a:gd name="connsiteX28" fmla="*/ 1072228 w 2935384"/>
              <a:gd name="connsiteY28" fmla="*/ 2986205 h 5817087"/>
              <a:gd name="connsiteX29" fmla="*/ 1052186 w 2935384"/>
              <a:gd name="connsiteY29" fmla="*/ 2976184 h 5817087"/>
              <a:gd name="connsiteX30" fmla="*/ 992061 w 2935384"/>
              <a:gd name="connsiteY30" fmla="*/ 2951132 h 5817087"/>
              <a:gd name="connsiteX31" fmla="*/ 821707 w 2935384"/>
              <a:gd name="connsiteY31" fmla="*/ 2896018 h 5817087"/>
              <a:gd name="connsiteX32" fmla="*/ 345718 w 2935384"/>
              <a:gd name="connsiteY32" fmla="*/ 2740695 h 5817087"/>
              <a:gd name="connsiteX33" fmla="*/ 245510 w 2935384"/>
              <a:gd name="connsiteY33" fmla="*/ 2695601 h 5817087"/>
              <a:gd name="connsiteX34" fmla="*/ 245510 w 2935384"/>
              <a:gd name="connsiteY34" fmla="*/ 2695601 h 5817087"/>
              <a:gd name="connsiteX35" fmla="*/ 220458 w 2935384"/>
              <a:gd name="connsiteY35" fmla="*/ 2680570 h 5817087"/>
              <a:gd name="connsiteX36" fmla="*/ 200416 w 2935384"/>
              <a:gd name="connsiteY36" fmla="*/ 2665539 h 5817087"/>
              <a:gd name="connsiteX37" fmla="*/ 195406 w 2935384"/>
              <a:gd name="connsiteY37" fmla="*/ 2665539 h 5817087"/>
              <a:gd name="connsiteX38" fmla="*/ 185385 w 2935384"/>
              <a:gd name="connsiteY38" fmla="*/ 2655518 h 5817087"/>
              <a:gd name="connsiteX39" fmla="*/ 185385 w 2935384"/>
              <a:gd name="connsiteY39" fmla="*/ 2655518 h 5817087"/>
              <a:gd name="connsiteX40" fmla="*/ 170354 w 2935384"/>
              <a:gd name="connsiteY40" fmla="*/ 2640487 h 5817087"/>
              <a:gd name="connsiteX41" fmla="*/ 160333 w 2935384"/>
              <a:gd name="connsiteY41" fmla="*/ 2630466 h 5817087"/>
              <a:gd name="connsiteX42" fmla="*/ 140291 w 2935384"/>
              <a:gd name="connsiteY42" fmla="*/ 2610424 h 5817087"/>
              <a:gd name="connsiteX43" fmla="*/ 120250 w 2935384"/>
              <a:gd name="connsiteY43" fmla="*/ 2590383 h 5817087"/>
              <a:gd name="connsiteX44" fmla="*/ 80167 w 2935384"/>
              <a:gd name="connsiteY44" fmla="*/ 2535268 h 5817087"/>
              <a:gd name="connsiteX45" fmla="*/ 70146 w 2935384"/>
              <a:gd name="connsiteY45" fmla="*/ 2525247 h 5817087"/>
              <a:gd name="connsiteX46" fmla="*/ 60125 w 2935384"/>
              <a:gd name="connsiteY46" fmla="*/ 2505205 h 5817087"/>
              <a:gd name="connsiteX47" fmla="*/ 40083 w 2935384"/>
              <a:gd name="connsiteY47" fmla="*/ 2470133 h 5817087"/>
              <a:gd name="connsiteX48" fmla="*/ 30062 w 2935384"/>
              <a:gd name="connsiteY48" fmla="*/ 2440071 h 5817087"/>
              <a:gd name="connsiteX49" fmla="*/ 25052 w 2935384"/>
              <a:gd name="connsiteY49" fmla="*/ 2440071 h 5817087"/>
              <a:gd name="connsiteX50" fmla="*/ 25052 w 2935384"/>
              <a:gd name="connsiteY50" fmla="*/ 2420028 h 5817087"/>
              <a:gd name="connsiteX51" fmla="*/ 25052 w 2935384"/>
              <a:gd name="connsiteY51" fmla="*/ 2420028 h 5817087"/>
              <a:gd name="connsiteX52" fmla="*/ 10021 w 2935384"/>
              <a:gd name="connsiteY52" fmla="*/ 2410008 h 5817087"/>
              <a:gd name="connsiteX53" fmla="*/ 10021 w 2935384"/>
              <a:gd name="connsiteY53" fmla="*/ 2410008 h 5817087"/>
              <a:gd name="connsiteX54" fmla="*/ 10021 w 2935384"/>
              <a:gd name="connsiteY54" fmla="*/ 2384956 h 5817087"/>
              <a:gd name="connsiteX55" fmla="*/ 10021 w 2935384"/>
              <a:gd name="connsiteY55" fmla="*/ 2374935 h 5817087"/>
              <a:gd name="connsiteX56" fmla="*/ 5010 w 2935384"/>
              <a:gd name="connsiteY56" fmla="*/ 2344872 h 5817087"/>
              <a:gd name="connsiteX57" fmla="*/ 0 w 2935384"/>
              <a:gd name="connsiteY57" fmla="*/ 2304789 h 5817087"/>
              <a:gd name="connsiteX58" fmla="*/ 0 w 2935384"/>
              <a:gd name="connsiteY58" fmla="*/ 2274727 h 5817087"/>
              <a:gd name="connsiteX59" fmla="*/ 0 w 2935384"/>
              <a:gd name="connsiteY59" fmla="*/ 2239654 h 5817087"/>
              <a:gd name="connsiteX60" fmla="*/ 5010 w 2935384"/>
              <a:gd name="connsiteY60" fmla="*/ 2159487 h 5817087"/>
              <a:gd name="connsiteX61" fmla="*/ 20042 w 2935384"/>
              <a:gd name="connsiteY61" fmla="*/ 2099362 h 5817087"/>
              <a:gd name="connsiteX62" fmla="*/ 25052 w 2935384"/>
              <a:gd name="connsiteY62" fmla="*/ 2079320 h 5817087"/>
              <a:gd name="connsiteX63" fmla="*/ 265552 w 2935384"/>
              <a:gd name="connsiteY63" fmla="*/ 1332769 h 5817087"/>
              <a:gd name="connsiteX64" fmla="*/ 696447 w 2935384"/>
              <a:gd name="connsiteY64" fmla="*/ 10021 h 5817087"/>
              <a:gd name="connsiteX65" fmla="*/ 681416 w 2935384"/>
              <a:gd name="connsiteY65" fmla="*/ 0 h 581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935384" h="5817087">
                <a:moveTo>
                  <a:pt x="681416" y="0"/>
                </a:moveTo>
                <a:cubicBezTo>
                  <a:pt x="681416" y="5010"/>
                  <a:pt x="686426" y="5010"/>
                  <a:pt x="686426" y="10021"/>
                </a:cubicBezTo>
                <a:cubicBezTo>
                  <a:pt x="736530" y="75156"/>
                  <a:pt x="791645" y="130271"/>
                  <a:pt x="856780" y="180375"/>
                </a:cubicBezTo>
                <a:cubicBezTo>
                  <a:pt x="936947" y="245510"/>
                  <a:pt x="1032145" y="295614"/>
                  <a:pt x="1137363" y="330687"/>
                </a:cubicBezTo>
                <a:lnTo>
                  <a:pt x="1989133" y="606260"/>
                </a:lnTo>
                <a:lnTo>
                  <a:pt x="2299779" y="706468"/>
                </a:lnTo>
                <a:cubicBezTo>
                  <a:pt x="2780778" y="861791"/>
                  <a:pt x="3046330" y="1387884"/>
                  <a:pt x="2891007" y="1868883"/>
                </a:cubicBezTo>
                <a:lnTo>
                  <a:pt x="1608342" y="5817087"/>
                </a:lnTo>
                <a:lnTo>
                  <a:pt x="601249" y="5817087"/>
                </a:lnTo>
                <a:lnTo>
                  <a:pt x="1122332" y="4218767"/>
                </a:lnTo>
                <a:lnTo>
                  <a:pt x="1322749" y="3607496"/>
                </a:lnTo>
                <a:cubicBezTo>
                  <a:pt x="1347801" y="3537350"/>
                  <a:pt x="1352811" y="3462194"/>
                  <a:pt x="1347801" y="3392049"/>
                </a:cubicBezTo>
                <a:cubicBezTo>
                  <a:pt x="1347801" y="3387038"/>
                  <a:pt x="1347801" y="3382027"/>
                  <a:pt x="1347801" y="3377017"/>
                </a:cubicBezTo>
                <a:cubicBezTo>
                  <a:pt x="1347801" y="3366997"/>
                  <a:pt x="1342790" y="3351965"/>
                  <a:pt x="1342790" y="3341945"/>
                </a:cubicBezTo>
                <a:cubicBezTo>
                  <a:pt x="1342790" y="3336934"/>
                  <a:pt x="1342790" y="3331923"/>
                  <a:pt x="1337780" y="3326913"/>
                </a:cubicBezTo>
                <a:cubicBezTo>
                  <a:pt x="1332769" y="3301861"/>
                  <a:pt x="1322749" y="3281819"/>
                  <a:pt x="1317738" y="3261778"/>
                </a:cubicBezTo>
                <a:cubicBezTo>
                  <a:pt x="1317738" y="3256767"/>
                  <a:pt x="1312728" y="3251757"/>
                  <a:pt x="1312728" y="3246746"/>
                </a:cubicBezTo>
                <a:cubicBezTo>
                  <a:pt x="1312728" y="3246746"/>
                  <a:pt x="1312728" y="3246746"/>
                  <a:pt x="1312728" y="3241736"/>
                </a:cubicBezTo>
                <a:cubicBezTo>
                  <a:pt x="1312728" y="3236726"/>
                  <a:pt x="1307717" y="3231715"/>
                  <a:pt x="1307717" y="3226705"/>
                </a:cubicBezTo>
                <a:cubicBezTo>
                  <a:pt x="1307717" y="3221694"/>
                  <a:pt x="1302707" y="3216684"/>
                  <a:pt x="1297697" y="3211674"/>
                </a:cubicBezTo>
                <a:cubicBezTo>
                  <a:pt x="1292686" y="3201653"/>
                  <a:pt x="1287676" y="3191632"/>
                  <a:pt x="1282665" y="3181611"/>
                </a:cubicBezTo>
                <a:cubicBezTo>
                  <a:pt x="1277655" y="3171590"/>
                  <a:pt x="1267634" y="3156559"/>
                  <a:pt x="1257613" y="3146538"/>
                </a:cubicBezTo>
                <a:cubicBezTo>
                  <a:pt x="1257613" y="3141528"/>
                  <a:pt x="1252603" y="3141528"/>
                  <a:pt x="1252603" y="3136517"/>
                </a:cubicBezTo>
                <a:cubicBezTo>
                  <a:pt x="1247592" y="3131507"/>
                  <a:pt x="1247592" y="3131507"/>
                  <a:pt x="1242582" y="3126497"/>
                </a:cubicBezTo>
                <a:cubicBezTo>
                  <a:pt x="1227551" y="3106455"/>
                  <a:pt x="1212520" y="3086413"/>
                  <a:pt x="1192478" y="3071382"/>
                </a:cubicBezTo>
                <a:cubicBezTo>
                  <a:pt x="1187467" y="3066372"/>
                  <a:pt x="1182457" y="3061361"/>
                  <a:pt x="1177447" y="3056351"/>
                </a:cubicBezTo>
                <a:cubicBezTo>
                  <a:pt x="1157405" y="3036309"/>
                  <a:pt x="1137363" y="3021278"/>
                  <a:pt x="1112311" y="3006246"/>
                </a:cubicBezTo>
                <a:cubicBezTo>
                  <a:pt x="1107301" y="3001236"/>
                  <a:pt x="1102290" y="3001236"/>
                  <a:pt x="1092270" y="2996226"/>
                </a:cubicBezTo>
                <a:cubicBezTo>
                  <a:pt x="1087259" y="2991216"/>
                  <a:pt x="1082249" y="2991216"/>
                  <a:pt x="1072228" y="2986205"/>
                </a:cubicBezTo>
                <a:cubicBezTo>
                  <a:pt x="1067218" y="2981194"/>
                  <a:pt x="1062207" y="2981194"/>
                  <a:pt x="1052186" y="2976184"/>
                </a:cubicBezTo>
                <a:cubicBezTo>
                  <a:pt x="1032145" y="2966164"/>
                  <a:pt x="1012103" y="2961153"/>
                  <a:pt x="992061" y="2951132"/>
                </a:cubicBezTo>
                <a:lnTo>
                  <a:pt x="821707" y="2896018"/>
                </a:lnTo>
                <a:lnTo>
                  <a:pt x="345718" y="2740695"/>
                </a:lnTo>
                <a:cubicBezTo>
                  <a:pt x="310646" y="2730674"/>
                  <a:pt x="275573" y="2715643"/>
                  <a:pt x="245510" y="2695601"/>
                </a:cubicBezTo>
                <a:cubicBezTo>
                  <a:pt x="245510" y="2695601"/>
                  <a:pt x="245510" y="2695601"/>
                  <a:pt x="245510" y="2695601"/>
                </a:cubicBezTo>
                <a:cubicBezTo>
                  <a:pt x="235489" y="2690591"/>
                  <a:pt x="225469" y="2685580"/>
                  <a:pt x="220458" y="2680570"/>
                </a:cubicBezTo>
                <a:cubicBezTo>
                  <a:pt x="215448" y="2675560"/>
                  <a:pt x="205427" y="2670549"/>
                  <a:pt x="200416" y="2665539"/>
                </a:cubicBezTo>
                <a:cubicBezTo>
                  <a:pt x="200416" y="2665539"/>
                  <a:pt x="200416" y="2665539"/>
                  <a:pt x="195406" y="2665539"/>
                </a:cubicBezTo>
                <a:cubicBezTo>
                  <a:pt x="190396" y="2660528"/>
                  <a:pt x="190396" y="2660528"/>
                  <a:pt x="185385" y="2655518"/>
                </a:cubicBezTo>
                <a:cubicBezTo>
                  <a:pt x="185385" y="2655518"/>
                  <a:pt x="185385" y="2655518"/>
                  <a:pt x="185385" y="2655518"/>
                </a:cubicBezTo>
                <a:cubicBezTo>
                  <a:pt x="180375" y="2650508"/>
                  <a:pt x="175364" y="2645497"/>
                  <a:pt x="170354" y="2640487"/>
                </a:cubicBezTo>
                <a:cubicBezTo>
                  <a:pt x="165344" y="2640487"/>
                  <a:pt x="165344" y="2635476"/>
                  <a:pt x="160333" y="2630466"/>
                </a:cubicBezTo>
                <a:cubicBezTo>
                  <a:pt x="155323" y="2625456"/>
                  <a:pt x="145302" y="2615435"/>
                  <a:pt x="140291" y="2610424"/>
                </a:cubicBezTo>
                <a:cubicBezTo>
                  <a:pt x="135281" y="2605414"/>
                  <a:pt x="130271" y="2595393"/>
                  <a:pt x="120250" y="2590383"/>
                </a:cubicBezTo>
                <a:cubicBezTo>
                  <a:pt x="105219" y="2570341"/>
                  <a:pt x="90187" y="2555309"/>
                  <a:pt x="80167" y="2535268"/>
                </a:cubicBezTo>
                <a:cubicBezTo>
                  <a:pt x="75156" y="2530257"/>
                  <a:pt x="75156" y="2525247"/>
                  <a:pt x="70146" y="2525247"/>
                </a:cubicBezTo>
                <a:cubicBezTo>
                  <a:pt x="65135" y="2520237"/>
                  <a:pt x="60125" y="2510216"/>
                  <a:pt x="60125" y="2505205"/>
                </a:cubicBezTo>
                <a:cubicBezTo>
                  <a:pt x="55115" y="2495185"/>
                  <a:pt x="50104" y="2480153"/>
                  <a:pt x="40083" y="2470133"/>
                </a:cubicBezTo>
                <a:cubicBezTo>
                  <a:pt x="35073" y="2460112"/>
                  <a:pt x="30062" y="2450091"/>
                  <a:pt x="30062" y="2440071"/>
                </a:cubicBezTo>
                <a:cubicBezTo>
                  <a:pt x="30062" y="2440071"/>
                  <a:pt x="25052" y="2440071"/>
                  <a:pt x="25052" y="2440071"/>
                </a:cubicBezTo>
                <a:cubicBezTo>
                  <a:pt x="25052" y="2435060"/>
                  <a:pt x="25052" y="2425039"/>
                  <a:pt x="25052" y="2420028"/>
                </a:cubicBezTo>
                <a:cubicBezTo>
                  <a:pt x="25052" y="2420028"/>
                  <a:pt x="25052" y="2420028"/>
                  <a:pt x="25052" y="2420028"/>
                </a:cubicBezTo>
                <a:cubicBezTo>
                  <a:pt x="25052" y="2415019"/>
                  <a:pt x="10021" y="2415019"/>
                  <a:pt x="10021" y="2410008"/>
                </a:cubicBezTo>
                <a:lnTo>
                  <a:pt x="10021" y="2410008"/>
                </a:lnTo>
                <a:cubicBezTo>
                  <a:pt x="10021" y="2399987"/>
                  <a:pt x="10021" y="2394976"/>
                  <a:pt x="10021" y="2384956"/>
                </a:cubicBezTo>
                <a:cubicBezTo>
                  <a:pt x="10021" y="2384956"/>
                  <a:pt x="10021" y="2379945"/>
                  <a:pt x="10021" y="2374935"/>
                </a:cubicBezTo>
                <a:cubicBezTo>
                  <a:pt x="5010" y="2364914"/>
                  <a:pt x="5010" y="2354893"/>
                  <a:pt x="5010" y="2344872"/>
                </a:cubicBezTo>
                <a:cubicBezTo>
                  <a:pt x="0" y="2329841"/>
                  <a:pt x="0" y="2319820"/>
                  <a:pt x="0" y="2304789"/>
                </a:cubicBezTo>
                <a:cubicBezTo>
                  <a:pt x="0" y="2294768"/>
                  <a:pt x="0" y="2284748"/>
                  <a:pt x="0" y="2274727"/>
                </a:cubicBezTo>
                <a:cubicBezTo>
                  <a:pt x="0" y="2264706"/>
                  <a:pt x="0" y="2249675"/>
                  <a:pt x="0" y="2239654"/>
                </a:cubicBezTo>
                <a:cubicBezTo>
                  <a:pt x="0" y="2214602"/>
                  <a:pt x="0" y="2184539"/>
                  <a:pt x="5010" y="2159487"/>
                </a:cubicBezTo>
                <a:cubicBezTo>
                  <a:pt x="10021" y="2139446"/>
                  <a:pt x="15031" y="2119404"/>
                  <a:pt x="20042" y="2099362"/>
                </a:cubicBezTo>
                <a:cubicBezTo>
                  <a:pt x="20042" y="2094352"/>
                  <a:pt x="25052" y="2084331"/>
                  <a:pt x="25052" y="2079320"/>
                </a:cubicBezTo>
                <a:lnTo>
                  <a:pt x="265552" y="1332769"/>
                </a:lnTo>
                <a:lnTo>
                  <a:pt x="696447" y="10021"/>
                </a:lnTo>
                <a:lnTo>
                  <a:pt x="681416" y="0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41B2BE-DCEC-4D6E-828C-C72766A140D4}"/>
              </a:ext>
            </a:extLst>
          </p:cNvPr>
          <p:cNvSpPr/>
          <p:nvPr/>
        </p:nvSpPr>
        <p:spPr>
          <a:xfrm>
            <a:off x="0" y="5506279"/>
            <a:ext cx="2707703" cy="4780721"/>
          </a:xfrm>
          <a:custGeom>
            <a:avLst/>
            <a:gdLst>
              <a:gd name="connsiteX0" fmla="*/ 475989 w 2729958"/>
              <a:gd name="connsiteY0" fmla="*/ 0 h 4820015"/>
              <a:gd name="connsiteX1" fmla="*/ 480999 w 2729958"/>
              <a:gd name="connsiteY1" fmla="*/ 10021 h 4820015"/>
              <a:gd name="connsiteX2" fmla="*/ 931936 w 2729958"/>
              <a:gd name="connsiteY2" fmla="*/ 330687 h 4820015"/>
              <a:gd name="connsiteX3" fmla="*/ 951978 w 2729958"/>
              <a:gd name="connsiteY3" fmla="*/ 335697 h 4820015"/>
              <a:gd name="connsiteX4" fmla="*/ 1162415 w 2729958"/>
              <a:gd name="connsiteY4" fmla="*/ 405843 h 4820015"/>
              <a:gd name="connsiteX5" fmla="*/ 1783706 w 2729958"/>
              <a:gd name="connsiteY5" fmla="*/ 606260 h 4820015"/>
              <a:gd name="connsiteX6" fmla="*/ 2094352 w 2729958"/>
              <a:gd name="connsiteY6" fmla="*/ 706468 h 4820015"/>
              <a:gd name="connsiteX7" fmla="*/ 2685580 w 2729958"/>
              <a:gd name="connsiteY7" fmla="*/ 1868884 h 4820015"/>
              <a:gd name="connsiteX8" fmla="*/ 2224623 w 2729958"/>
              <a:gd name="connsiteY8" fmla="*/ 3286829 h 4820015"/>
              <a:gd name="connsiteX9" fmla="*/ 1723582 w 2729958"/>
              <a:gd name="connsiteY9" fmla="*/ 4820016 h 4820015"/>
              <a:gd name="connsiteX10" fmla="*/ 716489 w 2729958"/>
              <a:gd name="connsiteY10" fmla="*/ 4820016 h 4820015"/>
              <a:gd name="connsiteX11" fmla="*/ 1112311 w 2729958"/>
              <a:gd name="connsiteY11" fmla="*/ 3607496 h 4820015"/>
              <a:gd name="connsiteX12" fmla="*/ 781624 w 2729958"/>
              <a:gd name="connsiteY12" fmla="*/ 2956143 h 4820015"/>
              <a:gd name="connsiteX13" fmla="*/ 611270 w 2729958"/>
              <a:gd name="connsiteY13" fmla="*/ 2901028 h 4820015"/>
              <a:gd name="connsiteX14" fmla="*/ 120250 w 2729958"/>
              <a:gd name="connsiteY14" fmla="*/ 2745706 h 4820015"/>
              <a:gd name="connsiteX15" fmla="*/ 0 w 2729958"/>
              <a:gd name="connsiteY15" fmla="*/ 2695601 h 4820015"/>
              <a:gd name="connsiteX16" fmla="*/ 0 w 2729958"/>
              <a:gd name="connsiteY16" fmla="*/ 1392895 h 4820015"/>
              <a:gd name="connsiteX17" fmla="*/ 460958 w 2729958"/>
              <a:gd name="connsiteY17" fmla="*/ 10021 h 4820015"/>
              <a:gd name="connsiteX18" fmla="*/ 475989 w 2729958"/>
              <a:gd name="connsiteY18" fmla="*/ 0 h 482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729958" h="4820015">
                <a:moveTo>
                  <a:pt x="475989" y="0"/>
                </a:moveTo>
                <a:cubicBezTo>
                  <a:pt x="475989" y="5010"/>
                  <a:pt x="480999" y="5010"/>
                  <a:pt x="480999" y="10021"/>
                </a:cubicBezTo>
                <a:cubicBezTo>
                  <a:pt x="591229" y="155323"/>
                  <a:pt x="746551" y="270562"/>
                  <a:pt x="931936" y="330687"/>
                </a:cubicBezTo>
                <a:lnTo>
                  <a:pt x="951978" y="335697"/>
                </a:lnTo>
                <a:lnTo>
                  <a:pt x="1162415" y="405843"/>
                </a:lnTo>
                <a:lnTo>
                  <a:pt x="1783706" y="606260"/>
                </a:lnTo>
                <a:lnTo>
                  <a:pt x="2094352" y="706468"/>
                </a:lnTo>
                <a:cubicBezTo>
                  <a:pt x="2575351" y="861791"/>
                  <a:pt x="2840903" y="1382873"/>
                  <a:pt x="2685580" y="1868884"/>
                </a:cubicBezTo>
                <a:lnTo>
                  <a:pt x="2224623" y="3286829"/>
                </a:lnTo>
                <a:lnTo>
                  <a:pt x="1723582" y="4820016"/>
                </a:lnTo>
                <a:lnTo>
                  <a:pt x="716489" y="4820016"/>
                </a:lnTo>
                <a:lnTo>
                  <a:pt x="1112311" y="3607496"/>
                </a:lnTo>
                <a:cubicBezTo>
                  <a:pt x="1202499" y="3336933"/>
                  <a:pt x="1052186" y="3046330"/>
                  <a:pt x="781624" y="2956143"/>
                </a:cubicBezTo>
                <a:lnTo>
                  <a:pt x="611270" y="2901028"/>
                </a:lnTo>
                <a:lnTo>
                  <a:pt x="120250" y="2745706"/>
                </a:lnTo>
                <a:cubicBezTo>
                  <a:pt x="80167" y="2735684"/>
                  <a:pt x="50104" y="2715643"/>
                  <a:pt x="0" y="2695601"/>
                </a:cubicBezTo>
                <a:lnTo>
                  <a:pt x="0" y="1392895"/>
                </a:lnTo>
                <a:lnTo>
                  <a:pt x="460958" y="10021"/>
                </a:lnTo>
                <a:lnTo>
                  <a:pt x="475989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 w="5010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6AB6344-C475-4833-99BC-5F416BEA72F9}"/>
              </a:ext>
            </a:extLst>
          </p:cNvPr>
          <p:cNvSpPr/>
          <p:nvPr/>
        </p:nvSpPr>
        <p:spPr>
          <a:xfrm>
            <a:off x="0" y="1"/>
            <a:ext cx="2445026" cy="10287000"/>
          </a:xfrm>
          <a:custGeom>
            <a:avLst/>
            <a:gdLst>
              <a:gd name="connsiteX0" fmla="*/ 0 w 2465122"/>
              <a:gd name="connsiteY0" fmla="*/ 0 h 10371551"/>
              <a:gd name="connsiteX1" fmla="*/ 2465122 w 2465122"/>
              <a:gd name="connsiteY1" fmla="*/ 0 h 10371551"/>
              <a:gd name="connsiteX2" fmla="*/ 2410008 w 2465122"/>
              <a:gd name="connsiteY2" fmla="*/ 170354 h 10371551"/>
              <a:gd name="connsiteX3" fmla="*/ 1252603 w 2465122"/>
              <a:gd name="connsiteY3" fmla="*/ 3727746 h 10371551"/>
              <a:gd name="connsiteX4" fmla="*/ 1372853 w 2465122"/>
              <a:gd name="connsiteY4" fmla="*/ 4534422 h 10371551"/>
              <a:gd name="connsiteX5" fmla="*/ 1387884 w 2465122"/>
              <a:gd name="connsiteY5" fmla="*/ 4554464 h 10371551"/>
              <a:gd name="connsiteX6" fmla="*/ 1382874 w 2465122"/>
              <a:gd name="connsiteY6" fmla="*/ 4564485 h 10371551"/>
              <a:gd name="connsiteX7" fmla="*/ 951978 w 2465122"/>
              <a:gd name="connsiteY7" fmla="*/ 5887233 h 10371551"/>
              <a:gd name="connsiteX8" fmla="*/ 711478 w 2465122"/>
              <a:gd name="connsiteY8" fmla="*/ 6633784 h 10371551"/>
              <a:gd name="connsiteX9" fmla="*/ 706468 w 2465122"/>
              <a:gd name="connsiteY9" fmla="*/ 6653826 h 10371551"/>
              <a:gd name="connsiteX10" fmla="*/ 691437 w 2465122"/>
              <a:gd name="connsiteY10" fmla="*/ 6713951 h 10371551"/>
              <a:gd name="connsiteX11" fmla="*/ 716489 w 2465122"/>
              <a:gd name="connsiteY11" fmla="*/ 6974492 h 10371551"/>
              <a:gd name="connsiteX12" fmla="*/ 716489 w 2465122"/>
              <a:gd name="connsiteY12" fmla="*/ 6974492 h 10371551"/>
              <a:gd name="connsiteX13" fmla="*/ 721499 w 2465122"/>
              <a:gd name="connsiteY13" fmla="*/ 6994534 h 10371551"/>
              <a:gd name="connsiteX14" fmla="*/ 731520 w 2465122"/>
              <a:gd name="connsiteY14" fmla="*/ 7024596 h 10371551"/>
              <a:gd name="connsiteX15" fmla="*/ 751562 w 2465122"/>
              <a:gd name="connsiteY15" fmla="*/ 7059669 h 10371551"/>
              <a:gd name="connsiteX16" fmla="*/ 761582 w 2465122"/>
              <a:gd name="connsiteY16" fmla="*/ 7079711 h 10371551"/>
              <a:gd name="connsiteX17" fmla="*/ 771603 w 2465122"/>
              <a:gd name="connsiteY17" fmla="*/ 7089732 h 10371551"/>
              <a:gd name="connsiteX18" fmla="*/ 811687 w 2465122"/>
              <a:gd name="connsiteY18" fmla="*/ 7144847 h 10371551"/>
              <a:gd name="connsiteX19" fmla="*/ 831728 w 2465122"/>
              <a:gd name="connsiteY19" fmla="*/ 7164888 h 10371551"/>
              <a:gd name="connsiteX20" fmla="*/ 851770 w 2465122"/>
              <a:gd name="connsiteY20" fmla="*/ 7184929 h 10371551"/>
              <a:gd name="connsiteX21" fmla="*/ 861791 w 2465122"/>
              <a:gd name="connsiteY21" fmla="*/ 7194951 h 10371551"/>
              <a:gd name="connsiteX22" fmla="*/ 876822 w 2465122"/>
              <a:gd name="connsiteY22" fmla="*/ 7209982 h 10371551"/>
              <a:gd name="connsiteX23" fmla="*/ 876822 w 2465122"/>
              <a:gd name="connsiteY23" fmla="*/ 7209982 h 10371551"/>
              <a:gd name="connsiteX24" fmla="*/ 886843 w 2465122"/>
              <a:gd name="connsiteY24" fmla="*/ 7220003 h 10371551"/>
              <a:gd name="connsiteX25" fmla="*/ 891853 w 2465122"/>
              <a:gd name="connsiteY25" fmla="*/ 7220003 h 10371551"/>
              <a:gd name="connsiteX26" fmla="*/ 911895 w 2465122"/>
              <a:gd name="connsiteY26" fmla="*/ 7235034 h 10371551"/>
              <a:gd name="connsiteX27" fmla="*/ 936947 w 2465122"/>
              <a:gd name="connsiteY27" fmla="*/ 7250065 h 10371551"/>
              <a:gd name="connsiteX28" fmla="*/ 936947 w 2465122"/>
              <a:gd name="connsiteY28" fmla="*/ 7250065 h 10371551"/>
              <a:gd name="connsiteX29" fmla="*/ 1037155 w 2465122"/>
              <a:gd name="connsiteY29" fmla="*/ 7295159 h 10371551"/>
              <a:gd name="connsiteX30" fmla="*/ 1513144 w 2465122"/>
              <a:gd name="connsiteY30" fmla="*/ 7450481 h 10371551"/>
              <a:gd name="connsiteX31" fmla="*/ 1683498 w 2465122"/>
              <a:gd name="connsiteY31" fmla="*/ 7505596 h 10371551"/>
              <a:gd name="connsiteX32" fmla="*/ 1743623 w 2465122"/>
              <a:gd name="connsiteY32" fmla="*/ 7530648 h 10371551"/>
              <a:gd name="connsiteX33" fmla="*/ 1763665 w 2465122"/>
              <a:gd name="connsiteY33" fmla="*/ 7540669 h 10371551"/>
              <a:gd name="connsiteX34" fmla="*/ 1783706 w 2465122"/>
              <a:gd name="connsiteY34" fmla="*/ 7550690 h 10371551"/>
              <a:gd name="connsiteX35" fmla="*/ 1803748 w 2465122"/>
              <a:gd name="connsiteY35" fmla="*/ 7560710 h 10371551"/>
              <a:gd name="connsiteX36" fmla="*/ 1868883 w 2465122"/>
              <a:gd name="connsiteY36" fmla="*/ 7610814 h 10371551"/>
              <a:gd name="connsiteX37" fmla="*/ 1883915 w 2465122"/>
              <a:gd name="connsiteY37" fmla="*/ 7625846 h 10371551"/>
              <a:gd name="connsiteX38" fmla="*/ 1934019 w 2465122"/>
              <a:gd name="connsiteY38" fmla="*/ 7680961 h 10371551"/>
              <a:gd name="connsiteX39" fmla="*/ 1944039 w 2465122"/>
              <a:gd name="connsiteY39" fmla="*/ 7690981 h 10371551"/>
              <a:gd name="connsiteX40" fmla="*/ 1949050 w 2465122"/>
              <a:gd name="connsiteY40" fmla="*/ 7701002 h 10371551"/>
              <a:gd name="connsiteX41" fmla="*/ 1974102 w 2465122"/>
              <a:gd name="connsiteY41" fmla="*/ 7736075 h 10371551"/>
              <a:gd name="connsiteX42" fmla="*/ 1989133 w 2465122"/>
              <a:gd name="connsiteY42" fmla="*/ 7766137 h 10371551"/>
              <a:gd name="connsiteX43" fmla="*/ 1999154 w 2465122"/>
              <a:gd name="connsiteY43" fmla="*/ 7781169 h 10371551"/>
              <a:gd name="connsiteX44" fmla="*/ 2004164 w 2465122"/>
              <a:gd name="connsiteY44" fmla="*/ 7796200 h 10371551"/>
              <a:gd name="connsiteX45" fmla="*/ 2004164 w 2465122"/>
              <a:gd name="connsiteY45" fmla="*/ 7801210 h 10371551"/>
              <a:gd name="connsiteX46" fmla="*/ 2009175 w 2465122"/>
              <a:gd name="connsiteY46" fmla="*/ 7816242 h 10371551"/>
              <a:gd name="connsiteX47" fmla="*/ 2029217 w 2465122"/>
              <a:gd name="connsiteY47" fmla="*/ 7881377 h 10371551"/>
              <a:gd name="connsiteX48" fmla="*/ 2034227 w 2465122"/>
              <a:gd name="connsiteY48" fmla="*/ 7896408 h 10371551"/>
              <a:gd name="connsiteX49" fmla="*/ 2039237 w 2465122"/>
              <a:gd name="connsiteY49" fmla="*/ 7931481 h 10371551"/>
              <a:gd name="connsiteX50" fmla="*/ 2039237 w 2465122"/>
              <a:gd name="connsiteY50" fmla="*/ 7946513 h 10371551"/>
              <a:gd name="connsiteX51" fmla="*/ 2014185 w 2465122"/>
              <a:gd name="connsiteY51" fmla="*/ 8161960 h 10371551"/>
              <a:gd name="connsiteX52" fmla="*/ 1813769 w 2465122"/>
              <a:gd name="connsiteY52" fmla="*/ 8773230 h 10371551"/>
              <a:gd name="connsiteX53" fmla="*/ 1302707 w 2465122"/>
              <a:gd name="connsiteY53" fmla="*/ 10371551 h 10371551"/>
              <a:gd name="connsiteX54" fmla="*/ 0 w 2465122"/>
              <a:gd name="connsiteY54" fmla="*/ 10371551 h 10371551"/>
              <a:gd name="connsiteX55" fmla="*/ 0 w 2465122"/>
              <a:gd name="connsiteY55" fmla="*/ 0 h 1037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465122" h="10371551">
                <a:moveTo>
                  <a:pt x="0" y="0"/>
                </a:moveTo>
                <a:lnTo>
                  <a:pt x="2465122" y="0"/>
                </a:lnTo>
                <a:lnTo>
                  <a:pt x="2410008" y="170354"/>
                </a:lnTo>
                <a:lnTo>
                  <a:pt x="1252603" y="3727746"/>
                </a:lnTo>
                <a:cubicBezTo>
                  <a:pt x="1162415" y="4013339"/>
                  <a:pt x="1212520" y="4308954"/>
                  <a:pt x="1372853" y="4534422"/>
                </a:cubicBezTo>
                <a:cubicBezTo>
                  <a:pt x="1377863" y="4539433"/>
                  <a:pt x="1382874" y="4549454"/>
                  <a:pt x="1387884" y="4554464"/>
                </a:cubicBezTo>
                <a:lnTo>
                  <a:pt x="1382874" y="4564485"/>
                </a:lnTo>
                <a:lnTo>
                  <a:pt x="951978" y="5887233"/>
                </a:lnTo>
                <a:lnTo>
                  <a:pt x="711478" y="6633784"/>
                </a:lnTo>
                <a:cubicBezTo>
                  <a:pt x="711478" y="6638795"/>
                  <a:pt x="706468" y="6648816"/>
                  <a:pt x="706468" y="6653826"/>
                </a:cubicBezTo>
                <a:cubicBezTo>
                  <a:pt x="701458" y="6673868"/>
                  <a:pt x="696447" y="6693910"/>
                  <a:pt x="691437" y="6713951"/>
                </a:cubicBezTo>
                <a:cubicBezTo>
                  <a:pt x="676406" y="6804139"/>
                  <a:pt x="686426" y="6889316"/>
                  <a:pt x="716489" y="6974492"/>
                </a:cubicBezTo>
                <a:cubicBezTo>
                  <a:pt x="716489" y="6974492"/>
                  <a:pt x="716489" y="6974492"/>
                  <a:pt x="716489" y="6974492"/>
                </a:cubicBezTo>
                <a:cubicBezTo>
                  <a:pt x="716489" y="6979503"/>
                  <a:pt x="721499" y="6989524"/>
                  <a:pt x="721499" y="6994534"/>
                </a:cubicBezTo>
                <a:cubicBezTo>
                  <a:pt x="726510" y="7004555"/>
                  <a:pt x="731520" y="7014576"/>
                  <a:pt x="731520" y="7024596"/>
                </a:cubicBezTo>
                <a:cubicBezTo>
                  <a:pt x="736530" y="7034617"/>
                  <a:pt x="741541" y="7049649"/>
                  <a:pt x="751562" y="7059669"/>
                </a:cubicBezTo>
                <a:cubicBezTo>
                  <a:pt x="756572" y="7064680"/>
                  <a:pt x="756572" y="7074701"/>
                  <a:pt x="761582" y="7079711"/>
                </a:cubicBezTo>
                <a:cubicBezTo>
                  <a:pt x="766593" y="7084721"/>
                  <a:pt x="766593" y="7089732"/>
                  <a:pt x="771603" y="7089732"/>
                </a:cubicBezTo>
                <a:cubicBezTo>
                  <a:pt x="786635" y="7109773"/>
                  <a:pt x="796655" y="7129815"/>
                  <a:pt x="811687" y="7144847"/>
                </a:cubicBezTo>
                <a:cubicBezTo>
                  <a:pt x="816697" y="7149857"/>
                  <a:pt x="821707" y="7159877"/>
                  <a:pt x="831728" y="7164888"/>
                </a:cubicBezTo>
                <a:cubicBezTo>
                  <a:pt x="836739" y="7169899"/>
                  <a:pt x="846759" y="7179920"/>
                  <a:pt x="851770" y="7184929"/>
                </a:cubicBezTo>
                <a:cubicBezTo>
                  <a:pt x="856780" y="7189940"/>
                  <a:pt x="856780" y="7189940"/>
                  <a:pt x="861791" y="7194951"/>
                </a:cubicBezTo>
                <a:cubicBezTo>
                  <a:pt x="866801" y="7199961"/>
                  <a:pt x="871812" y="7204972"/>
                  <a:pt x="876822" y="7209982"/>
                </a:cubicBezTo>
                <a:cubicBezTo>
                  <a:pt x="876822" y="7209982"/>
                  <a:pt x="876822" y="7209982"/>
                  <a:pt x="876822" y="7209982"/>
                </a:cubicBezTo>
                <a:cubicBezTo>
                  <a:pt x="881832" y="7214992"/>
                  <a:pt x="881832" y="7214992"/>
                  <a:pt x="886843" y="7220003"/>
                </a:cubicBezTo>
                <a:cubicBezTo>
                  <a:pt x="886843" y="7220003"/>
                  <a:pt x="886843" y="7220003"/>
                  <a:pt x="891853" y="7220003"/>
                </a:cubicBezTo>
                <a:cubicBezTo>
                  <a:pt x="896864" y="7225013"/>
                  <a:pt x="901874" y="7230024"/>
                  <a:pt x="911895" y="7235034"/>
                </a:cubicBezTo>
                <a:cubicBezTo>
                  <a:pt x="921916" y="7240044"/>
                  <a:pt x="931936" y="7245055"/>
                  <a:pt x="936947" y="7250065"/>
                </a:cubicBezTo>
                <a:cubicBezTo>
                  <a:pt x="936947" y="7250065"/>
                  <a:pt x="936947" y="7250065"/>
                  <a:pt x="936947" y="7250065"/>
                </a:cubicBezTo>
                <a:cubicBezTo>
                  <a:pt x="967009" y="7270107"/>
                  <a:pt x="1002082" y="7285138"/>
                  <a:pt x="1037155" y="7295159"/>
                </a:cubicBezTo>
                <a:lnTo>
                  <a:pt x="1513144" y="7450481"/>
                </a:lnTo>
                <a:lnTo>
                  <a:pt x="1683498" y="7505596"/>
                </a:lnTo>
                <a:cubicBezTo>
                  <a:pt x="1703540" y="7510606"/>
                  <a:pt x="1723582" y="7520628"/>
                  <a:pt x="1743623" y="7530648"/>
                </a:cubicBezTo>
                <a:cubicBezTo>
                  <a:pt x="1748634" y="7535658"/>
                  <a:pt x="1758654" y="7535658"/>
                  <a:pt x="1763665" y="7540669"/>
                </a:cubicBezTo>
                <a:cubicBezTo>
                  <a:pt x="1768675" y="7545680"/>
                  <a:pt x="1773686" y="7545680"/>
                  <a:pt x="1783706" y="7550690"/>
                </a:cubicBezTo>
                <a:cubicBezTo>
                  <a:pt x="1788717" y="7555700"/>
                  <a:pt x="1793727" y="7555700"/>
                  <a:pt x="1803748" y="7560710"/>
                </a:cubicBezTo>
                <a:cubicBezTo>
                  <a:pt x="1828800" y="7575742"/>
                  <a:pt x="1848842" y="7590773"/>
                  <a:pt x="1868883" y="7610814"/>
                </a:cubicBezTo>
                <a:cubicBezTo>
                  <a:pt x="1873894" y="7615825"/>
                  <a:pt x="1878904" y="7620836"/>
                  <a:pt x="1883915" y="7625846"/>
                </a:cubicBezTo>
                <a:cubicBezTo>
                  <a:pt x="1903956" y="7640877"/>
                  <a:pt x="1918987" y="7660919"/>
                  <a:pt x="1934019" y="7680961"/>
                </a:cubicBezTo>
                <a:cubicBezTo>
                  <a:pt x="1939029" y="7685971"/>
                  <a:pt x="1939029" y="7685971"/>
                  <a:pt x="1944039" y="7690981"/>
                </a:cubicBezTo>
                <a:cubicBezTo>
                  <a:pt x="1949050" y="7695992"/>
                  <a:pt x="1949050" y="7695992"/>
                  <a:pt x="1949050" y="7701002"/>
                </a:cubicBezTo>
                <a:cubicBezTo>
                  <a:pt x="1959071" y="7711023"/>
                  <a:pt x="1964081" y="7726054"/>
                  <a:pt x="1974102" y="7736075"/>
                </a:cubicBezTo>
                <a:cubicBezTo>
                  <a:pt x="1979112" y="7746096"/>
                  <a:pt x="1984123" y="7756117"/>
                  <a:pt x="1989133" y="7766137"/>
                </a:cubicBezTo>
                <a:cubicBezTo>
                  <a:pt x="1994144" y="7771148"/>
                  <a:pt x="1994144" y="7776158"/>
                  <a:pt x="1999154" y="7781169"/>
                </a:cubicBezTo>
                <a:cubicBezTo>
                  <a:pt x="1999154" y="7786179"/>
                  <a:pt x="2004164" y="7791190"/>
                  <a:pt x="2004164" y="7796200"/>
                </a:cubicBezTo>
                <a:cubicBezTo>
                  <a:pt x="2004164" y="7796200"/>
                  <a:pt x="2004164" y="7796200"/>
                  <a:pt x="2004164" y="7801210"/>
                </a:cubicBezTo>
                <a:cubicBezTo>
                  <a:pt x="2004164" y="7806221"/>
                  <a:pt x="2009175" y="7811231"/>
                  <a:pt x="2009175" y="7816242"/>
                </a:cubicBezTo>
                <a:cubicBezTo>
                  <a:pt x="2019196" y="7836283"/>
                  <a:pt x="2024206" y="7861335"/>
                  <a:pt x="2029217" y="7881377"/>
                </a:cubicBezTo>
                <a:cubicBezTo>
                  <a:pt x="2029217" y="7886387"/>
                  <a:pt x="2034227" y="7891398"/>
                  <a:pt x="2034227" y="7896408"/>
                </a:cubicBezTo>
                <a:cubicBezTo>
                  <a:pt x="2034227" y="7906429"/>
                  <a:pt x="2039237" y="7916450"/>
                  <a:pt x="2039237" y="7931481"/>
                </a:cubicBezTo>
                <a:cubicBezTo>
                  <a:pt x="2039237" y="7936491"/>
                  <a:pt x="2039237" y="7941502"/>
                  <a:pt x="2039237" y="7946513"/>
                </a:cubicBezTo>
                <a:cubicBezTo>
                  <a:pt x="2044248" y="8016658"/>
                  <a:pt x="2039237" y="8086803"/>
                  <a:pt x="2014185" y="8161960"/>
                </a:cubicBezTo>
                <a:lnTo>
                  <a:pt x="1813769" y="8773230"/>
                </a:lnTo>
                <a:lnTo>
                  <a:pt x="1302707" y="10371551"/>
                </a:lnTo>
                <a:lnTo>
                  <a:pt x="0" y="1037155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Freeform 305">
            <a:extLst>
              <a:ext uri="{FF2B5EF4-FFF2-40B4-BE49-F238E27FC236}">
                <a16:creationId xmlns:a16="http://schemas.microsoft.com/office/drawing/2014/main" id="{19575191-2104-4352-A7CF-804B86113A5A}"/>
              </a:ext>
            </a:extLst>
          </p:cNvPr>
          <p:cNvSpPr>
            <a:spLocks noEditPoints="1"/>
          </p:cNvSpPr>
          <p:nvPr/>
        </p:nvSpPr>
        <p:spPr bwMode="auto">
          <a:xfrm>
            <a:off x="8159905" y="2488206"/>
            <a:ext cx="1968191" cy="1968191"/>
          </a:xfrm>
          <a:custGeom>
            <a:avLst/>
            <a:gdLst>
              <a:gd name="T0" fmla="*/ 0 w 176"/>
              <a:gd name="T1" fmla="*/ 88 h 176"/>
              <a:gd name="T2" fmla="*/ 176 w 176"/>
              <a:gd name="T3" fmla="*/ 88 h 176"/>
              <a:gd name="T4" fmla="*/ 64 w 176"/>
              <a:gd name="T5" fmla="*/ 12 h 176"/>
              <a:gd name="T6" fmla="*/ 59 w 176"/>
              <a:gd name="T7" fmla="*/ 18 h 176"/>
              <a:gd name="T8" fmla="*/ 50 w 176"/>
              <a:gd name="T9" fmla="*/ 34 h 176"/>
              <a:gd name="T10" fmla="*/ 36 w 176"/>
              <a:gd name="T11" fmla="*/ 27 h 176"/>
              <a:gd name="T12" fmla="*/ 31 w 176"/>
              <a:gd name="T13" fmla="*/ 32 h 176"/>
              <a:gd name="T14" fmla="*/ 46 w 176"/>
              <a:gd name="T15" fmla="*/ 44 h 176"/>
              <a:gd name="T16" fmla="*/ 42 w 176"/>
              <a:gd name="T17" fmla="*/ 66 h 176"/>
              <a:gd name="T18" fmla="*/ 40 w 176"/>
              <a:gd name="T19" fmla="*/ 77 h 176"/>
              <a:gd name="T20" fmla="*/ 8 w 176"/>
              <a:gd name="T21" fmla="*/ 84 h 176"/>
              <a:gd name="T22" fmla="*/ 8 w 176"/>
              <a:gd name="T23" fmla="*/ 92 h 176"/>
              <a:gd name="T24" fmla="*/ 40 w 176"/>
              <a:gd name="T25" fmla="*/ 99 h 176"/>
              <a:gd name="T26" fmla="*/ 42 w 176"/>
              <a:gd name="T27" fmla="*/ 110 h 176"/>
              <a:gd name="T28" fmla="*/ 46 w 176"/>
              <a:gd name="T29" fmla="*/ 132 h 176"/>
              <a:gd name="T30" fmla="*/ 31 w 176"/>
              <a:gd name="T31" fmla="*/ 144 h 176"/>
              <a:gd name="T32" fmla="*/ 36 w 176"/>
              <a:gd name="T33" fmla="*/ 149 h 176"/>
              <a:gd name="T34" fmla="*/ 50 w 176"/>
              <a:gd name="T35" fmla="*/ 142 h 176"/>
              <a:gd name="T36" fmla="*/ 59 w 176"/>
              <a:gd name="T37" fmla="*/ 158 h 176"/>
              <a:gd name="T38" fmla="*/ 64 w 176"/>
              <a:gd name="T39" fmla="*/ 164 h 176"/>
              <a:gd name="T40" fmla="*/ 84 w 176"/>
              <a:gd name="T41" fmla="*/ 168 h 176"/>
              <a:gd name="T42" fmla="*/ 84 w 176"/>
              <a:gd name="T43" fmla="*/ 132 h 176"/>
              <a:gd name="T44" fmla="*/ 84 w 176"/>
              <a:gd name="T45" fmla="*/ 124 h 176"/>
              <a:gd name="T46" fmla="*/ 48 w 176"/>
              <a:gd name="T47" fmla="*/ 92 h 176"/>
              <a:gd name="T48" fmla="*/ 84 w 176"/>
              <a:gd name="T49" fmla="*/ 124 h 176"/>
              <a:gd name="T50" fmla="*/ 48 w 176"/>
              <a:gd name="T51" fmla="*/ 84 h 176"/>
              <a:gd name="T52" fmla="*/ 84 w 176"/>
              <a:gd name="T53" fmla="*/ 52 h 176"/>
              <a:gd name="T54" fmla="*/ 84 w 176"/>
              <a:gd name="T55" fmla="*/ 44 h 176"/>
              <a:gd name="T56" fmla="*/ 84 w 176"/>
              <a:gd name="T57" fmla="*/ 8 h 176"/>
              <a:gd name="T58" fmla="*/ 168 w 176"/>
              <a:gd name="T59" fmla="*/ 84 h 176"/>
              <a:gd name="T60" fmla="*/ 136 w 176"/>
              <a:gd name="T61" fmla="*/ 77 h 176"/>
              <a:gd name="T62" fmla="*/ 134 w 176"/>
              <a:gd name="T63" fmla="*/ 66 h 176"/>
              <a:gd name="T64" fmla="*/ 130 w 176"/>
              <a:gd name="T65" fmla="*/ 44 h 176"/>
              <a:gd name="T66" fmla="*/ 145 w 176"/>
              <a:gd name="T67" fmla="*/ 32 h 176"/>
              <a:gd name="T68" fmla="*/ 140 w 176"/>
              <a:gd name="T69" fmla="*/ 27 h 176"/>
              <a:gd name="T70" fmla="*/ 126 w 176"/>
              <a:gd name="T71" fmla="*/ 34 h 176"/>
              <a:gd name="T72" fmla="*/ 117 w 176"/>
              <a:gd name="T73" fmla="*/ 18 h 176"/>
              <a:gd name="T74" fmla="*/ 112 w 176"/>
              <a:gd name="T75" fmla="*/ 12 h 176"/>
              <a:gd name="T76" fmla="*/ 92 w 176"/>
              <a:gd name="T77" fmla="*/ 8 h 176"/>
              <a:gd name="T78" fmla="*/ 92 w 176"/>
              <a:gd name="T79" fmla="*/ 44 h 176"/>
              <a:gd name="T80" fmla="*/ 92 w 176"/>
              <a:gd name="T81" fmla="*/ 52 h 176"/>
              <a:gd name="T82" fmla="*/ 128 w 176"/>
              <a:gd name="T83" fmla="*/ 84 h 176"/>
              <a:gd name="T84" fmla="*/ 92 w 176"/>
              <a:gd name="T85" fmla="*/ 52 h 176"/>
              <a:gd name="T86" fmla="*/ 128 w 176"/>
              <a:gd name="T87" fmla="*/ 92 h 176"/>
              <a:gd name="T88" fmla="*/ 92 w 176"/>
              <a:gd name="T89" fmla="*/ 124 h 176"/>
              <a:gd name="T90" fmla="*/ 92 w 176"/>
              <a:gd name="T91" fmla="*/ 168 h 176"/>
              <a:gd name="T92" fmla="*/ 119 w 176"/>
              <a:gd name="T93" fmla="*/ 137 h 176"/>
              <a:gd name="T94" fmla="*/ 112 w 176"/>
              <a:gd name="T95" fmla="*/ 164 h 176"/>
              <a:gd name="T96" fmla="*/ 117 w 176"/>
              <a:gd name="T97" fmla="*/ 158 h 176"/>
              <a:gd name="T98" fmla="*/ 126 w 176"/>
              <a:gd name="T99" fmla="*/ 142 h 176"/>
              <a:gd name="T100" fmla="*/ 140 w 176"/>
              <a:gd name="T101" fmla="*/ 149 h 176"/>
              <a:gd name="T102" fmla="*/ 145 w 176"/>
              <a:gd name="T103" fmla="*/ 144 h 176"/>
              <a:gd name="T104" fmla="*/ 130 w 176"/>
              <a:gd name="T105" fmla="*/ 132 h 176"/>
              <a:gd name="T106" fmla="*/ 134 w 176"/>
              <a:gd name="T107" fmla="*/ 110 h 176"/>
              <a:gd name="T108" fmla="*/ 136 w 176"/>
              <a:gd name="T109" fmla="*/ 99 h 176"/>
              <a:gd name="T110" fmla="*/ 168 w 176"/>
              <a:gd name="T111" fmla="*/ 9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64" y="12"/>
                </a:moveTo>
                <a:cubicBezTo>
                  <a:pt x="63" y="13"/>
                  <a:pt x="61" y="15"/>
                  <a:pt x="59" y="18"/>
                </a:cubicBezTo>
                <a:cubicBezTo>
                  <a:pt x="59" y="18"/>
                  <a:pt x="59" y="18"/>
                  <a:pt x="59" y="18"/>
                </a:cubicBezTo>
                <a:cubicBezTo>
                  <a:pt x="56" y="23"/>
                  <a:pt x="53" y="28"/>
                  <a:pt x="50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6"/>
                </a:cubicBezTo>
                <a:cubicBezTo>
                  <a:pt x="45" y="33"/>
                  <a:pt x="40" y="30"/>
                  <a:pt x="36" y="27"/>
                </a:cubicBezTo>
                <a:cubicBezTo>
                  <a:pt x="44" y="20"/>
                  <a:pt x="54" y="15"/>
                  <a:pt x="64" y="12"/>
                </a:cubicBezTo>
                <a:moveTo>
                  <a:pt x="31" y="32"/>
                </a:moveTo>
                <a:cubicBezTo>
                  <a:pt x="35" y="36"/>
                  <a:pt x="41" y="40"/>
                  <a:pt x="47" y="43"/>
                </a:cubicBezTo>
                <a:cubicBezTo>
                  <a:pt x="47" y="43"/>
                  <a:pt x="47" y="44"/>
                  <a:pt x="46" y="44"/>
                </a:cubicBezTo>
                <a:cubicBezTo>
                  <a:pt x="45" y="50"/>
                  <a:pt x="43" y="57"/>
                  <a:pt x="42" y="63"/>
                </a:cubicBezTo>
                <a:cubicBezTo>
                  <a:pt x="42" y="64"/>
                  <a:pt x="42" y="65"/>
                  <a:pt x="42" y="66"/>
                </a:cubicBezTo>
                <a:cubicBezTo>
                  <a:pt x="41" y="69"/>
                  <a:pt x="41" y="71"/>
                  <a:pt x="41" y="74"/>
                </a:cubicBezTo>
                <a:cubicBezTo>
                  <a:pt x="41" y="75"/>
                  <a:pt x="40" y="76"/>
                  <a:pt x="40" y="77"/>
                </a:cubicBezTo>
                <a:cubicBezTo>
                  <a:pt x="40" y="79"/>
                  <a:pt x="40" y="82"/>
                  <a:pt x="40" y="84"/>
                </a:cubicBezTo>
                <a:cubicBezTo>
                  <a:pt x="8" y="84"/>
                  <a:pt x="8" y="84"/>
                  <a:pt x="8" y="84"/>
                </a:cubicBezTo>
                <a:cubicBezTo>
                  <a:pt x="9" y="64"/>
                  <a:pt x="18" y="46"/>
                  <a:pt x="31" y="32"/>
                </a:cubicBezTo>
                <a:moveTo>
                  <a:pt x="8" y="92"/>
                </a:moveTo>
                <a:cubicBezTo>
                  <a:pt x="40" y="92"/>
                  <a:pt x="40" y="92"/>
                  <a:pt x="40" y="92"/>
                </a:cubicBezTo>
                <a:cubicBezTo>
                  <a:pt x="40" y="94"/>
                  <a:pt x="40" y="97"/>
                  <a:pt x="40" y="99"/>
                </a:cubicBezTo>
                <a:cubicBezTo>
                  <a:pt x="40" y="100"/>
                  <a:pt x="41" y="101"/>
                  <a:pt x="41" y="102"/>
                </a:cubicBezTo>
                <a:cubicBezTo>
                  <a:pt x="41" y="105"/>
                  <a:pt x="41" y="107"/>
                  <a:pt x="42" y="110"/>
                </a:cubicBezTo>
                <a:cubicBezTo>
                  <a:pt x="42" y="111"/>
                  <a:pt x="42" y="112"/>
                  <a:pt x="42" y="113"/>
                </a:cubicBezTo>
                <a:cubicBezTo>
                  <a:pt x="43" y="119"/>
                  <a:pt x="45" y="126"/>
                  <a:pt x="46" y="132"/>
                </a:cubicBezTo>
                <a:cubicBezTo>
                  <a:pt x="47" y="132"/>
                  <a:pt x="47" y="133"/>
                  <a:pt x="47" y="133"/>
                </a:cubicBezTo>
                <a:cubicBezTo>
                  <a:pt x="41" y="136"/>
                  <a:pt x="35" y="140"/>
                  <a:pt x="31" y="144"/>
                </a:cubicBezTo>
                <a:cubicBezTo>
                  <a:pt x="18" y="130"/>
                  <a:pt x="9" y="112"/>
                  <a:pt x="8" y="92"/>
                </a:cubicBezTo>
                <a:moveTo>
                  <a:pt x="36" y="149"/>
                </a:moveTo>
                <a:cubicBezTo>
                  <a:pt x="40" y="146"/>
                  <a:pt x="45" y="143"/>
                  <a:pt x="50" y="140"/>
                </a:cubicBezTo>
                <a:cubicBezTo>
                  <a:pt x="50" y="141"/>
                  <a:pt x="50" y="141"/>
                  <a:pt x="50" y="142"/>
                </a:cubicBezTo>
                <a:cubicBezTo>
                  <a:pt x="50" y="142"/>
                  <a:pt x="50" y="142"/>
                  <a:pt x="50" y="142"/>
                </a:cubicBezTo>
                <a:cubicBezTo>
                  <a:pt x="53" y="148"/>
                  <a:pt x="56" y="153"/>
                  <a:pt x="59" y="158"/>
                </a:cubicBezTo>
                <a:cubicBezTo>
                  <a:pt x="59" y="158"/>
                  <a:pt x="59" y="158"/>
                  <a:pt x="59" y="158"/>
                </a:cubicBezTo>
                <a:cubicBezTo>
                  <a:pt x="61" y="161"/>
                  <a:pt x="63" y="163"/>
                  <a:pt x="64" y="164"/>
                </a:cubicBezTo>
                <a:cubicBezTo>
                  <a:pt x="54" y="161"/>
                  <a:pt x="44" y="156"/>
                  <a:pt x="36" y="149"/>
                </a:cubicBezTo>
                <a:moveTo>
                  <a:pt x="84" y="168"/>
                </a:moveTo>
                <a:cubicBezTo>
                  <a:pt x="73" y="165"/>
                  <a:pt x="63" y="154"/>
                  <a:pt x="57" y="137"/>
                </a:cubicBezTo>
                <a:cubicBezTo>
                  <a:pt x="65" y="134"/>
                  <a:pt x="74" y="133"/>
                  <a:pt x="84" y="132"/>
                </a:cubicBezTo>
                <a:lnTo>
                  <a:pt x="84" y="168"/>
                </a:lnTo>
                <a:close/>
                <a:moveTo>
                  <a:pt x="84" y="124"/>
                </a:moveTo>
                <a:cubicBezTo>
                  <a:pt x="73" y="125"/>
                  <a:pt x="63" y="127"/>
                  <a:pt x="54" y="130"/>
                </a:cubicBezTo>
                <a:cubicBezTo>
                  <a:pt x="51" y="119"/>
                  <a:pt x="48" y="106"/>
                  <a:pt x="48" y="92"/>
                </a:cubicBezTo>
                <a:cubicBezTo>
                  <a:pt x="84" y="92"/>
                  <a:pt x="84" y="92"/>
                  <a:pt x="84" y="92"/>
                </a:cubicBezTo>
                <a:lnTo>
                  <a:pt x="84" y="124"/>
                </a:lnTo>
                <a:close/>
                <a:moveTo>
                  <a:pt x="84" y="84"/>
                </a:moveTo>
                <a:cubicBezTo>
                  <a:pt x="48" y="84"/>
                  <a:pt x="48" y="84"/>
                  <a:pt x="48" y="84"/>
                </a:cubicBezTo>
                <a:cubicBezTo>
                  <a:pt x="48" y="70"/>
                  <a:pt x="51" y="57"/>
                  <a:pt x="54" y="46"/>
                </a:cubicBezTo>
                <a:cubicBezTo>
                  <a:pt x="63" y="49"/>
                  <a:pt x="73" y="51"/>
                  <a:pt x="84" y="52"/>
                </a:cubicBezTo>
                <a:lnTo>
                  <a:pt x="84" y="84"/>
                </a:lnTo>
                <a:close/>
                <a:moveTo>
                  <a:pt x="84" y="44"/>
                </a:moveTo>
                <a:cubicBezTo>
                  <a:pt x="74" y="43"/>
                  <a:pt x="65" y="42"/>
                  <a:pt x="57" y="39"/>
                </a:cubicBezTo>
                <a:cubicBezTo>
                  <a:pt x="63" y="22"/>
                  <a:pt x="73" y="11"/>
                  <a:pt x="84" y="8"/>
                </a:cubicBezTo>
                <a:lnTo>
                  <a:pt x="84" y="44"/>
                </a:lnTo>
                <a:close/>
                <a:moveTo>
                  <a:pt x="168" y="84"/>
                </a:moveTo>
                <a:cubicBezTo>
                  <a:pt x="136" y="84"/>
                  <a:pt x="136" y="84"/>
                  <a:pt x="136" y="84"/>
                </a:cubicBezTo>
                <a:cubicBezTo>
                  <a:pt x="136" y="82"/>
                  <a:pt x="136" y="79"/>
                  <a:pt x="136" y="77"/>
                </a:cubicBezTo>
                <a:cubicBezTo>
                  <a:pt x="136" y="76"/>
                  <a:pt x="135" y="75"/>
                  <a:pt x="135" y="74"/>
                </a:cubicBezTo>
                <a:cubicBezTo>
                  <a:pt x="135" y="71"/>
                  <a:pt x="135" y="69"/>
                  <a:pt x="134" y="66"/>
                </a:cubicBezTo>
                <a:cubicBezTo>
                  <a:pt x="134" y="65"/>
                  <a:pt x="134" y="64"/>
                  <a:pt x="134" y="63"/>
                </a:cubicBezTo>
                <a:cubicBezTo>
                  <a:pt x="133" y="57"/>
                  <a:pt x="131" y="50"/>
                  <a:pt x="130" y="44"/>
                </a:cubicBezTo>
                <a:cubicBezTo>
                  <a:pt x="129" y="44"/>
                  <a:pt x="129" y="43"/>
                  <a:pt x="129" y="43"/>
                </a:cubicBezTo>
                <a:cubicBezTo>
                  <a:pt x="135" y="40"/>
                  <a:pt x="141" y="36"/>
                  <a:pt x="145" y="32"/>
                </a:cubicBezTo>
                <a:cubicBezTo>
                  <a:pt x="158" y="46"/>
                  <a:pt x="167" y="64"/>
                  <a:pt x="168" y="84"/>
                </a:cubicBezTo>
                <a:moveTo>
                  <a:pt x="140" y="27"/>
                </a:moveTo>
                <a:cubicBezTo>
                  <a:pt x="136" y="30"/>
                  <a:pt x="131" y="33"/>
                  <a:pt x="126" y="36"/>
                </a:cubicBezTo>
                <a:cubicBezTo>
                  <a:pt x="126" y="35"/>
                  <a:pt x="126" y="35"/>
                  <a:pt x="126" y="34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3" y="28"/>
                  <a:pt x="120" y="23"/>
                  <a:pt x="117" y="18"/>
                </a:cubicBezTo>
                <a:cubicBezTo>
                  <a:pt x="117" y="18"/>
                  <a:pt x="117" y="18"/>
                  <a:pt x="117" y="18"/>
                </a:cubicBezTo>
                <a:cubicBezTo>
                  <a:pt x="115" y="15"/>
                  <a:pt x="113" y="13"/>
                  <a:pt x="112" y="12"/>
                </a:cubicBezTo>
                <a:cubicBezTo>
                  <a:pt x="122" y="15"/>
                  <a:pt x="132" y="20"/>
                  <a:pt x="140" y="27"/>
                </a:cubicBezTo>
                <a:moveTo>
                  <a:pt x="92" y="8"/>
                </a:moveTo>
                <a:cubicBezTo>
                  <a:pt x="103" y="11"/>
                  <a:pt x="113" y="22"/>
                  <a:pt x="119" y="39"/>
                </a:cubicBezTo>
                <a:cubicBezTo>
                  <a:pt x="111" y="42"/>
                  <a:pt x="102" y="43"/>
                  <a:pt x="92" y="44"/>
                </a:cubicBezTo>
                <a:lnTo>
                  <a:pt x="92" y="8"/>
                </a:lnTo>
                <a:close/>
                <a:moveTo>
                  <a:pt x="92" y="52"/>
                </a:moveTo>
                <a:cubicBezTo>
                  <a:pt x="103" y="51"/>
                  <a:pt x="113" y="49"/>
                  <a:pt x="122" y="46"/>
                </a:cubicBezTo>
                <a:cubicBezTo>
                  <a:pt x="125" y="57"/>
                  <a:pt x="128" y="70"/>
                  <a:pt x="128" y="84"/>
                </a:cubicBezTo>
                <a:cubicBezTo>
                  <a:pt x="92" y="84"/>
                  <a:pt x="92" y="84"/>
                  <a:pt x="92" y="84"/>
                </a:cubicBezTo>
                <a:lnTo>
                  <a:pt x="92" y="52"/>
                </a:lnTo>
                <a:close/>
                <a:moveTo>
                  <a:pt x="92" y="92"/>
                </a:moveTo>
                <a:cubicBezTo>
                  <a:pt x="128" y="92"/>
                  <a:pt x="128" y="92"/>
                  <a:pt x="128" y="92"/>
                </a:cubicBezTo>
                <a:cubicBezTo>
                  <a:pt x="128" y="106"/>
                  <a:pt x="125" y="119"/>
                  <a:pt x="122" y="130"/>
                </a:cubicBezTo>
                <a:cubicBezTo>
                  <a:pt x="113" y="127"/>
                  <a:pt x="103" y="125"/>
                  <a:pt x="92" y="124"/>
                </a:cubicBezTo>
                <a:lnTo>
                  <a:pt x="92" y="92"/>
                </a:lnTo>
                <a:close/>
                <a:moveTo>
                  <a:pt x="92" y="168"/>
                </a:moveTo>
                <a:cubicBezTo>
                  <a:pt x="92" y="132"/>
                  <a:pt x="92" y="132"/>
                  <a:pt x="92" y="132"/>
                </a:cubicBezTo>
                <a:cubicBezTo>
                  <a:pt x="102" y="133"/>
                  <a:pt x="111" y="134"/>
                  <a:pt x="119" y="137"/>
                </a:cubicBezTo>
                <a:cubicBezTo>
                  <a:pt x="113" y="154"/>
                  <a:pt x="103" y="165"/>
                  <a:pt x="92" y="168"/>
                </a:cubicBezTo>
                <a:moveTo>
                  <a:pt x="112" y="164"/>
                </a:moveTo>
                <a:cubicBezTo>
                  <a:pt x="113" y="163"/>
                  <a:pt x="115" y="161"/>
                  <a:pt x="117" y="158"/>
                </a:cubicBezTo>
                <a:cubicBezTo>
                  <a:pt x="117" y="158"/>
                  <a:pt x="117" y="158"/>
                  <a:pt x="117" y="158"/>
                </a:cubicBezTo>
                <a:cubicBezTo>
                  <a:pt x="120" y="153"/>
                  <a:pt x="123" y="148"/>
                  <a:pt x="126" y="142"/>
                </a:cubicBezTo>
                <a:cubicBezTo>
                  <a:pt x="126" y="142"/>
                  <a:pt x="126" y="142"/>
                  <a:pt x="126" y="142"/>
                </a:cubicBezTo>
                <a:cubicBezTo>
                  <a:pt x="126" y="141"/>
                  <a:pt x="126" y="141"/>
                  <a:pt x="126" y="140"/>
                </a:cubicBezTo>
                <a:cubicBezTo>
                  <a:pt x="131" y="143"/>
                  <a:pt x="136" y="146"/>
                  <a:pt x="140" y="149"/>
                </a:cubicBezTo>
                <a:cubicBezTo>
                  <a:pt x="132" y="156"/>
                  <a:pt x="122" y="161"/>
                  <a:pt x="112" y="164"/>
                </a:cubicBezTo>
                <a:moveTo>
                  <a:pt x="145" y="144"/>
                </a:moveTo>
                <a:cubicBezTo>
                  <a:pt x="141" y="140"/>
                  <a:pt x="135" y="136"/>
                  <a:pt x="129" y="133"/>
                </a:cubicBezTo>
                <a:cubicBezTo>
                  <a:pt x="129" y="133"/>
                  <a:pt x="129" y="132"/>
                  <a:pt x="130" y="132"/>
                </a:cubicBezTo>
                <a:cubicBezTo>
                  <a:pt x="131" y="126"/>
                  <a:pt x="133" y="119"/>
                  <a:pt x="134" y="113"/>
                </a:cubicBezTo>
                <a:cubicBezTo>
                  <a:pt x="134" y="112"/>
                  <a:pt x="134" y="111"/>
                  <a:pt x="134" y="110"/>
                </a:cubicBezTo>
                <a:cubicBezTo>
                  <a:pt x="135" y="107"/>
                  <a:pt x="135" y="105"/>
                  <a:pt x="135" y="102"/>
                </a:cubicBezTo>
                <a:cubicBezTo>
                  <a:pt x="135" y="101"/>
                  <a:pt x="136" y="100"/>
                  <a:pt x="136" y="99"/>
                </a:cubicBezTo>
                <a:cubicBezTo>
                  <a:pt x="136" y="97"/>
                  <a:pt x="136" y="94"/>
                  <a:pt x="136" y="92"/>
                </a:cubicBezTo>
                <a:cubicBezTo>
                  <a:pt x="168" y="92"/>
                  <a:pt x="168" y="92"/>
                  <a:pt x="168" y="92"/>
                </a:cubicBezTo>
                <a:cubicBezTo>
                  <a:pt x="167" y="112"/>
                  <a:pt x="158" y="130"/>
                  <a:pt x="145" y="144"/>
                </a:cubicBezTo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CB0B79-A943-4F47-AF35-DD09C29357A4}"/>
              </a:ext>
            </a:extLst>
          </p:cNvPr>
          <p:cNvSpPr txBox="1"/>
          <p:nvPr/>
        </p:nvSpPr>
        <p:spPr>
          <a:xfrm>
            <a:off x="4230795" y="4844600"/>
            <a:ext cx="98264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6600">
                <a:gradFill>
                  <a:gsLst>
                    <a:gs pos="100000">
                      <a:schemeClr val="accent3"/>
                    </a:gs>
                    <a:gs pos="1000">
                      <a:schemeClr val="accent2"/>
                    </a:gs>
                  </a:gsLst>
                  <a:lin ang="6600000" scaled="0"/>
                </a:gradFill>
                <a:latin typeface="+mj-lt"/>
              </a:defRPr>
            </a:lvl1pPr>
          </a:lstStyle>
          <a:p>
            <a:r>
              <a:rPr lang="en-US" dirty="0"/>
              <a:t>BUSINESS NAME</a:t>
            </a:r>
            <a:endParaRPr lang="ru-RU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41AFD0-286D-4384-AB85-A2FAE8CB6A7E}"/>
              </a:ext>
            </a:extLst>
          </p:cNvPr>
          <p:cNvSpPr txBox="1"/>
          <p:nvPr/>
        </p:nvSpPr>
        <p:spPr>
          <a:xfrm>
            <a:off x="5486402" y="5979974"/>
            <a:ext cx="73151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Source Sans Pro" panose="020B0503030403020204" pitchFamily="34" charset="0"/>
              </a:rPr>
              <a:t>Vivid is a multipurpose presentation template. Advance, clean and professional. </a:t>
            </a:r>
            <a:endParaRPr lang="uk-UA" sz="3600" dirty="0">
              <a:solidFill>
                <a:schemeClr val="tx2">
                  <a:lumMod val="75000"/>
                </a:schemeClr>
              </a:solidFill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78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56F1029-0FF1-449C-B03C-775FDCDA8DD3}"/>
              </a:ext>
            </a:extLst>
          </p:cNvPr>
          <p:cNvSpPr/>
          <p:nvPr/>
        </p:nvSpPr>
        <p:spPr>
          <a:xfrm rot="10800000">
            <a:off x="1343022" y="4825448"/>
            <a:ext cx="2619378" cy="4904960"/>
          </a:xfrm>
          <a:custGeom>
            <a:avLst/>
            <a:gdLst>
              <a:gd name="connsiteX0" fmla="*/ 840274 w 2619378"/>
              <a:gd name="connsiteY0" fmla="*/ 4636605 h 4904960"/>
              <a:gd name="connsiteX1" fmla="*/ 566948 w 2619378"/>
              <a:gd name="connsiteY1" fmla="*/ 4547152 h 4904960"/>
              <a:gd name="connsiteX2" fmla="*/ 40174 w 2619378"/>
              <a:gd name="connsiteY2" fmla="*/ 3513483 h 4904960"/>
              <a:gd name="connsiteX3" fmla="*/ 1426683 w 2619378"/>
              <a:gd name="connsiteY3" fmla="*/ 377687 h 4904960"/>
              <a:gd name="connsiteX4" fmla="*/ 2077696 w 2619378"/>
              <a:gd name="connsiteY4" fmla="*/ 0 h 4904960"/>
              <a:gd name="connsiteX5" fmla="*/ 1615526 w 2619378"/>
              <a:gd name="connsiteY5" fmla="*/ 1421296 h 4904960"/>
              <a:gd name="connsiteX6" fmla="*/ 1441591 w 2619378"/>
              <a:gd name="connsiteY6" fmla="*/ 1962978 h 4904960"/>
              <a:gd name="connsiteX7" fmla="*/ 1421713 w 2619378"/>
              <a:gd name="connsiteY7" fmla="*/ 2151822 h 4904960"/>
              <a:gd name="connsiteX8" fmla="*/ 1421713 w 2619378"/>
              <a:gd name="connsiteY8" fmla="*/ 2166731 h 4904960"/>
              <a:gd name="connsiteX9" fmla="*/ 1426683 w 2619378"/>
              <a:gd name="connsiteY9" fmla="*/ 2196548 h 4904960"/>
              <a:gd name="connsiteX10" fmla="*/ 1431652 w 2619378"/>
              <a:gd name="connsiteY10" fmla="*/ 2211457 h 4904960"/>
              <a:gd name="connsiteX11" fmla="*/ 1451530 w 2619378"/>
              <a:gd name="connsiteY11" fmla="*/ 2271092 h 4904960"/>
              <a:gd name="connsiteX12" fmla="*/ 1456500 w 2619378"/>
              <a:gd name="connsiteY12" fmla="*/ 2286000 h 4904960"/>
              <a:gd name="connsiteX13" fmla="*/ 1456500 w 2619378"/>
              <a:gd name="connsiteY13" fmla="*/ 2290970 h 4904960"/>
              <a:gd name="connsiteX14" fmla="*/ 1461470 w 2619378"/>
              <a:gd name="connsiteY14" fmla="*/ 2300909 h 4904960"/>
              <a:gd name="connsiteX15" fmla="*/ 1466439 w 2619378"/>
              <a:gd name="connsiteY15" fmla="*/ 2315817 h 4904960"/>
              <a:gd name="connsiteX16" fmla="*/ 1481348 w 2619378"/>
              <a:gd name="connsiteY16" fmla="*/ 2340665 h 4904960"/>
              <a:gd name="connsiteX17" fmla="*/ 1501226 w 2619378"/>
              <a:gd name="connsiteY17" fmla="*/ 2370483 h 4904960"/>
              <a:gd name="connsiteX18" fmla="*/ 1506196 w 2619378"/>
              <a:gd name="connsiteY18" fmla="*/ 2380422 h 4904960"/>
              <a:gd name="connsiteX19" fmla="*/ 1516135 w 2619378"/>
              <a:gd name="connsiteY19" fmla="*/ 2390361 h 4904960"/>
              <a:gd name="connsiteX20" fmla="*/ 1560861 w 2619378"/>
              <a:gd name="connsiteY20" fmla="*/ 2440057 h 4904960"/>
              <a:gd name="connsiteX21" fmla="*/ 1575770 w 2619378"/>
              <a:gd name="connsiteY21" fmla="*/ 2449996 h 4904960"/>
              <a:gd name="connsiteX22" fmla="*/ 1635404 w 2619378"/>
              <a:gd name="connsiteY22" fmla="*/ 2494722 h 4904960"/>
              <a:gd name="connsiteX23" fmla="*/ 1650313 w 2619378"/>
              <a:gd name="connsiteY23" fmla="*/ 2504661 h 4904960"/>
              <a:gd name="connsiteX24" fmla="*/ 1665222 w 2619378"/>
              <a:gd name="connsiteY24" fmla="*/ 2514600 h 4904960"/>
              <a:gd name="connsiteX25" fmla="*/ 1680130 w 2619378"/>
              <a:gd name="connsiteY25" fmla="*/ 2524539 h 4904960"/>
              <a:gd name="connsiteX26" fmla="*/ 1734796 w 2619378"/>
              <a:gd name="connsiteY26" fmla="*/ 2544418 h 4904960"/>
              <a:gd name="connsiteX27" fmla="*/ 1888852 w 2619378"/>
              <a:gd name="connsiteY27" fmla="*/ 2594113 h 4904960"/>
              <a:gd name="connsiteX28" fmla="*/ 2311265 w 2619378"/>
              <a:gd name="connsiteY28" fmla="*/ 2733261 h 4904960"/>
              <a:gd name="connsiteX29" fmla="*/ 2400717 w 2619378"/>
              <a:gd name="connsiteY29" fmla="*/ 2773018 h 4904960"/>
              <a:gd name="connsiteX30" fmla="*/ 2400717 w 2619378"/>
              <a:gd name="connsiteY30" fmla="*/ 2773018 h 4904960"/>
              <a:gd name="connsiteX31" fmla="*/ 2425565 w 2619378"/>
              <a:gd name="connsiteY31" fmla="*/ 2787926 h 4904960"/>
              <a:gd name="connsiteX32" fmla="*/ 2440474 w 2619378"/>
              <a:gd name="connsiteY32" fmla="*/ 2797865 h 4904960"/>
              <a:gd name="connsiteX33" fmla="*/ 2445444 w 2619378"/>
              <a:gd name="connsiteY33" fmla="*/ 2797865 h 4904960"/>
              <a:gd name="connsiteX34" fmla="*/ 2455383 w 2619378"/>
              <a:gd name="connsiteY34" fmla="*/ 2807804 h 4904960"/>
              <a:gd name="connsiteX35" fmla="*/ 2455383 w 2619378"/>
              <a:gd name="connsiteY35" fmla="*/ 2807804 h 4904960"/>
              <a:gd name="connsiteX36" fmla="*/ 2470291 w 2619378"/>
              <a:gd name="connsiteY36" fmla="*/ 2817744 h 4904960"/>
              <a:gd name="connsiteX37" fmla="*/ 2480231 w 2619378"/>
              <a:gd name="connsiteY37" fmla="*/ 2822713 h 4904960"/>
              <a:gd name="connsiteX38" fmla="*/ 2500109 w 2619378"/>
              <a:gd name="connsiteY38" fmla="*/ 2842592 h 4904960"/>
              <a:gd name="connsiteX39" fmla="*/ 2515017 w 2619378"/>
              <a:gd name="connsiteY39" fmla="*/ 2862470 h 4904960"/>
              <a:gd name="connsiteX40" fmla="*/ 2549804 w 2619378"/>
              <a:gd name="connsiteY40" fmla="*/ 2912166 h 4904960"/>
              <a:gd name="connsiteX41" fmla="*/ 2554774 w 2619378"/>
              <a:gd name="connsiteY41" fmla="*/ 2922104 h 4904960"/>
              <a:gd name="connsiteX42" fmla="*/ 2564713 w 2619378"/>
              <a:gd name="connsiteY42" fmla="*/ 2937013 h 4904960"/>
              <a:gd name="connsiteX43" fmla="*/ 2579622 w 2619378"/>
              <a:gd name="connsiteY43" fmla="*/ 2966831 h 4904960"/>
              <a:gd name="connsiteX44" fmla="*/ 2589561 w 2619378"/>
              <a:gd name="connsiteY44" fmla="*/ 2991678 h 4904960"/>
              <a:gd name="connsiteX45" fmla="*/ 2594531 w 2619378"/>
              <a:gd name="connsiteY45" fmla="*/ 2991678 h 4904960"/>
              <a:gd name="connsiteX46" fmla="*/ 2594531 w 2619378"/>
              <a:gd name="connsiteY46" fmla="*/ 3006587 h 4904960"/>
              <a:gd name="connsiteX47" fmla="*/ 2594531 w 2619378"/>
              <a:gd name="connsiteY47" fmla="*/ 3006587 h 4904960"/>
              <a:gd name="connsiteX48" fmla="*/ 2609439 w 2619378"/>
              <a:gd name="connsiteY48" fmla="*/ 3016526 h 4904960"/>
              <a:gd name="connsiteX49" fmla="*/ 2609439 w 2619378"/>
              <a:gd name="connsiteY49" fmla="*/ 3016526 h 4904960"/>
              <a:gd name="connsiteX50" fmla="*/ 2609439 w 2619378"/>
              <a:gd name="connsiteY50" fmla="*/ 3041374 h 4904960"/>
              <a:gd name="connsiteX51" fmla="*/ 2609439 w 2619378"/>
              <a:gd name="connsiteY51" fmla="*/ 3046344 h 4904960"/>
              <a:gd name="connsiteX52" fmla="*/ 2614409 w 2619378"/>
              <a:gd name="connsiteY52" fmla="*/ 3071191 h 4904960"/>
              <a:gd name="connsiteX53" fmla="*/ 2619378 w 2619378"/>
              <a:gd name="connsiteY53" fmla="*/ 3105978 h 4904960"/>
              <a:gd name="connsiteX54" fmla="*/ 2619378 w 2619378"/>
              <a:gd name="connsiteY54" fmla="*/ 3135796 h 4904960"/>
              <a:gd name="connsiteX55" fmla="*/ 2619378 w 2619378"/>
              <a:gd name="connsiteY55" fmla="*/ 3165613 h 4904960"/>
              <a:gd name="connsiteX56" fmla="*/ 2614409 w 2619378"/>
              <a:gd name="connsiteY56" fmla="*/ 3235187 h 4904960"/>
              <a:gd name="connsiteX57" fmla="*/ 2604470 w 2619378"/>
              <a:gd name="connsiteY57" fmla="*/ 3289852 h 4904960"/>
              <a:gd name="connsiteX58" fmla="*/ 2599500 w 2619378"/>
              <a:gd name="connsiteY58" fmla="*/ 3309731 h 4904960"/>
              <a:gd name="connsiteX59" fmla="*/ 2385809 w 2619378"/>
              <a:gd name="connsiteY59" fmla="*/ 3975652 h 4904960"/>
              <a:gd name="connsiteX60" fmla="*/ 2147270 w 2619378"/>
              <a:gd name="connsiteY60" fmla="*/ 4904961 h 4904960"/>
              <a:gd name="connsiteX61" fmla="*/ 840274 w 2619378"/>
              <a:gd name="connsiteY61" fmla="*/ 4636605 h 490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619378" h="4904960">
                <a:moveTo>
                  <a:pt x="840274" y="4636605"/>
                </a:moveTo>
                <a:lnTo>
                  <a:pt x="566948" y="4547152"/>
                </a:lnTo>
                <a:cubicBezTo>
                  <a:pt x="134596" y="4408005"/>
                  <a:pt x="-98974" y="3945835"/>
                  <a:pt x="40174" y="3513483"/>
                </a:cubicBezTo>
                <a:lnTo>
                  <a:pt x="1426683" y="377687"/>
                </a:lnTo>
                <a:lnTo>
                  <a:pt x="2077696" y="0"/>
                </a:lnTo>
                <a:lnTo>
                  <a:pt x="1615526" y="1421296"/>
                </a:lnTo>
                <a:lnTo>
                  <a:pt x="1441591" y="1962978"/>
                </a:lnTo>
                <a:cubicBezTo>
                  <a:pt x="1421713" y="2027583"/>
                  <a:pt x="1416743" y="2092187"/>
                  <a:pt x="1421713" y="2151822"/>
                </a:cubicBezTo>
                <a:cubicBezTo>
                  <a:pt x="1421713" y="2156791"/>
                  <a:pt x="1421713" y="2161761"/>
                  <a:pt x="1421713" y="2166731"/>
                </a:cubicBezTo>
                <a:cubicBezTo>
                  <a:pt x="1421713" y="2176670"/>
                  <a:pt x="1426683" y="2186609"/>
                  <a:pt x="1426683" y="2196548"/>
                </a:cubicBezTo>
                <a:cubicBezTo>
                  <a:pt x="1426683" y="2201518"/>
                  <a:pt x="1426683" y="2206487"/>
                  <a:pt x="1431652" y="2211457"/>
                </a:cubicBezTo>
                <a:cubicBezTo>
                  <a:pt x="1436622" y="2231335"/>
                  <a:pt x="1441591" y="2251213"/>
                  <a:pt x="1451530" y="2271092"/>
                </a:cubicBezTo>
                <a:cubicBezTo>
                  <a:pt x="1451530" y="2276061"/>
                  <a:pt x="1456500" y="2281030"/>
                  <a:pt x="1456500" y="2286000"/>
                </a:cubicBezTo>
                <a:cubicBezTo>
                  <a:pt x="1456500" y="2286000"/>
                  <a:pt x="1456500" y="2286000"/>
                  <a:pt x="1456500" y="2290970"/>
                </a:cubicBezTo>
                <a:cubicBezTo>
                  <a:pt x="1456500" y="2295939"/>
                  <a:pt x="1461470" y="2300909"/>
                  <a:pt x="1461470" y="2300909"/>
                </a:cubicBezTo>
                <a:cubicBezTo>
                  <a:pt x="1461470" y="2305878"/>
                  <a:pt x="1466439" y="2310848"/>
                  <a:pt x="1466439" y="2315817"/>
                </a:cubicBezTo>
                <a:cubicBezTo>
                  <a:pt x="1471409" y="2325757"/>
                  <a:pt x="1476378" y="2335696"/>
                  <a:pt x="1481348" y="2340665"/>
                </a:cubicBezTo>
                <a:cubicBezTo>
                  <a:pt x="1486317" y="2350604"/>
                  <a:pt x="1496257" y="2360544"/>
                  <a:pt x="1501226" y="2370483"/>
                </a:cubicBezTo>
                <a:cubicBezTo>
                  <a:pt x="1501226" y="2375452"/>
                  <a:pt x="1506196" y="2375452"/>
                  <a:pt x="1506196" y="2380422"/>
                </a:cubicBezTo>
                <a:cubicBezTo>
                  <a:pt x="1506196" y="2385391"/>
                  <a:pt x="1511165" y="2385391"/>
                  <a:pt x="1516135" y="2390361"/>
                </a:cubicBezTo>
                <a:cubicBezTo>
                  <a:pt x="1531043" y="2405270"/>
                  <a:pt x="1545952" y="2425148"/>
                  <a:pt x="1560861" y="2440057"/>
                </a:cubicBezTo>
                <a:cubicBezTo>
                  <a:pt x="1565830" y="2445026"/>
                  <a:pt x="1570800" y="2449996"/>
                  <a:pt x="1575770" y="2449996"/>
                </a:cubicBezTo>
                <a:cubicBezTo>
                  <a:pt x="1595648" y="2464904"/>
                  <a:pt x="1615526" y="2479813"/>
                  <a:pt x="1635404" y="2494722"/>
                </a:cubicBezTo>
                <a:cubicBezTo>
                  <a:pt x="1640374" y="2499691"/>
                  <a:pt x="1645343" y="2499691"/>
                  <a:pt x="1650313" y="2504661"/>
                </a:cubicBezTo>
                <a:cubicBezTo>
                  <a:pt x="1655283" y="2509631"/>
                  <a:pt x="1660252" y="2509631"/>
                  <a:pt x="1665222" y="2514600"/>
                </a:cubicBezTo>
                <a:cubicBezTo>
                  <a:pt x="1670191" y="2519570"/>
                  <a:pt x="1675161" y="2519570"/>
                  <a:pt x="1680130" y="2524539"/>
                </a:cubicBezTo>
                <a:cubicBezTo>
                  <a:pt x="1695039" y="2534478"/>
                  <a:pt x="1714917" y="2539448"/>
                  <a:pt x="1734796" y="2544418"/>
                </a:cubicBezTo>
                <a:lnTo>
                  <a:pt x="1888852" y="2594113"/>
                </a:lnTo>
                <a:lnTo>
                  <a:pt x="2311265" y="2733261"/>
                </a:lnTo>
                <a:cubicBezTo>
                  <a:pt x="2341083" y="2743200"/>
                  <a:pt x="2370900" y="2758109"/>
                  <a:pt x="2400717" y="2773018"/>
                </a:cubicBezTo>
                <a:cubicBezTo>
                  <a:pt x="2400717" y="2773018"/>
                  <a:pt x="2400717" y="2773018"/>
                  <a:pt x="2400717" y="2773018"/>
                </a:cubicBezTo>
                <a:cubicBezTo>
                  <a:pt x="2410657" y="2777987"/>
                  <a:pt x="2415626" y="2782957"/>
                  <a:pt x="2425565" y="2787926"/>
                </a:cubicBezTo>
                <a:cubicBezTo>
                  <a:pt x="2430535" y="2792896"/>
                  <a:pt x="2435504" y="2797865"/>
                  <a:pt x="2440474" y="2797865"/>
                </a:cubicBezTo>
                <a:cubicBezTo>
                  <a:pt x="2440474" y="2797865"/>
                  <a:pt x="2440474" y="2797865"/>
                  <a:pt x="2445444" y="2797865"/>
                </a:cubicBezTo>
                <a:cubicBezTo>
                  <a:pt x="2450413" y="2797865"/>
                  <a:pt x="2450413" y="2802835"/>
                  <a:pt x="2455383" y="2807804"/>
                </a:cubicBezTo>
                <a:cubicBezTo>
                  <a:pt x="2455383" y="2807804"/>
                  <a:pt x="2455383" y="2807804"/>
                  <a:pt x="2455383" y="2807804"/>
                </a:cubicBezTo>
                <a:cubicBezTo>
                  <a:pt x="2460352" y="2812774"/>
                  <a:pt x="2465322" y="2817744"/>
                  <a:pt x="2470291" y="2817744"/>
                </a:cubicBezTo>
                <a:cubicBezTo>
                  <a:pt x="2475261" y="2817744"/>
                  <a:pt x="2475261" y="2822713"/>
                  <a:pt x="2480231" y="2822713"/>
                </a:cubicBezTo>
                <a:cubicBezTo>
                  <a:pt x="2485200" y="2827683"/>
                  <a:pt x="2490170" y="2832652"/>
                  <a:pt x="2500109" y="2842592"/>
                </a:cubicBezTo>
                <a:cubicBezTo>
                  <a:pt x="2505078" y="2847561"/>
                  <a:pt x="2510048" y="2852530"/>
                  <a:pt x="2515017" y="2862470"/>
                </a:cubicBezTo>
                <a:cubicBezTo>
                  <a:pt x="2529926" y="2877378"/>
                  <a:pt x="2539865" y="2892287"/>
                  <a:pt x="2549804" y="2912166"/>
                </a:cubicBezTo>
                <a:cubicBezTo>
                  <a:pt x="2554774" y="2917135"/>
                  <a:pt x="2554774" y="2917135"/>
                  <a:pt x="2554774" y="2922104"/>
                </a:cubicBezTo>
                <a:cubicBezTo>
                  <a:pt x="2559744" y="2927074"/>
                  <a:pt x="2559744" y="2932043"/>
                  <a:pt x="2564713" y="2937013"/>
                </a:cubicBezTo>
                <a:cubicBezTo>
                  <a:pt x="2569683" y="2946952"/>
                  <a:pt x="2574652" y="2956891"/>
                  <a:pt x="2579622" y="2966831"/>
                </a:cubicBezTo>
                <a:cubicBezTo>
                  <a:pt x="2584591" y="2976770"/>
                  <a:pt x="2589561" y="2981739"/>
                  <a:pt x="2589561" y="2991678"/>
                </a:cubicBezTo>
                <a:cubicBezTo>
                  <a:pt x="2589561" y="2991678"/>
                  <a:pt x="2594531" y="2991678"/>
                  <a:pt x="2594531" y="2991678"/>
                </a:cubicBezTo>
                <a:cubicBezTo>
                  <a:pt x="2594531" y="2996648"/>
                  <a:pt x="2594531" y="3001617"/>
                  <a:pt x="2594531" y="3006587"/>
                </a:cubicBezTo>
                <a:cubicBezTo>
                  <a:pt x="2594531" y="3006587"/>
                  <a:pt x="2594531" y="3006587"/>
                  <a:pt x="2594531" y="3006587"/>
                </a:cubicBezTo>
                <a:cubicBezTo>
                  <a:pt x="2594531" y="3011557"/>
                  <a:pt x="2609439" y="3011557"/>
                  <a:pt x="2609439" y="3016526"/>
                </a:cubicBezTo>
                <a:lnTo>
                  <a:pt x="2609439" y="3016526"/>
                </a:lnTo>
                <a:cubicBezTo>
                  <a:pt x="2609439" y="3026465"/>
                  <a:pt x="2609439" y="3031435"/>
                  <a:pt x="2609439" y="3041374"/>
                </a:cubicBezTo>
                <a:cubicBezTo>
                  <a:pt x="2609439" y="3041374"/>
                  <a:pt x="2609439" y="3046344"/>
                  <a:pt x="2609439" y="3046344"/>
                </a:cubicBezTo>
                <a:cubicBezTo>
                  <a:pt x="2609439" y="3056283"/>
                  <a:pt x="2614409" y="3061252"/>
                  <a:pt x="2614409" y="3071191"/>
                </a:cubicBezTo>
                <a:cubicBezTo>
                  <a:pt x="2614409" y="3081130"/>
                  <a:pt x="2619378" y="3096039"/>
                  <a:pt x="2619378" y="3105978"/>
                </a:cubicBezTo>
                <a:cubicBezTo>
                  <a:pt x="2619378" y="3115918"/>
                  <a:pt x="2619378" y="3125857"/>
                  <a:pt x="2619378" y="3135796"/>
                </a:cubicBezTo>
                <a:cubicBezTo>
                  <a:pt x="2619378" y="3145735"/>
                  <a:pt x="2619378" y="3155674"/>
                  <a:pt x="2619378" y="3165613"/>
                </a:cubicBezTo>
                <a:cubicBezTo>
                  <a:pt x="2619378" y="3190461"/>
                  <a:pt x="2619378" y="3215309"/>
                  <a:pt x="2614409" y="3235187"/>
                </a:cubicBezTo>
                <a:cubicBezTo>
                  <a:pt x="2609439" y="3255065"/>
                  <a:pt x="2609439" y="3269974"/>
                  <a:pt x="2604470" y="3289852"/>
                </a:cubicBezTo>
                <a:cubicBezTo>
                  <a:pt x="2604470" y="3294822"/>
                  <a:pt x="2599500" y="3299791"/>
                  <a:pt x="2599500" y="3309731"/>
                </a:cubicBezTo>
                <a:lnTo>
                  <a:pt x="2385809" y="3975652"/>
                </a:lnTo>
                <a:lnTo>
                  <a:pt x="2147270" y="4904961"/>
                </a:lnTo>
                <a:lnTo>
                  <a:pt x="840274" y="4636605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A6D7500-0ED5-48B9-85D0-0D69531EAF04}"/>
              </a:ext>
            </a:extLst>
          </p:cNvPr>
          <p:cNvSpPr/>
          <p:nvPr/>
        </p:nvSpPr>
        <p:spPr>
          <a:xfrm rot="10800000">
            <a:off x="2187849" y="8661952"/>
            <a:ext cx="904460" cy="1625047"/>
          </a:xfrm>
          <a:custGeom>
            <a:avLst/>
            <a:gdLst>
              <a:gd name="connsiteX0" fmla="*/ 203752 w 904460"/>
              <a:gd name="connsiteY0" fmla="*/ 1625048 h 1625047"/>
              <a:gd name="connsiteX1" fmla="*/ 223630 w 904460"/>
              <a:gd name="connsiteY1" fmla="*/ 1510748 h 1625047"/>
              <a:gd name="connsiteX2" fmla="*/ 0 w 904460"/>
              <a:gd name="connsiteY2" fmla="*/ 0 h 1625047"/>
              <a:gd name="connsiteX3" fmla="*/ 904461 w 904460"/>
              <a:gd name="connsiteY3" fmla="*/ 0 h 1625047"/>
              <a:gd name="connsiteX4" fmla="*/ 854765 w 904460"/>
              <a:gd name="connsiteY4" fmla="*/ 109330 h 162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460" h="1625047">
                <a:moveTo>
                  <a:pt x="203752" y="1625048"/>
                </a:moveTo>
                <a:lnTo>
                  <a:pt x="223630" y="1510748"/>
                </a:lnTo>
                <a:lnTo>
                  <a:pt x="0" y="0"/>
                </a:lnTo>
                <a:lnTo>
                  <a:pt x="904461" y="0"/>
                </a:lnTo>
                <a:lnTo>
                  <a:pt x="854765" y="109330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78B5C05-AA4F-4A8E-8603-1B1C055E6FC9}"/>
              </a:ext>
            </a:extLst>
          </p:cNvPr>
          <p:cNvSpPr/>
          <p:nvPr/>
        </p:nvSpPr>
        <p:spPr>
          <a:xfrm rot="10800000">
            <a:off x="1680952" y="0"/>
            <a:ext cx="1679713" cy="2613991"/>
          </a:xfrm>
          <a:custGeom>
            <a:avLst/>
            <a:gdLst>
              <a:gd name="connsiteX0" fmla="*/ 829917 w 1679713"/>
              <a:gd name="connsiteY0" fmla="*/ 2613992 h 2613991"/>
              <a:gd name="connsiteX1" fmla="*/ 1679713 w 1679713"/>
              <a:gd name="connsiteY1" fmla="*/ 0 h 2613991"/>
              <a:gd name="connsiteX2" fmla="*/ 0 w 1679713"/>
              <a:gd name="connsiteY2" fmla="*/ 2613992 h 261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9713" h="2613991">
                <a:moveTo>
                  <a:pt x="829917" y="2613992"/>
                </a:moveTo>
                <a:lnTo>
                  <a:pt x="1679713" y="0"/>
                </a:lnTo>
                <a:lnTo>
                  <a:pt x="0" y="2613992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034AC8E-78B0-4165-A82E-322B97BCDF11}"/>
              </a:ext>
            </a:extLst>
          </p:cNvPr>
          <p:cNvSpPr/>
          <p:nvPr/>
        </p:nvSpPr>
        <p:spPr>
          <a:xfrm>
            <a:off x="680209" y="4495800"/>
            <a:ext cx="2911454" cy="5829300"/>
          </a:xfrm>
          <a:custGeom>
            <a:avLst/>
            <a:gdLst>
              <a:gd name="connsiteX0" fmla="*/ 681416 w 2935384"/>
              <a:gd name="connsiteY0" fmla="*/ 0 h 5817087"/>
              <a:gd name="connsiteX1" fmla="*/ 686426 w 2935384"/>
              <a:gd name="connsiteY1" fmla="*/ 10021 h 5817087"/>
              <a:gd name="connsiteX2" fmla="*/ 856780 w 2935384"/>
              <a:gd name="connsiteY2" fmla="*/ 180375 h 5817087"/>
              <a:gd name="connsiteX3" fmla="*/ 1137363 w 2935384"/>
              <a:gd name="connsiteY3" fmla="*/ 330687 h 5817087"/>
              <a:gd name="connsiteX4" fmla="*/ 1989133 w 2935384"/>
              <a:gd name="connsiteY4" fmla="*/ 606260 h 5817087"/>
              <a:gd name="connsiteX5" fmla="*/ 2299779 w 2935384"/>
              <a:gd name="connsiteY5" fmla="*/ 706468 h 5817087"/>
              <a:gd name="connsiteX6" fmla="*/ 2891007 w 2935384"/>
              <a:gd name="connsiteY6" fmla="*/ 1868883 h 5817087"/>
              <a:gd name="connsiteX7" fmla="*/ 1608342 w 2935384"/>
              <a:gd name="connsiteY7" fmla="*/ 5817087 h 5817087"/>
              <a:gd name="connsiteX8" fmla="*/ 601249 w 2935384"/>
              <a:gd name="connsiteY8" fmla="*/ 5817087 h 5817087"/>
              <a:gd name="connsiteX9" fmla="*/ 1122332 w 2935384"/>
              <a:gd name="connsiteY9" fmla="*/ 4218767 h 5817087"/>
              <a:gd name="connsiteX10" fmla="*/ 1322749 w 2935384"/>
              <a:gd name="connsiteY10" fmla="*/ 3607496 h 5817087"/>
              <a:gd name="connsiteX11" fmla="*/ 1347801 w 2935384"/>
              <a:gd name="connsiteY11" fmla="*/ 3392049 h 5817087"/>
              <a:gd name="connsiteX12" fmla="*/ 1347801 w 2935384"/>
              <a:gd name="connsiteY12" fmla="*/ 3377017 h 5817087"/>
              <a:gd name="connsiteX13" fmla="*/ 1342790 w 2935384"/>
              <a:gd name="connsiteY13" fmla="*/ 3341945 h 5817087"/>
              <a:gd name="connsiteX14" fmla="*/ 1337780 w 2935384"/>
              <a:gd name="connsiteY14" fmla="*/ 3326913 h 5817087"/>
              <a:gd name="connsiteX15" fmla="*/ 1317738 w 2935384"/>
              <a:gd name="connsiteY15" fmla="*/ 3261778 h 5817087"/>
              <a:gd name="connsiteX16" fmla="*/ 1312728 w 2935384"/>
              <a:gd name="connsiteY16" fmla="*/ 3246746 h 5817087"/>
              <a:gd name="connsiteX17" fmla="*/ 1312728 w 2935384"/>
              <a:gd name="connsiteY17" fmla="*/ 3241736 h 5817087"/>
              <a:gd name="connsiteX18" fmla="*/ 1307717 w 2935384"/>
              <a:gd name="connsiteY18" fmla="*/ 3226705 h 5817087"/>
              <a:gd name="connsiteX19" fmla="*/ 1297697 w 2935384"/>
              <a:gd name="connsiteY19" fmla="*/ 3211674 h 5817087"/>
              <a:gd name="connsiteX20" fmla="*/ 1282665 w 2935384"/>
              <a:gd name="connsiteY20" fmla="*/ 3181611 h 5817087"/>
              <a:gd name="connsiteX21" fmla="*/ 1257613 w 2935384"/>
              <a:gd name="connsiteY21" fmla="*/ 3146538 h 5817087"/>
              <a:gd name="connsiteX22" fmla="*/ 1252603 w 2935384"/>
              <a:gd name="connsiteY22" fmla="*/ 3136517 h 5817087"/>
              <a:gd name="connsiteX23" fmla="*/ 1242582 w 2935384"/>
              <a:gd name="connsiteY23" fmla="*/ 3126497 h 5817087"/>
              <a:gd name="connsiteX24" fmla="*/ 1192478 w 2935384"/>
              <a:gd name="connsiteY24" fmla="*/ 3071382 h 5817087"/>
              <a:gd name="connsiteX25" fmla="*/ 1177447 w 2935384"/>
              <a:gd name="connsiteY25" fmla="*/ 3056351 h 5817087"/>
              <a:gd name="connsiteX26" fmla="*/ 1112311 w 2935384"/>
              <a:gd name="connsiteY26" fmla="*/ 3006246 h 5817087"/>
              <a:gd name="connsiteX27" fmla="*/ 1092270 w 2935384"/>
              <a:gd name="connsiteY27" fmla="*/ 2996226 h 5817087"/>
              <a:gd name="connsiteX28" fmla="*/ 1072228 w 2935384"/>
              <a:gd name="connsiteY28" fmla="*/ 2986205 h 5817087"/>
              <a:gd name="connsiteX29" fmla="*/ 1052186 w 2935384"/>
              <a:gd name="connsiteY29" fmla="*/ 2976184 h 5817087"/>
              <a:gd name="connsiteX30" fmla="*/ 992061 w 2935384"/>
              <a:gd name="connsiteY30" fmla="*/ 2951132 h 5817087"/>
              <a:gd name="connsiteX31" fmla="*/ 821707 w 2935384"/>
              <a:gd name="connsiteY31" fmla="*/ 2896018 h 5817087"/>
              <a:gd name="connsiteX32" fmla="*/ 345718 w 2935384"/>
              <a:gd name="connsiteY32" fmla="*/ 2740695 h 5817087"/>
              <a:gd name="connsiteX33" fmla="*/ 245510 w 2935384"/>
              <a:gd name="connsiteY33" fmla="*/ 2695601 h 5817087"/>
              <a:gd name="connsiteX34" fmla="*/ 245510 w 2935384"/>
              <a:gd name="connsiteY34" fmla="*/ 2695601 h 5817087"/>
              <a:gd name="connsiteX35" fmla="*/ 220458 w 2935384"/>
              <a:gd name="connsiteY35" fmla="*/ 2680570 h 5817087"/>
              <a:gd name="connsiteX36" fmla="*/ 200416 w 2935384"/>
              <a:gd name="connsiteY36" fmla="*/ 2665539 h 5817087"/>
              <a:gd name="connsiteX37" fmla="*/ 195406 w 2935384"/>
              <a:gd name="connsiteY37" fmla="*/ 2665539 h 5817087"/>
              <a:gd name="connsiteX38" fmla="*/ 185385 w 2935384"/>
              <a:gd name="connsiteY38" fmla="*/ 2655518 h 5817087"/>
              <a:gd name="connsiteX39" fmla="*/ 185385 w 2935384"/>
              <a:gd name="connsiteY39" fmla="*/ 2655518 h 5817087"/>
              <a:gd name="connsiteX40" fmla="*/ 170354 w 2935384"/>
              <a:gd name="connsiteY40" fmla="*/ 2640487 h 5817087"/>
              <a:gd name="connsiteX41" fmla="*/ 160333 w 2935384"/>
              <a:gd name="connsiteY41" fmla="*/ 2630466 h 5817087"/>
              <a:gd name="connsiteX42" fmla="*/ 140291 w 2935384"/>
              <a:gd name="connsiteY42" fmla="*/ 2610424 h 5817087"/>
              <a:gd name="connsiteX43" fmla="*/ 120250 w 2935384"/>
              <a:gd name="connsiteY43" fmla="*/ 2590383 h 5817087"/>
              <a:gd name="connsiteX44" fmla="*/ 80167 w 2935384"/>
              <a:gd name="connsiteY44" fmla="*/ 2535268 h 5817087"/>
              <a:gd name="connsiteX45" fmla="*/ 70146 w 2935384"/>
              <a:gd name="connsiteY45" fmla="*/ 2525247 h 5817087"/>
              <a:gd name="connsiteX46" fmla="*/ 60125 w 2935384"/>
              <a:gd name="connsiteY46" fmla="*/ 2505205 h 5817087"/>
              <a:gd name="connsiteX47" fmla="*/ 40083 w 2935384"/>
              <a:gd name="connsiteY47" fmla="*/ 2470133 h 5817087"/>
              <a:gd name="connsiteX48" fmla="*/ 30062 w 2935384"/>
              <a:gd name="connsiteY48" fmla="*/ 2440071 h 5817087"/>
              <a:gd name="connsiteX49" fmla="*/ 25052 w 2935384"/>
              <a:gd name="connsiteY49" fmla="*/ 2440071 h 5817087"/>
              <a:gd name="connsiteX50" fmla="*/ 25052 w 2935384"/>
              <a:gd name="connsiteY50" fmla="*/ 2420028 h 5817087"/>
              <a:gd name="connsiteX51" fmla="*/ 25052 w 2935384"/>
              <a:gd name="connsiteY51" fmla="*/ 2420028 h 5817087"/>
              <a:gd name="connsiteX52" fmla="*/ 10021 w 2935384"/>
              <a:gd name="connsiteY52" fmla="*/ 2410008 h 5817087"/>
              <a:gd name="connsiteX53" fmla="*/ 10021 w 2935384"/>
              <a:gd name="connsiteY53" fmla="*/ 2410008 h 5817087"/>
              <a:gd name="connsiteX54" fmla="*/ 10021 w 2935384"/>
              <a:gd name="connsiteY54" fmla="*/ 2384956 h 5817087"/>
              <a:gd name="connsiteX55" fmla="*/ 10021 w 2935384"/>
              <a:gd name="connsiteY55" fmla="*/ 2374935 h 5817087"/>
              <a:gd name="connsiteX56" fmla="*/ 5010 w 2935384"/>
              <a:gd name="connsiteY56" fmla="*/ 2344872 h 5817087"/>
              <a:gd name="connsiteX57" fmla="*/ 0 w 2935384"/>
              <a:gd name="connsiteY57" fmla="*/ 2304789 h 5817087"/>
              <a:gd name="connsiteX58" fmla="*/ 0 w 2935384"/>
              <a:gd name="connsiteY58" fmla="*/ 2274727 h 5817087"/>
              <a:gd name="connsiteX59" fmla="*/ 0 w 2935384"/>
              <a:gd name="connsiteY59" fmla="*/ 2239654 h 5817087"/>
              <a:gd name="connsiteX60" fmla="*/ 5010 w 2935384"/>
              <a:gd name="connsiteY60" fmla="*/ 2159487 h 5817087"/>
              <a:gd name="connsiteX61" fmla="*/ 20042 w 2935384"/>
              <a:gd name="connsiteY61" fmla="*/ 2099362 h 5817087"/>
              <a:gd name="connsiteX62" fmla="*/ 25052 w 2935384"/>
              <a:gd name="connsiteY62" fmla="*/ 2079320 h 5817087"/>
              <a:gd name="connsiteX63" fmla="*/ 265552 w 2935384"/>
              <a:gd name="connsiteY63" fmla="*/ 1332769 h 5817087"/>
              <a:gd name="connsiteX64" fmla="*/ 696447 w 2935384"/>
              <a:gd name="connsiteY64" fmla="*/ 10021 h 5817087"/>
              <a:gd name="connsiteX65" fmla="*/ 681416 w 2935384"/>
              <a:gd name="connsiteY65" fmla="*/ 0 h 581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935384" h="5817087">
                <a:moveTo>
                  <a:pt x="681416" y="0"/>
                </a:moveTo>
                <a:cubicBezTo>
                  <a:pt x="681416" y="5010"/>
                  <a:pt x="686426" y="5010"/>
                  <a:pt x="686426" y="10021"/>
                </a:cubicBezTo>
                <a:cubicBezTo>
                  <a:pt x="736530" y="75156"/>
                  <a:pt x="791645" y="130271"/>
                  <a:pt x="856780" y="180375"/>
                </a:cubicBezTo>
                <a:cubicBezTo>
                  <a:pt x="936947" y="245510"/>
                  <a:pt x="1032145" y="295614"/>
                  <a:pt x="1137363" y="330687"/>
                </a:cubicBezTo>
                <a:lnTo>
                  <a:pt x="1989133" y="606260"/>
                </a:lnTo>
                <a:lnTo>
                  <a:pt x="2299779" y="706468"/>
                </a:lnTo>
                <a:cubicBezTo>
                  <a:pt x="2780778" y="861791"/>
                  <a:pt x="3046330" y="1387884"/>
                  <a:pt x="2891007" y="1868883"/>
                </a:cubicBezTo>
                <a:lnTo>
                  <a:pt x="1608342" y="5817087"/>
                </a:lnTo>
                <a:lnTo>
                  <a:pt x="601249" y="5817087"/>
                </a:lnTo>
                <a:lnTo>
                  <a:pt x="1122332" y="4218767"/>
                </a:lnTo>
                <a:lnTo>
                  <a:pt x="1322749" y="3607496"/>
                </a:lnTo>
                <a:cubicBezTo>
                  <a:pt x="1347801" y="3537350"/>
                  <a:pt x="1352811" y="3462194"/>
                  <a:pt x="1347801" y="3392049"/>
                </a:cubicBezTo>
                <a:cubicBezTo>
                  <a:pt x="1347801" y="3387038"/>
                  <a:pt x="1347801" y="3382027"/>
                  <a:pt x="1347801" y="3377017"/>
                </a:cubicBezTo>
                <a:cubicBezTo>
                  <a:pt x="1347801" y="3366997"/>
                  <a:pt x="1342790" y="3351965"/>
                  <a:pt x="1342790" y="3341945"/>
                </a:cubicBezTo>
                <a:cubicBezTo>
                  <a:pt x="1342790" y="3336934"/>
                  <a:pt x="1342790" y="3331923"/>
                  <a:pt x="1337780" y="3326913"/>
                </a:cubicBezTo>
                <a:cubicBezTo>
                  <a:pt x="1332769" y="3301861"/>
                  <a:pt x="1322749" y="3281819"/>
                  <a:pt x="1317738" y="3261778"/>
                </a:cubicBezTo>
                <a:cubicBezTo>
                  <a:pt x="1317738" y="3256767"/>
                  <a:pt x="1312728" y="3251757"/>
                  <a:pt x="1312728" y="3246746"/>
                </a:cubicBezTo>
                <a:cubicBezTo>
                  <a:pt x="1312728" y="3246746"/>
                  <a:pt x="1312728" y="3246746"/>
                  <a:pt x="1312728" y="3241736"/>
                </a:cubicBezTo>
                <a:cubicBezTo>
                  <a:pt x="1312728" y="3236726"/>
                  <a:pt x="1307717" y="3231715"/>
                  <a:pt x="1307717" y="3226705"/>
                </a:cubicBezTo>
                <a:cubicBezTo>
                  <a:pt x="1307717" y="3221694"/>
                  <a:pt x="1302707" y="3216684"/>
                  <a:pt x="1297697" y="3211674"/>
                </a:cubicBezTo>
                <a:cubicBezTo>
                  <a:pt x="1292686" y="3201653"/>
                  <a:pt x="1287676" y="3191632"/>
                  <a:pt x="1282665" y="3181611"/>
                </a:cubicBezTo>
                <a:cubicBezTo>
                  <a:pt x="1277655" y="3171590"/>
                  <a:pt x="1267634" y="3156559"/>
                  <a:pt x="1257613" y="3146538"/>
                </a:cubicBezTo>
                <a:cubicBezTo>
                  <a:pt x="1257613" y="3141528"/>
                  <a:pt x="1252603" y="3141528"/>
                  <a:pt x="1252603" y="3136517"/>
                </a:cubicBezTo>
                <a:cubicBezTo>
                  <a:pt x="1247592" y="3131507"/>
                  <a:pt x="1247592" y="3131507"/>
                  <a:pt x="1242582" y="3126497"/>
                </a:cubicBezTo>
                <a:cubicBezTo>
                  <a:pt x="1227551" y="3106455"/>
                  <a:pt x="1212520" y="3086413"/>
                  <a:pt x="1192478" y="3071382"/>
                </a:cubicBezTo>
                <a:cubicBezTo>
                  <a:pt x="1187467" y="3066372"/>
                  <a:pt x="1182457" y="3061361"/>
                  <a:pt x="1177447" y="3056351"/>
                </a:cubicBezTo>
                <a:cubicBezTo>
                  <a:pt x="1157405" y="3036309"/>
                  <a:pt x="1137363" y="3021278"/>
                  <a:pt x="1112311" y="3006246"/>
                </a:cubicBezTo>
                <a:cubicBezTo>
                  <a:pt x="1107301" y="3001236"/>
                  <a:pt x="1102290" y="3001236"/>
                  <a:pt x="1092270" y="2996226"/>
                </a:cubicBezTo>
                <a:cubicBezTo>
                  <a:pt x="1087259" y="2991216"/>
                  <a:pt x="1082249" y="2991216"/>
                  <a:pt x="1072228" y="2986205"/>
                </a:cubicBezTo>
                <a:cubicBezTo>
                  <a:pt x="1067218" y="2981194"/>
                  <a:pt x="1062207" y="2981194"/>
                  <a:pt x="1052186" y="2976184"/>
                </a:cubicBezTo>
                <a:cubicBezTo>
                  <a:pt x="1032145" y="2966164"/>
                  <a:pt x="1012103" y="2961153"/>
                  <a:pt x="992061" y="2951132"/>
                </a:cubicBezTo>
                <a:lnTo>
                  <a:pt x="821707" y="2896018"/>
                </a:lnTo>
                <a:lnTo>
                  <a:pt x="345718" y="2740695"/>
                </a:lnTo>
                <a:cubicBezTo>
                  <a:pt x="310646" y="2730674"/>
                  <a:pt x="275573" y="2715643"/>
                  <a:pt x="245510" y="2695601"/>
                </a:cubicBezTo>
                <a:cubicBezTo>
                  <a:pt x="245510" y="2695601"/>
                  <a:pt x="245510" y="2695601"/>
                  <a:pt x="245510" y="2695601"/>
                </a:cubicBezTo>
                <a:cubicBezTo>
                  <a:pt x="235489" y="2690591"/>
                  <a:pt x="225469" y="2685580"/>
                  <a:pt x="220458" y="2680570"/>
                </a:cubicBezTo>
                <a:cubicBezTo>
                  <a:pt x="215448" y="2675560"/>
                  <a:pt x="205427" y="2670549"/>
                  <a:pt x="200416" y="2665539"/>
                </a:cubicBezTo>
                <a:cubicBezTo>
                  <a:pt x="200416" y="2665539"/>
                  <a:pt x="200416" y="2665539"/>
                  <a:pt x="195406" y="2665539"/>
                </a:cubicBezTo>
                <a:cubicBezTo>
                  <a:pt x="190396" y="2660528"/>
                  <a:pt x="190396" y="2660528"/>
                  <a:pt x="185385" y="2655518"/>
                </a:cubicBezTo>
                <a:cubicBezTo>
                  <a:pt x="185385" y="2655518"/>
                  <a:pt x="185385" y="2655518"/>
                  <a:pt x="185385" y="2655518"/>
                </a:cubicBezTo>
                <a:cubicBezTo>
                  <a:pt x="180375" y="2650508"/>
                  <a:pt x="175364" y="2645497"/>
                  <a:pt x="170354" y="2640487"/>
                </a:cubicBezTo>
                <a:cubicBezTo>
                  <a:pt x="165344" y="2640487"/>
                  <a:pt x="165344" y="2635476"/>
                  <a:pt x="160333" y="2630466"/>
                </a:cubicBezTo>
                <a:cubicBezTo>
                  <a:pt x="155323" y="2625456"/>
                  <a:pt x="145302" y="2615435"/>
                  <a:pt x="140291" y="2610424"/>
                </a:cubicBezTo>
                <a:cubicBezTo>
                  <a:pt x="135281" y="2605414"/>
                  <a:pt x="130271" y="2595393"/>
                  <a:pt x="120250" y="2590383"/>
                </a:cubicBezTo>
                <a:cubicBezTo>
                  <a:pt x="105219" y="2570341"/>
                  <a:pt x="90187" y="2555309"/>
                  <a:pt x="80167" y="2535268"/>
                </a:cubicBezTo>
                <a:cubicBezTo>
                  <a:pt x="75156" y="2530257"/>
                  <a:pt x="75156" y="2525247"/>
                  <a:pt x="70146" y="2525247"/>
                </a:cubicBezTo>
                <a:cubicBezTo>
                  <a:pt x="65135" y="2520237"/>
                  <a:pt x="60125" y="2510216"/>
                  <a:pt x="60125" y="2505205"/>
                </a:cubicBezTo>
                <a:cubicBezTo>
                  <a:pt x="55115" y="2495185"/>
                  <a:pt x="50104" y="2480153"/>
                  <a:pt x="40083" y="2470133"/>
                </a:cubicBezTo>
                <a:cubicBezTo>
                  <a:pt x="35073" y="2460112"/>
                  <a:pt x="30062" y="2450091"/>
                  <a:pt x="30062" y="2440071"/>
                </a:cubicBezTo>
                <a:cubicBezTo>
                  <a:pt x="30062" y="2440071"/>
                  <a:pt x="25052" y="2440071"/>
                  <a:pt x="25052" y="2440071"/>
                </a:cubicBezTo>
                <a:cubicBezTo>
                  <a:pt x="25052" y="2435060"/>
                  <a:pt x="25052" y="2425039"/>
                  <a:pt x="25052" y="2420028"/>
                </a:cubicBezTo>
                <a:cubicBezTo>
                  <a:pt x="25052" y="2420028"/>
                  <a:pt x="25052" y="2420028"/>
                  <a:pt x="25052" y="2420028"/>
                </a:cubicBezTo>
                <a:cubicBezTo>
                  <a:pt x="25052" y="2415019"/>
                  <a:pt x="10021" y="2415019"/>
                  <a:pt x="10021" y="2410008"/>
                </a:cubicBezTo>
                <a:lnTo>
                  <a:pt x="10021" y="2410008"/>
                </a:lnTo>
                <a:cubicBezTo>
                  <a:pt x="10021" y="2399987"/>
                  <a:pt x="10021" y="2394976"/>
                  <a:pt x="10021" y="2384956"/>
                </a:cubicBezTo>
                <a:cubicBezTo>
                  <a:pt x="10021" y="2384956"/>
                  <a:pt x="10021" y="2379945"/>
                  <a:pt x="10021" y="2374935"/>
                </a:cubicBezTo>
                <a:cubicBezTo>
                  <a:pt x="5010" y="2364914"/>
                  <a:pt x="5010" y="2354893"/>
                  <a:pt x="5010" y="2344872"/>
                </a:cubicBezTo>
                <a:cubicBezTo>
                  <a:pt x="0" y="2329841"/>
                  <a:pt x="0" y="2319820"/>
                  <a:pt x="0" y="2304789"/>
                </a:cubicBezTo>
                <a:cubicBezTo>
                  <a:pt x="0" y="2294768"/>
                  <a:pt x="0" y="2284748"/>
                  <a:pt x="0" y="2274727"/>
                </a:cubicBezTo>
                <a:cubicBezTo>
                  <a:pt x="0" y="2264706"/>
                  <a:pt x="0" y="2249675"/>
                  <a:pt x="0" y="2239654"/>
                </a:cubicBezTo>
                <a:cubicBezTo>
                  <a:pt x="0" y="2214602"/>
                  <a:pt x="0" y="2184539"/>
                  <a:pt x="5010" y="2159487"/>
                </a:cubicBezTo>
                <a:cubicBezTo>
                  <a:pt x="10021" y="2139446"/>
                  <a:pt x="15031" y="2119404"/>
                  <a:pt x="20042" y="2099362"/>
                </a:cubicBezTo>
                <a:cubicBezTo>
                  <a:pt x="20042" y="2094352"/>
                  <a:pt x="25052" y="2084331"/>
                  <a:pt x="25052" y="2079320"/>
                </a:cubicBezTo>
                <a:lnTo>
                  <a:pt x="265552" y="1332769"/>
                </a:lnTo>
                <a:lnTo>
                  <a:pt x="696447" y="10021"/>
                </a:lnTo>
                <a:lnTo>
                  <a:pt x="681416" y="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341B2BE-DCEC-4D6E-828C-C72766A140D4}"/>
              </a:ext>
            </a:extLst>
          </p:cNvPr>
          <p:cNvSpPr/>
          <p:nvPr/>
        </p:nvSpPr>
        <p:spPr>
          <a:xfrm>
            <a:off x="0" y="5506279"/>
            <a:ext cx="2707703" cy="4780721"/>
          </a:xfrm>
          <a:custGeom>
            <a:avLst/>
            <a:gdLst>
              <a:gd name="connsiteX0" fmla="*/ 475989 w 2729958"/>
              <a:gd name="connsiteY0" fmla="*/ 0 h 4820015"/>
              <a:gd name="connsiteX1" fmla="*/ 480999 w 2729958"/>
              <a:gd name="connsiteY1" fmla="*/ 10021 h 4820015"/>
              <a:gd name="connsiteX2" fmla="*/ 931936 w 2729958"/>
              <a:gd name="connsiteY2" fmla="*/ 330687 h 4820015"/>
              <a:gd name="connsiteX3" fmla="*/ 951978 w 2729958"/>
              <a:gd name="connsiteY3" fmla="*/ 335697 h 4820015"/>
              <a:gd name="connsiteX4" fmla="*/ 1162415 w 2729958"/>
              <a:gd name="connsiteY4" fmla="*/ 405843 h 4820015"/>
              <a:gd name="connsiteX5" fmla="*/ 1783706 w 2729958"/>
              <a:gd name="connsiteY5" fmla="*/ 606260 h 4820015"/>
              <a:gd name="connsiteX6" fmla="*/ 2094352 w 2729958"/>
              <a:gd name="connsiteY6" fmla="*/ 706468 h 4820015"/>
              <a:gd name="connsiteX7" fmla="*/ 2685580 w 2729958"/>
              <a:gd name="connsiteY7" fmla="*/ 1868884 h 4820015"/>
              <a:gd name="connsiteX8" fmla="*/ 2224623 w 2729958"/>
              <a:gd name="connsiteY8" fmla="*/ 3286829 h 4820015"/>
              <a:gd name="connsiteX9" fmla="*/ 1723582 w 2729958"/>
              <a:gd name="connsiteY9" fmla="*/ 4820016 h 4820015"/>
              <a:gd name="connsiteX10" fmla="*/ 716489 w 2729958"/>
              <a:gd name="connsiteY10" fmla="*/ 4820016 h 4820015"/>
              <a:gd name="connsiteX11" fmla="*/ 1112311 w 2729958"/>
              <a:gd name="connsiteY11" fmla="*/ 3607496 h 4820015"/>
              <a:gd name="connsiteX12" fmla="*/ 781624 w 2729958"/>
              <a:gd name="connsiteY12" fmla="*/ 2956143 h 4820015"/>
              <a:gd name="connsiteX13" fmla="*/ 611270 w 2729958"/>
              <a:gd name="connsiteY13" fmla="*/ 2901028 h 4820015"/>
              <a:gd name="connsiteX14" fmla="*/ 120250 w 2729958"/>
              <a:gd name="connsiteY14" fmla="*/ 2745706 h 4820015"/>
              <a:gd name="connsiteX15" fmla="*/ 0 w 2729958"/>
              <a:gd name="connsiteY15" fmla="*/ 2695601 h 4820015"/>
              <a:gd name="connsiteX16" fmla="*/ 0 w 2729958"/>
              <a:gd name="connsiteY16" fmla="*/ 1392895 h 4820015"/>
              <a:gd name="connsiteX17" fmla="*/ 460958 w 2729958"/>
              <a:gd name="connsiteY17" fmla="*/ 10021 h 4820015"/>
              <a:gd name="connsiteX18" fmla="*/ 475989 w 2729958"/>
              <a:gd name="connsiteY18" fmla="*/ 0 h 4820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729958" h="4820015">
                <a:moveTo>
                  <a:pt x="475989" y="0"/>
                </a:moveTo>
                <a:cubicBezTo>
                  <a:pt x="475989" y="5010"/>
                  <a:pt x="480999" y="5010"/>
                  <a:pt x="480999" y="10021"/>
                </a:cubicBezTo>
                <a:cubicBezTo>
                  <a:pt x="591229" y="155323"/>
                  <a:pt x="746551" y="270562"/>
                  <a:pt x="931936" y="330687"/>
                </a:cubicBezTo>
                <a:lnTo>
                  <a:pt x="951978" y="335697"/>
                </a:lnTo>
                <a:lnTo>
                  <a:pt x="1162415" y="405843"/>
                </a:lnTo>
                <a:lnTo>
                  <a:pt x="1783706" y="606260"/>
                </a:lnTo>
                <a:lnTo>
                  <a:pt x="2094352" y="706468"/>
                </a:lnTo>
                <a:cubicBezTo>
                  <a:pt x="2575351" y="861791"/>
                  <a:pt x="2840903" y="1382873"/>
                  <a:pt x="2685580" y="1868884"/>
                </a:cubicBezTo>
                <a:lnTo>
                  <a:pt x="2224623" y="3286829"/>
                </a:lnTo>
                <a:lnTo>
                  <a:pt x="1723582" y="4820016"/>
                </a:lnTo>
                <a:lnTo>
                  <a:pt x="716489" y="4820016"/>
                </a:lnTo>
                <a:lnTo>
                  <a:pt x="1112311" y="3607496"/>
                </a:lnTo>
                <a:cubicBezTo>
                  <a:pt x="1202499" y="3336933"/>
                  <a:pt x="1052186" y="3046330"/>
                  <a:pt x="781624" y="2956143"/>
                </a:cubicBezTo>
                <a:lnTo>
                  <a:pt x="611270" y="2901028"/>
                </a:lnTo>
                <a:lnTo>
                  <a:pt x="120250" y="2745706"/>
                </a:lnTo>
                <a:cubicBezTo>
                  <a:pt x="80167" y="2735684"/>
                  <a:pt x="50104" y="2715643"/>
                  <a:pt x="0" y="2695601"/>
                </a:cubicBezTo>
                <a:lnTo>
                  <a:pt x="0" y="1392895"/>
                </a:lnTo>
                <a:lnTo>
                  <a:pt x="460958" y="10021"/>
                </a:lnTo>
                <a:lnTo>
                  <a:pt x="475989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5010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6AB6344-C475-4833-99BC-5F416BEA72F9}"/>
              </a:ext>
            </a:extLst>
          </p:cNvPr>
          <p:cNvSpPr/>
          <p:nvPr/>
        </p:nvSpPr>
        <p:spPr>
          <a:xfrm>
            <a:off x="0" y="1"/>
            <a:ext cx="2445026" cy="10287000"/>
          </a:xfrm>
          <a:custGeom>
            <a:avLst/>
            <a:gdLst>
              <a:gd name="connsiteX0" fmla="*/ 0 w 2465122"/>
              <a:gd name="connsiteY0" fmla="*/ 0 h 10371551"/>
              <a:gd name="connsiteX1" fmla="*/ 2465122 w 2465122"/>
              <a:gd name="connsiteY1" fmla="*/ 0 h 10371551"/>
              <a:gd name="connsiteX2" fmla="*/ 2410008 w 2465122"/>
              <a:gd name="connsiteY2" fmla="*/ 170354 h 10371551"/>
              <a:gd name="connsiteX3" fmla="*/ 1252603 w 2465122"/>
              <a:gd name="connsiteY3" fmla="*/ 3727746 h 10371551"/>
              <a:gd name="connsiteX4" fmla="*/ 1372853 w 2465122"/>
              <a:gd name="connsiteY4" fmla="*/ 4534422 h 10371551"/>
              <a:gd name="connsiteX5" fmla="*/ 1387884 w 2465122"/>
              <a:gd name="connsiteY5" fmla="*/ 4554464 h 10371551"/>
              <a:gd name="connsiteX6" fmla="*/ 1382874 w 2465122"/>
              <a:gd name="connsiteY6" fmla="*/ 4564485 h 10371551"/>
              <a:gd name="connsiteX7" fmla="*/ 951978 w 2465122"/>
              <a:gd name="connsiteY7" fmla="*/ 5887233 h 10371551"/>
              <a:gd name="connsiteX8" fmla="*/ 711478 w 2465122"/>
              <a:gd name="connsiteY8" fmla="*/ 6633784 h 10371551"/>
              <a:gd name="connsiteX9" fmla="*/ 706468 w 2465122"/>
              <a:gd name="connsiteY9" fmla="*/ 6653826 h 10371551"/>
              <a:gd name="connsiteX10" fmla="*/ 691437 w 2465122"/>
              <a:gd name="connsiteY10" fmla="*/ 6713951 h 10371551"/>
              <a:gd name="connsiteX11" fmla="*/ 716489 w 2465122"/>
              <a:gd name="connsiteY11" fmla="*/ 6974492 h 10371551"/>
              <a:gd name="connsiteX12" fmla="*/ 716489 w 2465122"/>
              <a:gd name="connsiteY12" fmla="*/ 6974492 h 10371551"/>
              <a:gd name="connsiteX13" fmla="*/ 721499 w 2465122"/>
              <a:gd name="connsiteY13" fmla="*/ 6994534 h 10371551"/>
              <a:gd name="connsiteX14" fmla="*/ 731520 w 2465122"/>
              <a:gd name="connsiteY14" fmla="*/ 7024596 h 10371551"/>
              <a:gd name="connsiteX15" fmla="*/ 751562 w 2465122"/>
              <a:gd name="connsiteY15" fmla="*/ 7059669 h 10371551"/>
              <a:gd name="connsiteX16" fmla="*/ 761582 w 2465122"/>
              <a:gd name="connsiteY16" fmla="*/ 7079711 h 10371551"/>
              <a:gd name="connsiteX17" fmla="*/ 771603 w 2465122"/>
              <a:gd name="connsiteY17" fmla="*/ 7089732 h 10371551"/>
              <a:gd name="connsiteX18" fmla="*/ 811687 w 2465122"/>
              <a:gd name="connsiteY18" fmla="*/ 7144847 h 10371551"/>
              <a:gd name="connsiteX19" fmla="*/ 831728 w 2465122"/>
              <a:gd name="connsiteY19" fmla="*/ 7164888 h 10371551"/>
              <a:gd name="connsiteX20" fmla="*/ 851770 w 2465122"/>
              <a:gd name="connsiteY20" fmla="*/ 7184929 h 10371551"/>
              <a:gd name="connsiteX21" fmla="*/ 861791 w 2465122"/>
              <a:gd name="connsiteY21" fmla="*/ 7194951 h 10371551"/>
              <a:gd name="connsiteX22" fmla="*/ 876822 w 2465122"/>
              <a:gd name="connsiteY22" fmla="*/ 7209982 h 10371551"/>
              <a:gd name="connsiteX23" fmla="*/ 876822 w 2465122"/>
              <a:gd name="connsiteY23" fmla="*/ 7209982 h 10371551"/>
              <a:gd name="connsiteX24" fmla="*/ 886843 w 2465122"/>
              <a:gd name="connsiteY24" fmla="*/ 7220003 h 10371551"/>
              <a:gd name="connsiteX25" fmla="*/ 891853 w 2465122"/>
              <a:gd name="connsiteY25" fmla="*/ 7220003 h 10371551"/>
              <a:gd name="connsiteX26" fmla="*/ 911895 w 2465122"/>
              <a:gd name="connsiteY26" fmla="*/ 7235034 h 10371551"/>
              <a:gd name="connsiteX27" fmla="*/ 936947 w 2465122"/>
              <a:gd name="connsiteY27" fmla="*/ 7250065 h 10371551"/>
              <a:gd name="connsiteX28" fmla="*/ 936947 w 2465122"/>
              <a:gd name="connsiteY28" fmla="*/ 7250065 h 10371551"/>
              <a:gd name="connsiteX29" fmla="*/ 1037155 w 2465122"/>
              <a:gd name="connsiteY29" fmla="*/ 7295159 h 10371551"/>
              <a:gd name="connsiteX30" fmla="*/ 1513144 w 2465122"/>
              <a:gd name="connsiteY30" fmla="*/ 7450481 h 10371551"/>
              <a:gd name="connsiteX31" fmla="*/ 1683498 w 2465122"/>
              <a:gd name="connsiteY31" fmla="*/ 7505596 h 10371551"/>
              <a:gd name="connsiteX32" fmla="*/ 1743623 w 2465122"/>
              <a:gd name="connsiteY32" fmla="*/ 7530648 h 10371551"/>
              <a:gd name="connsiteX33" fmla="*/ 1763665 w 2465122"/>
              <a:gd name="connsiteY33" fmla="*/ 7540669 h 10371551"/>
              <a:gd name="connsiteX34" fmla="*/ 1783706 w 2465122"/>
              <a:gd name="connsiteY34" fmla="*/ 7550690 h 10371551"/>
              <a:gd name="connsiteX35" fmla="*/ 1803748 w 2465122"/>
              <a:gd name="connsiteY35" fmla="*/ 7560710 h 10371551"/>
              <a:gd name="connsiteX36" fmla="*/ 1868883 w 2465122"/>
              <a:gd name="connsiteY36" fmla="*/ 7610814 h 10371551"/>
              <a:gd name="connsiteX37" fmla="*/ 1883915 w 2465122"/>
              <a:gd name="connsiteY37" fmla="*/ 7625846 h 10371551"/>
              <a:gd name="connsiteX38" fmla="*/ 1934019 w 2465122"/>
              <a:gd name="connsiteY38" fmla="*/ 7680961 h 10371551"/>
              <a:gd name="connsiteX39" fmla="*/ 1944039 w 2465122"/>
              <a:gd name="connsiteY39" fmla="*/ 7690981 h 10371551"/>
              <a:gd name="connsiteX40" fmla="*/ 1949050 w 2465122"/>
              <a:gd name="connsiteY40" fmla="*/ 7701002 h 10371551"/>
              <a:gd name="connsiteX41" fmla="*/ 1974102 w 2465122"/>
              <a:gd name="connsiteY41" fmla="*/ 7736075 h 10371551"/>
              <a:gd name="connsiteX42" fmla="*/ 1989133 w 2465122"/>
              <a:gd name="connsiteY42" fmla="*/ 7766137 h 10371551"/>
              <a:gd name="connsiteX43" fmla="*/ 1999154 w 2465122"/>
              <a:gd name="connsiteY43" fmla="*/ 7781169 h 10371551"/>
              <a:gd name="connsiteX44" fmla="*/ 2004164 w 2465122"/>
              <a:gd name="connsiteY44" fmla="*/ 7796200 h 10371551"/>
              <a:gd name="connsiteX45" fmla="*/ 2004164 w 2465122"/>
              <a:gd name="connsiteY45" fmla="*/ 7801210 h 10371551"/>
              <a:gd name="connsiteX46" fmla="*/ 2009175 w 2465122"/>
              <a:gd name="connsiteY46" fmla="*/ 7816242 h 10371551"/>
              <a:gd name="connsiteX47" fmla="*/ 2029217 w 2465122"/>
              <a:gd name="connsiteY47" fmla="*/ 7881377 h 10371551"/>
              <a:gd name="connsiteX48" fmla="*/ 2034227 w 2465122"/>
              <a:gd name="connsiteY48" fmla="*/ 7896408 h 10371551"/>
              <a:gd name="connsiteX49" fmla="*/ 2039237 w 2465122"/>
              <a:gd name="connsiteY49" fmla="*/ 7931481 h 10371551"/>
              <a:gd name="connsiteX50" fmla="*/ 2039237 w 2465122"/>
              <a:gd name="connsiteY50" fmla="*/ 7946513 h 10371551"/>
              <a:gd name="connsiteX51" fmla="*/ 2014185 w 2465122"/>
              <a:gd name="connsiteY51" fmla="*/ 8161960 h 10371551"/>
              <a:gd name="connsiteX52" fmla="*/ 1813769 w 2465122"/>
              <a:gd name="connsiteY52" fmla="*/ 8773230 h 10371551"/>
              <a:gd name="connsiteX53" fmla="*/ 1302707 w 2465122"/>
              <a:gd name="connsiteY53" fmla="*/ 10371551 h 10371551"/>
              <a:gd name="connsiteX54" fmla="*/ 0 w 2465122"/>
              <a:gd name="connsiteY54" fmla="*/ 10371551 h 10371551"/>
              <a:gd name="connsiteX55" fmla="*/ 0 w 2465122"/>
              <a:gd name="connsiteY55" fmla="*/ 0 h 1037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465122" h="10371551">
                <a:moveTo>
                  <a:pt x="0" y="0"/>
                </a:moveTo>
                <a:lnTo>
                  <a:pt x="2465122" y="0"/>
                </a:lnTo>
                <a:lnTo>
                  <a:pt x="2410008" y="170354"/>
                </a:lnTo>
                <a:lnTo>
                  <a:pt x="1252603" y="3727746"/>
                </a:lnTo>
                <a:cubicBezTo>
                  <a:pt x="1162415" y="4013339"/>
                  <a:pt x="1212520" y="4308954"/>
                  <a:pt x="1372853" y="4534422"/>
                </a:cubicBezTo>
                <a:cubicBezTo>
                  <a:pt x="1377863" y="4539433"/>
                  <a:pt x="1382874" y="4549454"/>
                  <a:pt x="1387884" y="4554464"/>
                </a:cubicBezTo>
                <a:lnTo>
                  <a:pt x="1382874" y="4564485"/>
                </a:lnTo>
                <a:lnTo>
                  <a:pt x="951978" y="5887233"/>
                </a:lnTo>
                <a:lnTo>
                  <a:pt x="711478" y="6633784"/>
                </a:lnTo>
                <a:cubicBezTo>
                  <a:pt x="711478" y="6638795"/>
                  <a:pt x="706468" y="6648816"/>
                  <a:pt x="706468" y="6653826"/>
                </a:cubicBezTo>
                <a:cubicBezTo>
                  <a:pt x="701458" y="6673868"/>
                  <a:pt x="696447" y="6693910"/>
                  <a:pt x="691437" y="6713951"/>
                </a:cubicBezTo>
                <a:cubicBezTo>
                  <a:pt x="676406" y="6804139"/>
                  <a:pt x="686426" y="6889316"/>
                  <a:pt x="716489" y="6974492"/>
                </a:cubicBezTo>
                <a:cubicBezTo>
                  <a:pt x="716489" y="6974492"/>
                  <a:pt x="716489" y="6974492"/>
                  <a:pt x="716489" y="6974492"/>
                </a:cubicBezTo>
                <a:cubicBezTo>
                  <a:pt x="716489" y="6979503"/>
                  <a:pt x="721499" y="6989524"/>
                  <a:pt x="721499" y="6994534"/>
                </a:cubicBezTo>
                <a:cubicBezTo>
                  <a:pt x="726510" y="7004555"/>
                  <a:pt x="731520" y="7014576"/>
                  <a:pt x="731520" y="7024596"/>
                </a:cubicBezTo>
                <a:cubicBezTo>
                  <a:pt x="736530" y="7034617"/>
                  <a:pt x="741541" y="7049649"/>
                  <a:pt x="751562" y="7059669"/>
                </a:cubicBezTo>
                <a:cubicBezTo>
                  <a:pt x="756572" y="7064680"/>
                  <a:pt x="756572" y="7074701"/>
                  <a:pt x="761582" y="7079711"/>
                </a:cubicBezTo>
                <a:cubicBezTo>
                  <a:pt x="766593" y="7084721"/>
                  <a:pt x="766593" y="7089732"/>
                  <a:pt x="771603" y="7089732"/>
                </a:cubicBezTo>
                <a:cubicBezTo>
                  <a:pt x="786635" y="7109773"/>
                  <a:pt x="796655" y="7129815"/>
                  <a:pt x="811687" y="7144847"/>
                </a:cubicBezTo>
                <a:cubicBezTo>
                  <a:pt x="816697" y="7149857"/>
                  <a:pt x="821707" y="7159877"/>
                  <a:pt x="831728" y="7164888"/>
                </a:cubicBezTo>
                <a:cubicBezTo>
                  <a:pt x="836739" y="7169899"/>
                  <a:pt x="846759" y="7179920"/>
                  <a:pt x="851770" y="7184929"/>
                </a:cubicBezTo>
                <a:cubicBezTo>
                  <a:pt x="856780" y="7189940"/>
                  <a:pt x="856780" y="7189940"/>
                  <a:pt x="861791" y="7194951"/>
                </a:cubicBezTo>
                <a:cubicBezTo>
                  <a:pt x="866801" y="7199961"/>
                  <a:pt x="871812" y="7204972"/>
                  <a:pt x="876822" y="7209982"/>
                </a:cubicBezTo>
                <a:cubicBezTo>
                  <a:pt x="876822" y="7209982"/>
                  <a:pt x="876822" y="7209982"/>
                  <a:pt x="876822" y="7209982"/>
                </a:cubicBezTo>
                <a:cubicBezTo>
                  <a:pt x="881832" y="7214992"/>
                  <a:pt x="881832" y="7214992"/>
                  <a:pt x="886843" y="7220003"/>
                </a:cubicBezTo>
                <a:cubicBezTo>
                  <a:pt x="886843" y="7220003"/>
                  <a:pt x="886843" y="7220003"/>
                  <a:pt x="891853" y="7220003"/>
                </a:cubicBezTo>
                <a:cubicBezTo>
                  <a:pt x="896864" y="7225013"/>
                  <a:pt x="901874" y="7230024"/>
                  <a:pt x="911895" y="7235034"/>
                </a:cubicBezTo>
                <a:cubicBezTo>
                  <a:pt x="921916" y="7240044"/>
                  <a:pt x="931936" y="7245055"/>
                  <a:pt x="936947" y="7250065"/>
                </a:cubicBezTo>
                <a:cubicBezTo>
                  <a:pt x="936947" y="7250065"/>
                  <a:pt x="936947" y="7250065"/>
                  <a:pt x="936947" y="7250065"/>
                </a:cubicBezTo>
                <a:cubicBezTo>
                  <a:pt x="967009" y="7270107"/>
                  <a:pt x="1002082" y="7285138"/>
                  <a:pt x="1037155" y="7295159"/>
                </a:cubicBezTo>
                <a:lnTo>
                  <a:pt x="1513144" y="7450481"/>
                </a:lnTo>
                <a:lnTo>
                  <a:pt x="1683498" y="7505596"/>
                </a:lnTo>
                <a:cubicBezTo>
                  <a:pt x="1703540" y="7510606"/>
                  <a:pt x="1723582" y="7520628"/>
                  <a:pt x="1743623" y="7530648"/>
                </a:cubicBezTo>
                <a:cubicBezTo>
                  <a:pt x="1748634" y="7535658"/>
                  <a:pt x="1758654" y="7535658"/>
                  <a:pt x="1763665" y="7540669"/>
                </a:cubicBezTo>
                <a:cubicBezTo>
                  <a:pt x="1768675" y="7545680"/>
                  <a:pt x="1773686" y="7545680"/>
                  <a:pt x="1783706" y="7550690"/>
                </a:cubicBezTo>
                <a:cubicBezTo>
                  <a:pt x="1788717" y="7555700"/>
                  <a:pt x="1793727" y="7555700"/>
                  <a:pt x="1803748" y="7560710"/>
                </a:cubicBezTo>
                <a:cubicBezTo>
                  <a:pt x="1828800" y="7575742"/>
                  <a:pt x="1848842" y="7590773"/>
                  <a:pt x="1868883" y="7610814"/>
                </a:cubicBezTo>
                <a:cubicBezTo>
                  <a:pt x="1873894" y="7615825"/>
                  <a:pt x="1878904" y="7620836"/>
                  <a:pt x="1883915" y="7625846"/>
                </a:cubicBezTo>
                <a:cubicBezTo>
                  <a:pt x="1903956" y="7640877"/>
                  <a:pt x="1918987" y="7660919"/>
                  <a:pt x="1934019" y="7680961"/>
                </a:cubicBezTo>
                <a:cubicBezTo>
                  <a:pt x="1939029" y="7685971"/>
                  <a:pt x="1939029" y="7685971"/>
                  <a:pt x="1944039" y="7690981"/>
                </a:cubicBezTo>
                <a:cubicBezTo>
                  <a:pt x="1949050" y="7695992"/>
                  <a:pt x="1949050" y="7695992"/>
                  <a:pt x="1949050" y="7701002"/>
                </a:cubicBezTo>
                <a:cubicBezTo>
                  <a:pt x="1959071" y="7711023"/>
                  <a:pt x="1964081" y="7726054"/>
                  <a:pt x="1974102" y="7736075"/>
                </a:cubicBezTo>
                <a:cubicBezTo>
                  <a:pt x="1979112" y="7746096"/>
                  <a:pt x="1984123" y="7756117"/>
                  <a:pt x="1989133" y="7766137"/>
                </a:cubicBezTo>
                <a:cubicBezTo>
                  <a:pt x="1994144" y="7771148"/>
                  <a:pt x="1994144" y="7776158"/>
                  <a:pt x="1999154" y="7781169"/>
                </a:cubicBezTo>
                <a:cubicBezTo>
                  <a:pt x="1999154" y="7786179"/>
                  <a:pt x="2004164" y="7791190"/>
                  <a:pt x="2004164" y="7796200"/>
                </a:cubicBezTo>
                <a:cubicBezTo>
                  <a:pt x="2004164" y="7796200"/>
                  <a:pt x="2004164" y="7796200"/>
                  <a:pt x="2004164" y="7801210"/>
                </a:cubicBezTo>
                <a:cubicBezTo>
                  <a:pt x="2004164" y="7806221"/>
                  <a:pt x="2009175" y="7811231"/>
                  <a:pt x="2009175" y="7816242"/>
                </a:cubicBezTo>
                <a:cubicBezTo>
                  <a:pt x="2019196" y="7836283"/>
                  <a:pt x="2024206" y="7861335"/>
                  <a:pt x="2029217" y="7881377"/>
                </a:cubicBezTo>
                <a:cubicBezTo>
                  <a:pt x="2029217" y="7886387"/>
                  <a:pt x="2034227" y="7891398"/>
                  <a:pt x="2034227" y="7896408"/>
                </a:cubicBezTo>
                <a:cubicBezTo>
                  <a:pt x="2034227" y="7906429"/>
                  <a:pt x="2039237" y="7916450"/>
                  <a:pt x="2039237" y="7931481"/>
                </a:cubicBezTo>
                <a:cubicBezTo>
                  <a:pt x="2039237" y="7936491"/>
                  <a:pt x="2039237" y="7941502"/>
                  <a:pt x="2039237" y="7946513"/>
                </a:cubicBezTo>
                <a:cubicBezTo>
                  <a:pt x="2044248" y="8016658"/>
                  <a:pt x="2039237" y="8086803"/>
                  <a:pt x="2014185" y="8161960"/>
                </a:cubicBezTo>
                <a:lnTo>
                  <a:pt x="1813769" y="8773230"/>
                </a:lnTo>
                <a:lnTo>
                  <a:pt x="1302707" y="10371551"/>
                </a:lnTo>
                <a:lnTo>
                  <a:pt x="0" y="1037155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30F130-C0F4-4860-8024-85A8812B02E1}"/>
              </a:ext>
            </a:extLst>
          </p:cNvPr>
          <p:cNvSpPr txBox="1"/>
          <p:nvPr/>
        </p:nvSpPr>
        <p:spPr>
          <a:xfrm>
            <a:off x="5131376" y="4604844"/>
            <a:ext cx="8025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Roboto Light" panose="02000000000000000000" pitchFamily="2" charset="0"/>
              </a:rPr>
              <a:t>We’re a design studio focused on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Source Sans Pro Black" panose="020B0803030403020204" pitchFamily="34" charset="0"/>
              </a:rPr>
              <a:t>presentation templates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Roboto Light" panose="02000000000000000000" pitchFamily="2" charset="0"/>
              </a:rPr>
              <a:t>. We like to deliver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Source Sans Pro Black" panose="020B0803030403020204" pitchFamily="34" charset="0"/>
              </a:rPr>
              <a:t>clean and fresh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Roboto Light" panose="02000000000000000000" pitchFamily="2" charset="0"/>
              </a:rPr>
              <a:t>hand-crafted presentations 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ea typeface="Source Sans Pro Black" panose="020B0803030403020204" pitchFamily="34" charset="0"/>
              </a:rPr>
              <a:t>Enjoy!    </a:t>
            </a:r>
            <a:endParaRPr lang="uk-UA" sz="3600" dirty="0">
              <a:solidFill>
                <a:schemeClr val="tx2">
                  <a:lumMod val="75000"/>
                </a:schemeClr>
              </a:solidFill>
              <a:ea typeface="Source Sans Pro Black" panose="020B08030304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B22A51-6D28-4A4E-9080-13BB8577615D}"/>
              </a:ext>
            </a:extLst>
          </p:cNvPr>
          <p:cNvSpPr txBox="1"/>
          <p:nvPr/>
        </p:nvSpPr>
        <p:spPr>
          <a:xfrm>
            <a:off x="4542601" y="3465328"/>
            <a:ext cx="92027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6600">
                <a:gradFill>
                  <a:gsLst>
                    <a:gs pos="100000">
                      <a:schemeClr val="accent3"/>
                    </a:gs>
                    <a:gs pos="1000">
                      <a:schemeClr val="accent2"/>
                    </a:gs>
                  </a:gsLst>
                  <a:lin ang="6600000" scaled="0"/>
                </a:gradFill>
                <a:latin typeface="+mj-lt"/>
              </a:defRPr>
            </a:lvl1pPr>
          </a:lstStyle>
          <a:p>
            <a:r>
              <a:rPr lang="en-US" dirty="0">
                <a:gradFill>
                  <a:gsLst>
                    <a:gs pos="100000">
                      <a:schemeClr val="accent5"/>
                    </a:gs>
                    <a:gs pos="1000">
                      <a:schemeClr val="accent4"/>
                    </a:gs>
                  </a:gsLst>
                  <a:lin ang="18600000" scaled="0"/>
                </a:gradFill>
              </a:rPr>
              <a:t>DESIGN STUDIO</a:t>
            </a:r>
            <a:endParaRPr lang="ru-RU" dirty="0">
              <a:gradFill>
                <a:gsLst>
                  <a:gs pos="100000">
                    <a:schemeClr val="accent5"/>
                  </a:gs>
                  <a:gs pos="1000">
                    <a:schemeClr val="accent4"/>
                  </a:gs>
                </a:gsLst>
                <a:lin ang="18600000" scaled="0"/>
              </a:gra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FF68E06-49DB-48AF-A992-B69307C7084B}"/>
              </a:ext>
            </a:extLst>
          </p:cNvPr>
          <p:cNvGrpSpPr/>
          <p:nvPr/>
        </p:nvGrpSpPr>
        <p:grpSpPr>
          <a:xfrm>
            <a:off x="8669688" y="635862"/>
            <a:ext cx="948624" cy="917936"/>
            <a:chOff x="16326070" y="1104900"/>
            <a:chExt cx="1154972" cy="1117609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274664D-E859-4F48-8EFC-67880A5005AF}"/>
                </a:ext>
              </a:extLst>
            </p:cNvPr>
            <p:cNvSpPr/>
            <p:nvPr/>
          </p:nvSpPr>
          <p:spPr>
            <a:xfrm>
              <a:off x="16326070" y="2003287"/>
              <a:ext cx="774440" cy="219222"/>
            </a:xfrm>
            <a:custGeom>
              <a:avLst/>
              <a:gdLst>
                <a:gd name="connsiteX0" fmla="*/ 1465759 w 1465758"/>
                <a:gd name="connsiteY0" fmla="*/ 83180 h 414915"/>
                <a:gd name="connsiteX1" fmla="*/ 1395919 w 1465758"/>
                <a:gd name="connsiteY1" fmla="*/ 289207 h 414915"/>
                <a:gd name="connsiteX2" fmla="*/ 627683 w 1465758"/>
                <a:gd name="connsiteY2" fmla="*/ 338095 h 414915"/>
                <a:gd name="connsiteX3" fmla="*/ 0 w 1465758"/>
                <a:gd name="connsiteY3" fmla="*/ 291826 h 414915"/>
                <a:gd name="connsiteX4" fmla="*/ 686174 w 1465758"/>
                <a:gd name="connsiteY4" fmla="*/ 222859 h 414915"/>
                <a:gd name="connsiteX5" fmla="*/ 1131402 w 1465758"/>
                <a:gd name="connsiteY5" fmla="*/ 311905 h 414915"/>
                <a:gd name="connsiteX6" fmla="*/ 1378459 w 1465758"/>
                <a:gd name="connsiteY6" fmla="*/ 18578 h 414915"/>
                <a:gd name="connsiteX7" fmla="*/ 1465759 w 1465758"/>
                <a:gd name="connsiteY7" fmla="*/ 83180 h 41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65758" h="414915">
                  <a:moveTo>
                    <a:pt x="1465759" y="83180"/>
                  </a:moveTo>
                  <a:cubicBezTo>
                    <a:pt x="1456156" y="219367"/>
                    <a:pt x="1422109" y="264763"/>
                    <a:pt x="1395919" y="289207"/>
                  </a:cubicBezTo>
                  <a:cubicBezTo>
                    <a:pt x="1292033" y="384363"/>
                    <a:pt x="1102593" y="490869"/>
                    <a:pt x="627683" y="338095"/>
                  </a:cubicBezTo>
                  <a:cubicBezTo>
                    <a:pt x="290707" y="228970"/>
                    <a:pt x="148409" y="250795"/>
                    <a:pt x="0" y="291826"/>
                  </a:cubicBezTo>
                  <a:cubicBezTo>
                    <a:pt x="233090" y="55244"/>
                    <a:pt x="485385" y="153893"/>
                    <a:pt x="686174" y="222859"/>
                  </a:cubicBezTo>
                  <a:cubicBezTo>
                    <a:pt x="772601" y="252541"/>
                    <a:pt x="964660" y="335476"/>
                    <a:pt x="1131402" y="311905"/>
                  </a:cubicBezTo>
                  <a:cubicBezTo>
                    <a:pt x="1314731" y="286588"/>
                    <a:pt x="1464886" y="153020"/>
                    <a:pt x="1378459" y="18578"/>
                  </a:cubicBezTo>
                  <a:cubicBezTo>
                    <a:pt x="1347904" y="-30309"/>
                    <a:pt x="1443934" y="26435"/>
                    <a:pt x="1465759" y="83180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8BCDF88-1965-47EB-8894-63E55E5CFB07}"/>
                </a:ext>
              </a:extLst>
            </p:cNvPr>
            <p:cNvSpPr/>
            <p:nvPr/>
          </p:nvSpPr>
          <p:spPr>
            <a:xfrm>
              <a:off x="17223203" y="1752507"/>
              <a:ext cx="257839" cy="247219"/>
            </a:xfrm>
            <a:custGeom>
              <a:avLst/>
              <a:gdLst>
                <a:gd name="connsiteX0" fmla="*/ 57617 w 488003"/>
                <a:gd name="connsiteY0" fmla="*/ 467904 h 467904"/>
                <a:gd name="connsiteX1" fmla="*/ 0 w 488003"/>
                <a:gd name="connsiteY1" fmla="*/ 90770 h 467904"/>
                <a:gd name="connsiteX2" fmla="*/ 488004 w 488003"/>
                <a:gd name="connsiteY2" fmla="*/ 87278 h 467904"/>
                <a:gd name="connsiteX3" fmla="*/ 57617 w 488003"/>
                <a:gd name="connsiteY3" fmla="*/ 467904 h 46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003" h="467904">
                  <a:moveTo>
                    <a:pt x="57617" y="467904"/>
                  </a:moveTo>
                  <a:cubicBezTo>
                    <a:pt x="115235" y="333463"/>
                    <a:pt x="95156" y="197276"/>
                    <a:pt x="0" y="90770"/>
                  </a:cubicBezTo>
                  <a:cubicBezTo>
                    <a:pt x="108251" y="-10497"/>
                    <a:pt x="331738" y="-47163"/>
                    <a:pt x="488004" y="87278"/>
                  </a:cubicBezTo>
                  <a:cubicBezTo>
                    <a:pt x="273247" y="86405"/>
                    <a:pt x="244439" y="335209"/>
                    <a:pt x="57617" y="467904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BF8157-659D-42E2-BDF2-00930856450D}"/>
                </a:ext>
              </a:extLst>
            </p:cNvPr>
            <p:cNvSpPr/>
            <p:nvPr/>
          </p:nvSpPr>
          <p:spPr>
            <a:xfrm>
              <a:off x="16747443" y="1104900"/>
              <a:ext cx="494576" cy="958940"/>
            </a:xfrm>
            <a:custGeom>
              <a:avLst/>
              <a:gdLst>
                <a:gd name="connsiteX0" fmla="*/ 620224 w 936069"/>
                <a:gd name="connsiteY0" fmla="*/ 1111323 h 1814957"/>
                <a:gd name="connsiteX1" fmla="*/ 79840 w 936069"/>
                <a:gd name="connsiteY1" fmla="*/ 0 h 1814957"/>
                <a:gd name="connsiteX2" fmla="*/ 837600 w 936069"/>
                <a:gd name="connsiteY2" fmla="*/ 1814957 h 1814957"/>
                <a:gd name="connsiteX3" fmla="*/ 620224 w 936069"/>
                <a:gd name="connsiteY3" fmla="*/ 1111323 h 1814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6069" h="1814957">
                  <a:moveTo>
                    <a:pt x="620224" y="1111323"/>
                  </a:moveTo>
                  <a:cubicBezTo>
                    <a:pt x="311184" y="855535"/>
                    <a:pt x="-58093" y="625938"/>
                    <a:pt x="79840" y="0"/>
                  </a:cubicBezTo>
                  <a:cubicBezTo>
                    <a:pt x="-342690" y="1139259"/>
                    <a:pt x="1060214" y="1175052"/>
                    <a:pt x="837600" y="1814957"/>
                  </a:cubicBezTo>
                  <a:cubicBezTo>
                    <a:pt x="952835" y="1653453"/>
                    <a:pt x="1050611" y="1468378"/>
                    <a:pt x="620224" y="1111323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05211A4-97C5-440F-BB16-B1C6E79DC16F}"/>
                </a:ext>
              </a:extLst>
            </p:cNvPr>
            <p:cNvSpPr/>
            <p:nvPr/>
          </p:nvSpPr>
          <p:spPr>
            <a:xfrm>
              <a:off x="16812470" y="1711906"/>
              <a:ext cx="310422" cy="444184"/>
            </a:xfrm>
            <a:custGeom>
              <a:avLst/>
              <a:gdLst>
                <a:gd name="connsiteX0" fmla="*/ 1290 w 587526"/>
                <a:gd name="connsiteY0" fmla="*/ 0 h 840694"/>
                <a:gd name="connsiteX1" fmla="*/ 475326 w 587526"/>
                <a:gd name="connsiteY1" fmla="*/ 840694 h 840694"/>
                <a:gd name="connsiteX2" fmla="*/ 325171 w 587526"/>
                <a:gd name="connsiteY2" fmla="*/ 309913 h 840694"/>
                <a:gd name="connsiteX3" fmla="*/ 1290 w 587526"/>
                <a:gd name="connsiteY3" fmla="*/ 0 h 840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526" h="840694">
                  <a:moveTo>
                    <a:pt x="1290" y="0"/>
                  </a:moveTo>
                  <a:cubicBezTo>
                    <a:pt x="-34503" y="456576"/>
                    <a:pt x="688337" y="454830"/>
                    <a:pt x="475326" y="840694"/>
                  </a:cubicBezTo>
                  <a:cubicBezTo>
                    <a:pt x="603656" y="721094"/>
                    <a:pt x="694448" y="584034"/>
                    <a:pt x="325171" y="309913"/>
                  </a:cubicBezTo>
                  <a:cubicBezTo>
                    <a:pt x="242237" y="247931"/>
                    <a:pt x="73748" y="109124"/>
                    <a:pt x="1290" y="0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32D3EC1-0354-49EF-BC10-FAC30BE757F5}"/>
                </a:ext>
              </a:extLst>
            </p:cNvPr>
            <p:cNvSpPr/>
            <p:nvPr/>
          </p:nvSpPr>
          <p:spPr>
            <a:xfrm>
              <a:off x="16755388" y="1471594"/>
              <a:ext cx="422984" cy="642522"/>
            </a:xfrm>
            <a:custGeom>
              <a:avLst/>
              <a:gdLst>
                <a:gd name="connsiteX0" fmla="*/ 702963 w 800569"/>
                <a:gd name="connsiteY0" fmla="*/ 1216082 h 1216082"/>
                <a:gd name="connsiteX1" fmla="*/ 655822 w 800569"/>
                <a:gd name="connsiteY1" fmla="*/ 707999 h 1216082"/>
                <a:gd name="connsiteX2" fmla="*/ 655822 w 800569"/>
                <a:gd name="connsiteY2" fmla="*/ 707999 h 1216082"/>
                <a:gd name="connsiteX3" fmla="*/ 3694 w 800569"/>
                <a:gd name="connsiteY3" fmla="*/ 0 h 1216082"/>
                <a:gd name="connsiteX4" fmla="*/ 392177 w 800569"/>
                <a:gd name="connsiteY4" fmla="*/ 661730 h 1216082"/>
                <a:gd name="connsiteX5" fmla="*/ 702963 w 800569"/>
                <a:gd name="connsiteY5" fmla="*/ 1216082 h 121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569" h="1216082">
                  <a:moveTo>
                    <a:pt x="702963" y="1216082"/>
                  </a:moveTo>
                  <a:cubicBezTo>
                    <a:pt x="849627" y="1123545"/>
                    <a:pt x="828675" y="893074"/>
                    <a:pt x="655822" y="707999"/>
                  </a:cubicBezTo>
                  <a:cubicBezTo>
                    <a:pt x="655822" y="707999"/>
                    <a:pt x="655822" y="707999"/>
                    <a:pt x="655822" y="707999"/>
                  </a:cubicBezTo>
                  <a:cubicBezTo>
                    <a:pt x="450668" y="487131"/>
                    <a:pt x="65677" y="318643"/>
                    <a:pt x="3694" y="0"/>
                  </a:cubicBezTo>
                  <a:cubicBezTo>
                    <a:pt x="-32099" y="316897"/>
                    <a:pt x="199245" y="501972"/>
                    <a:pt x="392177" y="661730"/>
                  </a:cubicBezTo>
                  <a:cubicBezTo>
                    <a:pt x="574633" y="824107"/>
                    <a:pt x="856611" y="983866"/>
                    <a:pt x="702963" y="1216082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2F8E168-D414-450B-B463-0D283A55F658}"/>
                </a:ext>
              </a:extLst>
            </p:cNvPr>
            <p:cNvSpPr/>
            <p:nvPr/>
          </p:nvSpPr>
          <p:spPr>
            <a:xfrm>
              <a:off x="16447379" y="2001669"/>
              <a:ext cx="545660" cy="141507"/>
            </a:xfrm>
            <a:custGeom>
              <a:avLst/>
              <a:gdLst>
                <a:gd name="connsiteX0" fmla="*/ 1032753 w 1032753"/>
                <a:gd name="connsiteY0" fmla="*/ 225921 h 267826"/>
                <a:gd name="connsiteX1" fmla="*/ 0 w 1032753"/>
                <a:gd name="connsiteY1" fmla="*/ 122034 h 267826"/>
                <a:gd name="connsiteX2" fmla="*/ 658239 w 1032753"/>
                <a:gd name="connsiteY2" fmla="*/ 117669 h 267826"/>
                <a:gd name="connsiteX3" fmla="*/ 1032753 w 1032753"/>
                <a:gd name="connsiteY3" fmla="*/ 225921 h 267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2753" h="267826">
                  <a:moveTo>
                    <a:pt x="1032753" y="225921"/>
                  </a:moveTo>
                  <a:cubicBezTo>
                    <a:pt x="713237" y="397901"/>
                    <a:pt x="378880" y="-24629"/>
                    <a:pt x="0" y="122034"/>
                  </a:cubicBezTo>
                  <a:cubicBezTo>
                    <a:pt x="211265" y="-74390"/>
                    <a:pt x="412054" y="-1931"/>
                    <a:pt x="658239" y="117669"/>
                  </a:cubicBezTo>
                  <a:cubicBezTo>
                    <a:pt x="805774" y="189255"/>
                    <a:pt x="890455" y="232032"/>
                    <a:pt x="1032753" y="225921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F7514E3-6F19-43A3-AD0F-4199262F0513}"/>
                </a:ext>
              </a:extLst>
            </p:cNvPr>
            <p:cNvSpPr/>
            <p:nvPr/>
          </p:nvSpPr>
          <p:spPr>
            <a:xfrm>
              <a:off x="16589444" y="1940278"/>
              <a:ext cx="448336" cy="154346"/>
            </a:xfrm>
            <a:custGeom>
              <a:avLst/>
              <a:gdLst>
                <a:gd name="connsiteX0" fmla="*/ 848551 w 848551"/>
                <a:gd name="connsiteY0" fmla="*/ 264417 h 292126"/>
                <a:gd name="connsiteX1" fmla="*/ 0 w 848551"/>
                <a:gd name="connsiteY1" fmla="*/ 78469 h 292126"/>
                <a:gd name="connsiteX2" fmla="*/ 513321 w 848551"/>
                <a:gd name="connsiteY2" fmla="*/ 125611 h 292126"/>
                <a:gd name="connsiteX3" fmla="*/ 848551 w 848551"/>
                <a:gd name="connsiteY3" fmla="*/ 264417 h 29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8551" h="292126">
                  <a:moveTo>
                    <a:pt x="848551" y="264417"/>
                  </a:moveTo>
                  <a:cubicBezTo>
                    <a:pt x="579669" y="396240"/>
                    <a:pt x="370150" y="11249"/>
                    <a:pt x="0" y="78469"/>
                  </a:cubicBezTo>
                  <a:cubicBezTo>
                    <a:pt x="179837" y="-81289"/>
                    <a:pt x="366658" y="38312"/>
                    <a:pt x="513321" y="125611"/>
                  </a:cubicBezTo>
                  <a:cubicBezTo>
                    <a:pt x="635540" y="198070"/>
                    <a:pt x="721967" y="272274"/>
                    <a:pt x="848551" y="264417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B8DE04C-2FD1-481A-BB41-8353DC993CDF}"/>
              </a:ext>
            </a:extLst>
          </p:cNvPr>
          <p:cNvSpPr txBox="1"/>
          <p:nvPr/>
        </p:nvSpPr>
        <p:spPr>
          <a:xfrm flipH="1">
            <a:off x="8078864" y="1589901"/>
            <a:ext cx="2130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3"/>
                </a:solidFill>
                <a:latin typeface="+mj-lt"/>
              </a:rPr>
              <a:t>YOUR LOGO</a:t>
            </a:r>
          </a:p>
        </p:txBody>
      </p:sp>
      <p:sp>
        <p:nvSpPr>
          <p:cNvPr id="55" name="Freeform 269">
            <a:extLst>
              <a:ext uri="{FF2B5EF4-FFF2-40B4-BE49-F238E27FC236}">
                <a16:creationId xmlns:a16="http://schemas.microsoft.com/office/drawing/2014/main" id="{1F2561B3-5727-46E6-967E-1BEDF5F0F459}"/>
              </a:ext>
            </a:extLst>
          </p:cNvPr>
          <p:cNvSpPr>
            <a:spLocks noEditPoints="1"/>
          </p:cNvSpPr>
          <p:nvPr/>
        </p:nvSpPr>
        <p:spPr bwMode="auto">
          <a:xfrm>
            <a:off x="4896531" y="902970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B0C891-AF78-4A99-AE1A-8910E45F3C97}"/>
              </a:ext>
            </a:extLst>
          </p:cNvPr>
          <p:cNvSpPr txBox="1"/>
          <p:nvPr/>
        </p:nvSpPr>
        <p:spPr>
          <a:xfrm>
            <a:off x="5570831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inname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3" name="Freeform 263">
            <a:extLst>
              <a:ext uri="{FF2B5EF4-FFF2-40B4-BE49-F238E27FC236}">
                <a16:creationId xmlns:a16="http://schemas.microsoft.com/office/drawing/2014/main" id="{AEA0577B-44C3-46A9-9910-08B23954B854}"/>
              </a:ext>
            </a:extLst>
          </p:cNvPr>
          <p:cNvSpPr>
            <a:spLocks noEditPoints="1"/>
          </p:cNvSpPr>
          <p:nvPr/>
        </p:nvSpPr>
        <p:spPr bwMode="auto">
          <a:xfrm>
            <a:off x="7876208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58F664-02BF-4FBE-AD51-0C5BBE98348C}"/>
              </a:ext>
            </a:extLst>
          </p:cNvPr>
          <p:cNvSpPr txBox="1"/>
          <p:nvPr/>
        </p:nvSpPr>
        <p:spPr>
          <a:xfrm>
            <a:off x="8561989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twname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1" name="Freeform 264">
            <a:extLst>
              <a:ext uri="{FF2B5EF4-FFF2-40B4-BE49-F238E27FC236}">
                <a16:creationId xmlns:a16="http://schemas.microsoft.com/office/drawing/2014/main" id="{416068C6-358B-463A-A5AB-A23D67CD552A}"/>
              </a:ext>
            </a:extLst>
          </p:cNvPr>
          <p:cNvSpPr>
            <a:spLocks noEditPoints="1"/>
          </p:cNvSpPr>
          <p:nvPr/>
        </p:nvSpPr>
        <p:spPr bwMode="auto">
          <a:xfrm>
            <a:off x="10867365" y="9029700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7CD25E-FCEC-4BE2-BBE2-D01B85208DA1}"/>
              </a:ext>
            </a:extLst>
          </p:cNvPr>
          <p:cNvSpPr txBox="1"/>
          <p:nvPr/>
        </p:nvSpPr>
        <p:spPr>
          <a:xfrm>
            <a:off x="11553147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fbpage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C3669B7-74AC-48B6-902D-4DC1C6CC2EF9}"/>
              </a:ext>
            </a:extLst>
          </p:cNvPr>
          <p:cNvSpPr/>
          <p:nvPr/>
        </p:nvSpPr>
        <p:spPr>
          <a:xfrm>
            <a:off x="14411321" y="556591"/>
            <a:ext cx="2619378" cy="4904960"/>
          </a:xfrm>
          <a:custGeom>
            <a:avLst/>
            <a:gdLst>
              <a:gd name="connsiteX0" fmla="*/ 840274 w 2619378"/>
              <a:gd name="connsiteY0" fmla="*/ 4636605 h 4904960"/>
              <a:gd name="connsiteX1" fmla="*/ 566948 w 2619378"/>
              <a:gd name="connsiteY1" fmla="*/ 4547152 h 4904960"/>
              <a:gd name="connsiteX2" fmla="*/ 40174 w 2619378"/>
              <a:gd name="connsiteY2" fmla="*/ 3513483 h 4904960"/>
              <a:gd name="connsiteX3" fmla="*/ 1426683 w 2619378"/>
              <a:gd name="connsiteY3" fmla="*/ 377687 h 4904960"/>
              <a:gd name="connsiteX4" fmla="*/ 2077696 w 2619378"/>
              <a:gd name="connsiteY4" fmla="*/ 0 h 4904960"/>
              <a:gd name="connsiteX5" fmla="*/ 1615526 w 2619378"/>
              <a:gd name="connsiteY5" fmla="*/ 1421296 h 4904960"/>
              <a:gd name="connsiteX6" fmla="*/ 1441591 w 2619378"/>
              <a:gd name="connsiteY6" fmla="*/ 1962978 h 4904960"/>
              <a:gd name="connsiteX7" fmla="*/ 1421713 w 2619378"/>
              <a:gd name="connsiteY7" fmla="*/ 2151822 h 4904960"/>
              <a:gd name="connsiteX8" fmla="*/ 1421713 w 2619378"/>
              <a:gd name="connsiteY8" fmla="*/ 2166731 h 4904960"/>
              <a:gd name="connsiteX9" fmla="*/ 1426683 w 2619378"/>
              <a:gd name="connsiteY9" fmla="*/ 2196548 h 4904960"/>
              <a:gd name="connsiteX10" fmla="*/ 1431652 w 2619378"/>
              <a:gd name="connsiteY10" fmla="*/ 2211457 h 4904960"/>
              <a:gd name="connsiteX11" fmla="*/ 1451530 w 2619378"/>
              <a:gd name="connsiteY11" fmla="*/ 2271092 h 4904960"/>
              <a:gd name="connsiteX12" fmla="*/ 1456500 w 2619378"/>
              <a:gd name="connsiteY12" fmla="*/ 2286000 h 4904960"/>
              <a:gd name="connsiteX13" fmla="*/ 1456500 w 2619378"/>
              <a:gd name="connsiteY13" fmla="*/ 2290970 h 4904960"/>
              <a:gd name="connsiteX14" fmla="*/ 1461470 w 2619378"/>
              <a:gd name="connsiteY14" fmla="*/ 2300909 h 4904960"/>
              <a:gd name="connsiteX15" fmla="*/ 1466439 w 2619378"/>
              <a:gd name="connsiteY15" fmla="*/ 2315817 h 4904960"/>
              <a:gd name="connsiteX16" fmla="*/ 1481348 w 2619378"/>
              <a:gd name="connsiteY16" fmla="*/ 2340665 h 4904960"/>
              <a:gd name="connsiteX17" fmla="*/ 1501226 w 2619378"/>
              <a:gd name="connsiteY17" fmla="*/ 2370483 h 4904960"/>
              <a:gd name="connsiteX18" fmla="*/ 1506196 w 2619378"/>
              <a:gd name="connsiteY18" fmla="*/ 2380422 h 4904960"/>
              <a:gd name="connsiteX19" fmla="*/ 1516135 w 2619378"/>
              <a:gd name="connsiteY19" fmla="*/ 2390361 h 4904960"/>
              <a:gd name="connsiteX20" fmla="*/ 1560861 w 2619378"/>
              <a:gd name="connsiteY20" fmla="*/ 2440057 h 4904960"/>
              <a:gd name="connsiteX21" fmla="*/ 1575770 w 2619378"/>
              <a:gd name="connsiteY21" fmla="*/ 2449996 h 4904960"/>
              <a:gd name="connsiteX22" fmla="*/ 1635404 w 2619378"/>
              <a:gd name="connsiteY22" fmla="*/ 2494722 h 4904960"/>
              <a:gd name="connsiteX23" fmla="*/ 1650313 w 2619378"/>
              <a:gd name="connsiteY23" fmla="*/ 2504661 h 4904960"/>
              <a:gd name="connsiteX24" fmla="*/ 1665222 w 2619378"/>
              <a:gd name="connsiteY24" fmla="*/ 2514600 h 4904960"/>
              <a:gd name="connsiteX25" fmla="*/ 1680130 w 2619378"/>
              <a:gd name="connsiteY25" fmla="*/ 2524539 h 4904960"/>
              <a:gd name="connsiteX26" fmla="*/ 1734796 w 2619378"/>
              <a:gd name="connsiteY26" fmla="*/ 2544418 h 4904960"/>
              <a:gd name="connsiteX27" fmla="*/ 1888852 w 2619378"/>
              <a:gd name="connsiteY27" fmla="*/ 2594113 h 4904960"/>
              <a:gd name="connsiteX28" fmla="*/ 2311265 w 2619378"/>
              <a:gd name="connsiteY28" fmla="*/ 2733261 h 4904960"/>
              <a:gd name="connsiteX29" fmla="*/ 2400717 w 2619378"/>
              <a:gd name="connsiteY29" fmla="*/ 2773018 h 4904960"/>
              <a:gd name="connsiteX30" fmla="*/ 2400717 w 2619378"/>
              <a:gd name="connsiteY30" fmla="*/ 2773018 h 4904960"/>
              <a:gd name="connsiteX31" fmla="*/ 2425565 w 2619378"/>
              <a:gd name="connsiteY31" fmla="*/ 2787926 h 4904960"/>
              <a:gd name="connsiteX32" fmla="*/ 2440474 w 2619378"/>
              <a:gd name="connsiteY32" fmla="*/ 2797865 h 4904960"/>
              <a:gd name="connsiteX33" fmla="*/ 2445444 w 2619378"/>
              <a:gd name="connsiteY33" fmla="*/ 2797865 h 4904960"/>
              <a:gd name="connsiteX34" fmla="*/ 2455383 w 2619378"/>
              <a:gd name="connsiteY34" fmla="*/ 2807804 h 4904960"/>
              <a:gd name="connsiteX35" fmla="*/ 2455383 w 2619378"/>
              <a:gd name="connsiteY35" fmla="*/ 2807804 h 4904960"/>
              <a:gd name="connsiteX36" fmla="*/ 2470291 w 2619378"/>
              <a:gd name="connsiteY36" fmla="*/ 2817744 h 4904960"/>
              <a:gd name="connsiteX37" fmla="*/ 2480231 w 2619378"/>
              <a:gd name="connsiteY37" fmla="*/ 2822713 h 4904960"/>
              <a:gd name="connsiteX38" fmla="*/ 2500109 w 2619378"/>
              <a:gd name="connsiteY38" fmla="*/ 2842592 h 4904960"/>
              <a:gd name="connsiteX39" fmla="*/ 2515017 w 2619378"/>
              <a:gd name="connsiteY39" fmla="*/ 2862470 h 4904960"/>
              <a:gd name="connsiteX40" fmla="*/ 2549804 w 2619378"/>
              <a:gd name="connsiteY40" fmla="*/ 2912166 h 4904960"/>
              <a:gd name="connsiteX41" fmla="*/ 2554774 w 2619378"/>
              <a:gd name="connsiteY41" fmla="*/ 2922104 h 4904960"/>
              <a:gd name="connsiteX42" fmla="*/ 2564713 w 2619378"/>
              <a:gd name="connsiteY42" fmla="*/ 2937013 h 4904960"/>
              <a:gd name="connsiteX43" fmla="*/ 2579622 w 2619378"/>
              <a:gd name="connsiteY43" fmla="*/ 2966831 h 4904960"/>
              <a:gd name="connsiteX44" fmla="*/ 2589561 w 2619378"/>
              <a:gd name="connsiteY44" fmla="*/ 2991678 h 4904960"/>
              <a:gd name="connsiteX45" fmla="*/ 2594531 w 2619378"/>
              <a:gd name="connsiteY45" fmla="*/ 2991678 h 4904960"/>
              <a:gd name="connsiteX46" fmla="*/ 2594531 w 2619378"/>
              <a:gd name="connsiteY46" fmla="*/ 3006587 h 4904960"/>
              <a:gd name="connsiteX47" fmla="*/ 2594531 w 2619378"/>
              <a:gd name="connsiteY47" fmla="*/ 3006587 h 4904960"/>
              <a:gd name="connsiteX48" fmla="*/ 2609439 w 2619378"/>
              <a:gd name="connsiteY48" fmla="*/ 3016526 h 4904960"/>
              <a:gd name="connsiteX49" fmla="*/ 2609439 w 2619378"/>
              <a:gd name="connsiteY49" fmla="*/ 3016526 h 4904960"/>
              <a:gd name="connsiteX50" fmla="*/ 2609439 w 2619378"/>
              <a:gd name="connsiteY50" fmla="*/ 3041374 h 4904960"/>
              <a:gd name="connsiteX51" fmla="*/ 2609439 w 2619378"/>
              <a:gd name="connsiteY51" fmla="*/ 3046344 h 4904960"/>
              <a:gd name="connsiteX52" fmla="*/ 2614409 w 2619378"/>
              <a:gd name="connsiteY52" fmla="*/ 3071191 h 4904960"/>
              <a:gd name="connsiteX53" fmla="*/ 2619378 w 2619378"/>
              <a:gd name="connsiteY53" fmla="*/ 3105978 h 4904960"/>
              <a:gd name="connsiteX54" fmla="*/ 2619378 w 2619378"/>
              <a:gd name="connsiteY54" fmla="*/ 3135796 h 4904960"/>
              <a:gd name="connsiteX55" fmla="*/ 2619378 w 2619378"/>
              <a:gd name="connsiteY55" fmla="*/ 3165613 h 4904960"/>
              <a:gd name="connsiteX56" fmla="*/ 2614409 w 2619378"/>
              <a:gd name="connsiteY56" fmla="*/ 3235187 h 4904960"/>
              <a:gd name="connsiteX57" fmla="*/ 2604470 w 2619378"/>
              <a:gd name="connsiteY57" fmla="*/ 3289852 h 4904960"/>
              <a:gd name="connsiteX58" fmla="*/ 2599500 w 2619378"/>
              <a:gd name="connsiteY58" fmla="*/ 3309731 h 4904960"/>
              <a:gd name="connsiteX59" fmla="*/ 2385809 w 2619378"/>
              <a:gd name="connsiteY59" fmla="*/ 3975652 h 4904960"/>
              <a:gd name="connsiteX60" fmla="*/ 2147270 w 2619378"/>
              <a:gd name="connsiteY60" fmla="*/ 4904961 h 4904960"/>
              <a:gd name="connsiteX61" fmla="*/ 840274 w 2619378"/>
              <a:gd name="connsiteY61" fmla="*/ 4636605 h 490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619378" h="4904960">
                <a:moveTo>
                  <a:pt x="840274" y="4636605"/>
                </a:moveTo>
                <a:lnTo>
                  <a:pt x="566948" y="4547152"/>
                </a:lnTo>
                <a:cubicBezTo>
                  <a:pt x="134596" y="4408005"/>
                  <a:pt x="-98974" y="3945835"/>
                  <a:pt x="40174" y="3513483"/>
                </a:cubicBezTo>
                <a:lnTo>
                  <a:pt x="1426683" y="377687"/>
                </a:lnTo>
                <a:lnTo>
                  <a:pt x="2077696" y="0"/>
                </a:lnTo>
                <a:lnTo>
                  <a:pt x="1615526" y="1421296"/>
                </a:lnTo>
                <a:lnTo>
                  <a:pt x="1441591" y="1962978"/>
                </a:lnTo>
                <a:cubicBezTo>
                  <a:pt x="1421713" y="2027583"/>
                  <a:pt x="1416743" y="2092187"/>
                  <a:pt x="1421713" y="2151822"/>
                </a:cubicBezTo>
                <a:cubicBezTo>
                  <a:pt x="1421713" y="2156791"/>
                  <a:pt x="1421713" y="2161761"/>
                  <a:pt x="1421713" y="2166731"/>
                </a:cubicBezTo>
                <a:cubicBezTo>
                  <a:pt x="1421713" y="2176670"/>
                  <a:pt x="1426683" y="2186609"/>
                  <a:pt x="1426683" y="2196548"/>
                </a:cubicBezTo>
                <a:cubicBezTo>
                  <a:pt x="1426683" y="2201518"/>
                  <a:pt x="1426683" y="2206487"/>
                  <a:pt x="1431652" y="2211457"/>
                </a:cubicBezTo>
                <a:cubicBezTo>
                  <a:pt x="1436622" y="2231335"/>
                  <a:pt x="1441591" y="2251213"/>
                  <a:pt x="1451530" y="2271092"/>
                </a:cubicBezTo>
                <a:cubicBezTo>
                  <a:pt x="1451530" y="2276061"/>
                  <a:pt x="1456500" y="2281030"/>
                  <a:pt x="1456500" y="2286000"/>
                </a:cubicBezTo>
                <a:cubicBezTo>
                  <a:pt x="1456500" y="2286000"/>
                  <a:pt x="1456500" y="2286000"/>
                  <a:pt x="1456500" y="2290970"/>
                </a:cubicBezTo>
                <a:cubicBezTo>
                  <a:pt x="1456500" y="2295939"/>
                  <a:pt x="1461470" y="2300909"/>
                  <a:pt x="1461470" y="2300909"/>
                </a:cubicBezTo>
                <a:cubicBezTo>
                  <a:pt x="1461470" y="2305878"/>
                  <a:pt x="1466439" y="2310848"/>
                  <a:pt x="1466439" y="2315817"/>
                </a:cubicBezTo>
                <a:cubicBezTo>
                  <a:pt x="1471409" y="2325757"/>
                  <a:pt x="1476378" y="2335696"/>
                  <a:pt x="1481348" y="2340665"/>
                </a:cubicBezTo>
                <a:cubicBezTo>
                  <a:pt x="1486317" y="2350604"/>
                  <a:pt x="1496257" y="2360544"/>
                  <a:pt x="1501226" y="2370483"/>
                </a:cubicBezTo>
                <a:cubicBezTo>
                  <a:pt x="1501226" y="2375452"/>
                  <a:pt x="1506196" y="2375452"/>
                  <a:pt x="1506196" y="2380422"/>
                </a:cubicBezTo>
                <a:cubicBezTo>
                  <a:pt x="1506196" y="2385391"/>
                  <a:pt x="1511165" y="2385391"/>
                  <a:pt x="1516135" y="2390361"/>
                </a:cubicBezTo>
                <a:cubicBezTo>
                  <a:pt x="1531043" y="2405270"/>
                  <a:pt x="1545952" y="2425148"/>
                  <a:pt x="1560861" y="2440057"/>
                </a:cubicBezTo>
                <a:cubicBezTo>
                  <a:pt x="1565830" y="2445026"/>
                  <a:pt x="1570800" y="2449996"/>
                  <a:pt x="1575770" y="2449996"/>
                </a:cubicBezTo>
                <a:cubicBezTo>
                  <a:pt x="1595648" y="2464904"/>
                  <a:pt x="1615526" y="2479813"/>
                  <a:pt x="1635404" y="2494722"/>
                </a:cubicBezTo>
                <a:cubicBezTo>
                  <a:pt x="1640374" y="2499691"/>
                  <a:pt x="1645343" y="2499691"/>
                  <a:pt x="1650313" y="2504661"/>
                </a:cubicBezTo>
                <a:cubicBezTo>
                  <a:pt x="1655283" y="2509631"/>
                  <a:pt x="1660252" y="2509631"/>
                  <a:pt x="1665222" y="2514600"/>
                </a:cubicBezTo>
                <a:cubicBezTo>
                  <a:pt x="1670191" y="2519570"/>
                  <a:pt x="1675161" y="2519570"/>
                  <a:pt x="1680130" y="2524539"/>
                </a:cubicBezTo>
                <a:cubicBezTo>
                  <a:pt x="1695039" y="2534478"/>
                  <a:pt x="1714917" y="2539448"/>
                  <a:pt x="1734796" y="2544418"/>
                </a:cubicBezTo>
                <a:lnTo>
                  <a:pt x="1888852" y="2594113"/>
                </a:lnTo>
                <a:lnTo>
                  <a:pt x="2311265" y="2733261"/>
                </a:lnTo>
                <a:cubicBezTo>
                  <a:pt x="2341083" y="2743200"/>
                  <a:pt x="2370900" y="2758109"/>
                  <a:pt x="2400717" y="2773018"/>
                </a:cubicBezTo>
                <a:cubicBezTo>
                  <a:pt x="2400717" y="2773018"/>
                  <a:pt x="2400717" y="2773018"/>
                  <a:pt x="2400717" y="2773018"/>
                </a:cubicBezTo>
                <a:cubicBezTo>
                  <a:pt x="2410657" y="2777987"/>
                  <a:pt x="2415626" y="2782957"/>
                  <a:pt x="2425565" y="2787926"/>
                </a:cubicBezTo>
                <a:cubicBezTo>
                  <a:pt x="2430535" y="2792896"/>
                  <a:pt x="2435504" y="2797865"/>
                  <a:pt x="2440474" y="2797865"/>
                </a:cubicBezTo>
                <a:cubicBezTo>
                  <a:pt x="2440474" y="2797865"/>
                  <a:pt x="2440474" y="2797865"/>
                  <a:pt x="2445444" y="2797865"/>
                </a:cubicBezTo>
                <a:cubicBezTo>
                  <a:pt x="2450413" y="2797865"/>
                  <a:pt x="2450413" y="2802835"/>
                  <a:pt x="2455383" y="2807804"/>
                </a:cubicBezTo>
                <a:cubicBezTo>
                  <a:pt x="2455383" y="2807804"/>
                  <a:pt x="2455383" y="2807804"/>
                  <a:pt x="2455383" y="2807804"/>
                </a:cubicBezTo>
                <a:cubicBezTo>
                  <a:pt x="2460352" y="2812774"/>
                  <a:pt x="2465322" y="2817744"/>
                  <a:pt x="2470291" y="2817744"/>
                </a:cubicBezTo>
                <a:cubicBezTo>
                  <a:pt x="2475261" y="2817744"/>
                  <a:pt x="2475261" y="2822713"/>
                  <a:pt x="2480231" y="2822713"/>
                </a:cubicBezTo>
                <a:cubicBezTo>
                  <a:pt x="2485200" y="2827683"/>
                  <a:pt x="2490170" y="2832652"/>
                  <a:pt x="2500109" y="2842592"/>
                </a:cubicBezTo>
                <a:cubicBezTo>
                  <a:pt x="2505078" y="2847561"/>
                  <a:pt x="2510048" y="2852530"/>
                  <a:pt x="2515017" y="2862470"/>
                </a:cubicBezTo>
                <a:cubicBezTo>
                  <a:pt x="2529926" y="2877378"/>
                  <a:pt x="2539865" y="2892287"/>
                  <a:pt x="2549804" y="2912166"/>
                </a:cubicBezTo>
                <a:cubicBezTo>
                  <a:pt x="2554774" y="2917135"/>
                  <a:pt x="2554774" y="2917135"/>
                  <a:pt x="2554774" y="2922104"/>
                </a:cubicBezTo>
                <a:cubicBezTo>
                  <a:pt x="2559744" y="2927074"/>
                  <a:pt x="2559744" y="2932043"/>
                  <a:pt x="2564713" y="2937013"/>
                </a:cubicBezTo>
                <a:cubicBezTo>
                  <a:pt x="2569683" y="2946952"/>
                  <a:pt x="2574652" y="2956891"/>
                  <a:pt x="2579622" y="2966831"/>
                </a:cubicBezTo>
                <a:cubicBezTo>
                  <a:pt x="2584591" y="2976770"/>
                  <a:pt x="2589561" y="2981739"/>
                  <a:pt x="2589561" y="2991678"/>
                </a:cubicBezTo>
                <a:cubicBezTo>
                  <a:pt x="2589561" y="2991678"/>
                  <a:pt x="2594531" y="2991678"/>
                  <a:pt x="2594531" y="2991678"/>
                </a:cubicBezTo>
                <a:cubicBezTo>
                  <a:pt x="2594531" y="2996648"/>
                  <a:pt x="2594531" y="3001617"/>
                  <a:pt x="2594531" y="3006587"/>
                </a:cubicBezTo>
                <a:cubicBezTo>
                  <a:pt x="2594531" y="3006587"/>
                  <a:pt x="2594531" y="3006587"/>
                  <a:pt x="2594531" y="3006587"/>
                </a:cubicBezTo>
                <a:cubicBezTo>
                  <a:pt x="2594531" y="3011557"/>
                  <a:pt x="2609439" y="3011557"/>
                  <a:pt x="2609439" y="3016526"/>
                </a:cubicBezTo>
                <a:lnTo>
                  <a:pt x="2609439" y="3016526"/>
                </a:lnTo>
                <a:cubicBezTo>
                  <a:pt x="2609439" y="3026465"/>
                  <a:pt x="2609439" y="3031435"/>
                  <a:pt x="2609439" y="3041374"/>
                </a:cubicBezTo>
                <a:cubicBezTo>
                  <a:pt x="2609439" y="3041374"/>
                  <a:pt x="2609439" y="3046344"/>
                  <a:pt x="2609439" y="3046344"/>
                </a:cubicBezTo>
                <a:cubicBezTo>
                  <a:pt x="2609439" y="3056283"/>
                  <a:pt x="2614409" y="3061252"/>
                  <a:pt x="2614409" y="3071191"/>
                </a:cubicBezTo>
                <a:cubicBezTo>
                  <a:pt x="2614409" y="3081130"/>
                  <a:pt x="2619378" y="3096039"/>
                  <a:pt x="2619378" y="3105978"/>
                </a:cubicBezTo>
                <a:cubicBezTo>
                  <a:pt x="2619378" y="3115918"/>
                  <a:pt x="2619378" y="3125857"/>
                  <a:pt x="2619378" y="3135796"/>
                </a:cubicBezTo>
                <a:cubicBezTo>
                  <a:pt x="2619378" y="3145735"/>
                  <a:pt x="2619378" y="3155674"/>
                  <a:pt x="2619378" y="3165613"/>
                </a:cubicBezTo>
                <a:cubicBezTo>
                  <a:pt x="2619378" y="3190461"/>
                  <a:pt x="2619378" y="3215309"/>
                  <a:pt x="2614409" y="3235187"/>
                </a:cubicBezTo>
                <a:cubicBezTo>
                  <a:pt x="2609439" y="3255065"/>
                  <a:pt x="2609439" y="3269974"/>
                  <a:pt x="2604470" y="3289852"/>
                </a:cubicBezTo>
                <a:cubicBezTo>
                  <a:pt x="2604470" y="3294822"/>
                  <a:pt x="2599500" y="3299791"/>
                  <a:pt x="2599500" y="3309731"/>
                </a:cubicBezTo>
                <a:lnTo>
                  <a:pt x="2385809" y="3975652"/>
                </a:lnTo>
                <a:lnTo>
                  <a:pt x="2147270" y="4904961"/>
                </a:lnTo>
                <a:lnTo>
                  <a:pt x="840274" y="4636605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CF0681BD-3DED-4542-9C0F-34FED765A655}"/>
              </a:ext>
            </a:extLst>
          </p:cNvPr>
          <p:cNvSpPr/>
          <p:nvPr/>
        </p:nvSpPr>
        <p:spPr>
          <a:xfrm>
            <a:off x="15281412" y="0"/>
            <a:ext cx="904460" cy="1625047"/>
          </a:xfrm>
          <a:custGeom>
            <a:avLst/>
            <a:gdLst>
              <a:gd name="connsiteX0" fmla="*/ 203752 w 904460"/>
              <a:gd name="connsiteY0" fmla="*/ 1625048 h 1625047"/>
              <a:gd name="connsiteX1" fmla="*/ 223630 w 904460"/>
              <a:gd name="connsiteY1" fmla="*/ 1510748 h 1625047"/>
              <a:gd name="connsiteX2" fmla="*/ 0 w 904460"/>
              <a:gd name="connsiteY2" fmla="*/ 0 h 1625047"/>
              <a:gd name="connsiteX3" fmla="*/ 904461 w 904460"/>
              <a:gd name="connsiteY3" fmla="*/ 0 h 1625047"/>
              <a:gd name="connsiteX4" fmla="*/ 854765 w 904460"/>
              <a:gd name="connsiteY4" fmla="*/ 109330 h 162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4460" h="1625047">
                <a:moveTo>
                  <a:pt x="203752" y="1625048"/>
                </a:moveTo>
                <a:lnTo>
                  <a:pt x="223630" y="1510748"/>
                </a:lnTo>
                <a:lnTo>
                  <a:pt x="0" y="0"/>
                </a:lnTo>
                <a:lnTo>
                  <a:pt x="904461" y="0"/>
                </a:lnTo>
                <a:lnTo>
                  <a:pt x="854765" y="109330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730F4CF1-6B6A-4436-932C-FAC82BBA3C58}"/>
              </a:ext>
            </a:extLst>
          </p:cNvPr>
          <p:cNvSpPr/>
          <p:nvPr/>
        </p:nvSpPr>
        <p:spPr>
          <a:xfrm>
            <a:off x="15013056" y="7673008"/>
            <a:ext cx="1679713" cy="2613991"/>
          </a:xfrm>
          <a:custGeom>
            <a:avLst/>
            <a:gdLst>
              <a:gd name="connsiteX0" fmla="*/ 829917 w 1679713"/>
              <a:gd name="connsiteY0" fmla="*/ 2613992 h 2613991"/>
              <a:gd name="connsiteX1" fmla="*/ 1679713 w 1679713"/>
              <a:gd name="connsiteY1" fmla="*/ 0 h 2613991"/>
              <a:gd name="connsiteX2" fmla="*/ 0 w 1679713"/>
              <a:gd name="connsiteY2" fmla="*/ 2613992 h 261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79713" h="2613991">
                <a:moveTo>
                  <a:pt x="829917" y="2613992"/>
                </a:moveTo>
                <a:lnTo>
                  <a:pt x="1679713" y="0"/>
                </a:lnTo>
                <a:lnTo>
                  <a:pt x="0" y="2613992"/>
                </a:lnTo>
                <a:close/>
              </a:path>
            </a:pathLst>
          </a:custGeom>
          <a:solidFill>
            <a:schemeClr val="bg2"/>
          </a:solidFill>
          <a:ln w="495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F973B64-B1C7-4878-8DB9-7405A3DC2702}"/>
              </a:ext>
            </a:extLst>
          </p:cNvPr>
          <p:cNvSpPr/>
          <p:nvPr/>
        </p:nvSpPr>
        <p:spPr>
          <a:xfrm>
            <a:off x="14710167" y="0"/>
            <a:ext cx="2926818" cy="5754756"/>
          </a:xfrm>
          <a:custGeom>
            <a:avLst/>
            <a:gdLst>
              <a:gd name="connsiteX0" fmla="*/ 2236049 w 2926818"/>
              <a:gd name="connsiteY0" fmla="*/ 5754757 h 5754756"/>
              <a:gd name="connsiteX1" fmla="*/ 2231080 w 2926818"/>
              <a:gd name="connsiteY1" fmla="*/ 5744818 h 5754756"/>
              <a:gd name="connsiteX2" fmla="*/ 2062114 w 2926818"/>
              <a:gd name="connsiteY2" fmla="*/ 5575852 h 5754756"/>
              <a:gd name="connsiteX3" fmla="*/ 1783819 w 2926818"/>
              <a:gd name="connsiteY3" fmla="*/ 5426765 h 5754756"/>
              <a:gd name="connsiteX4" fmla="*/ 938992 w 2926818"/>
              <a:gd name="connsiteY4" fmla="*/ 5153439 h 5754756"/>
              <a:gd name="connsiteX5" fmla="*/ 630879 w 2926818"/>
              <a:gd name="connsiteY5" fmla="*/ 5054048 h 5754756"/>
              <a:gd name="connsiteX6" fmla="*/ 44471 w 2926818"/>
              <a:gd name="connsiteY6" fmla="*/ 3906078 h 5754756"/>
              <a:gd name="connsiteX7" fmla="*/ 1316679 w 2926818"/>
              <a:gd name="connsiteY7" fmla="*/ 0 h 5754756"/>
              <a:gd name="connsiteX8" fmla="*/ 2315562 w 2926818"/>
              <a:gd name="connsiteY8" fmla="*/ 0 h 5754756"/>
              <a:gd name="connsiteX9" fmla="*/ 1798727 w 2926818"/>
              <a:gd name="connsiteY9" fmla="*/ 1580322 h 5754756"/>
              <a:gd name="connsiteX10" fmla="*/ 1599945 w 2926818"/>
              <a:gd name="connsiteY10" fmla="*/ 2181639 h 5754756"/>
              <a:gd name="connsiteX11" fmla="*/ 1580066 w 2926818"/>
              <a:gd name="connsiteY11" fmla="*/ 2395331 h 5754756"/>
              <a:gd name="connsiteX12" fmla="*/ 1580066 w 2926818"/>
              <a:gd name="connsiteY12" fmla="*/ 2410239 h 5754756"/>
              <a:gd name="connsiteX13" fmla="*/ 1585036 w 2926818"/>
              <a:gd name="connsiteY13" fmla="*/ 2445026 h 5754756"/>
              <a:gd name="connsiteX14" fmla="*/ 1590005 w 2926818"/>
              <a:gd name="connsiteY14" fmla="*/ 2459935 h 5754756"/>
              <a:gd name="connsiteX15" fmla="*/ 1609884 w 2926818"/>
              <a:gd name="connsiteY15" fmla="*/ 2524539 h 5754756"/>
              <a:gd name="connsiteX16" fmla="*/ 1614853 w 2926818"/>
              <a:gd name="connsiteY16" fmla="*/ 2539448 h 5754756"/>
              <a:gd name="connsiteX17" fmla="*/ 1614853 w 2926818"/>
              <a:gd name="connsiteY17" fmla="*/ 2544418 h 5754756"/>
              <a:gd name="connsiteX18" fmla="*/ 1619823 w 2926818"/>
              <a:gd name="connsiteY18" fmla="*/ 2559326 h 5754756"/>
              <a:gd name="connsiteX19" fmla="*/ 1629762 w 2926818"/>
              <a:gd name="connsiteY19" fmla="*/ 2574235 h 5754756"/>
              <a:gd name="connsiteX20" fmla="*/ 1644671 w 2926818"/>
              <a:gd name="connsiteY20" fmla="*/ 2604052 h 5754756"/>
              <a:gd name="connsiteX21" fmla="*/ 1669518 w 2926818"/>
              <a:gd name="connsiteY21" fmla="*/ 2638839 h 5754756"/>
              <a:gd name="connsiteX22" fmla="*/ 1674488 w 2926818"/>
              <a:gd name="connsiteY22" fmla="*/ 2648778 h 5754756"/>
              <a:gd name="connsiteX23" fmla="*/ 1684427 w 2926818"/>
              <a:gd name="connsiteY23" fmla="*/ 2658718 h 5754756"/>
              <a:gd name="connsiteX24" fmla="*/ 1734123 w 2926818"/>
              <a:gd name="connsiteY24" fmla="*/ 2713383 h 5754756"/>
              <a:gd name="connsiteX25" fmla="*/ 1749032 w 2926818"/>
              <a:gd name="connsiteY25" fmla="*/ 2728292 h 5754756"/>
              <a:gd name="connsiteX26" fmla="*/ 1813636 w 2926818"/>
              <a:gd name="connsiteY26" fmla="*/ 2777987 h 5754756"/>
              <a:gd name="connsiteX27" fmla="*/ 1833514 w 2926818"/>
              <a:gd name="connsiteY27" fmla="*/ 2787926 h 5754756"/>
              <a:gd name="connsiteX28" fmla="*/ 1853392 w 2926818"/>
              <a:gd name="connsiteY28" fmla="*/ 2797865 h 5754756"/>
              <a:gd name="connsiteX29" fmla="*/ 1873271 w 2926818"/>
              <a:gd name="connsiteY29" fmla="*/ 2807804 h 5754756"/>
              <a:gd name="connsiteX30" fmla="*/ 1932906 w 2926818"/>
              <a:gd name="connsiteY30" fmla="*/ 2832652 h 5754756"/>
              <a:gd name="connsiteX31" fmla="*/ 2101871 w 2926818"/>
              <a:gd name="connsiteY31" fmla="*/ 2887317 h 5754756"/>
              <a:gd name="connsiteX32" fmla="*/ 2573979 w 2926818"/>
              <a:gd name="connsiteY32" fmla="*/ 3041374 h 5754756"/>
              <a:gd name="connsiteX33" fmla="*/ 2673371 w 2926818"/>
              <a:gd name="connsiteY33" fmla="*/ 3086100 h 5754756"/>
              <a:gd name="connsiteX34" fmla="*/ 2673371 w 2926818"/>
              <a:gd name="connsiteY34" fmla="*/ 3086100 h 5754756"/>
              <a:gd name="connsiteX35" fmla="*/ 2698219 w 2926818"/>
              <a:gd name="connsiteY35" fmla="*/ 3101009 h 5754756"/>
              <a:gd name="connsiteX36" fmla="*/ 2718097 w 2926818"/>
              <a:gd name="connsiteY36" fmla="*/ 3115918 h 5754756"/>
              <a:gd name="connsiteX37" fmla="*/ 2723066 w 2926818"/>
              <a:gd name="connsiteY37" fmla="*/ 3115918 h 5754756"/>
              <a:gd name="connsiteX38" fmla="*/ 2733006 w 2926818"/>
              <a:gd name="connsiteY38" fmla="*/ 3125857 h 5754756"/>
              <a:gd name="connsiteX39" fmla="*/ 2733006 w 2926818"/>
              <a:gd name="connsiteY39" fmla="*/ 3125857 h 5754756"/>
              <a:gd name="connsiteX40" fmla="*/ 2747914 w 2926818"/>
              <a:gd name="connsiteY40" fmla="*/ 3140765 h 5754756"/>
              <a:gd name="connsiteX41" fmla="*/ 2757853 w 2926818"/>
              <a:gd name="connsiteY41" fmla="*/ 3150705 h 5754756"/>
              <a:gd name="connsiteX42" fmla="*/ 2777732 w 2926818"/>
              <a:gd name="connsiteY42" fmla="*/ 3170583 h 5754756"/>
              <a:gd name="connsiteX43" fmla="*/ 2797610 w 2926818"/>
              <a:gd name="connsiteY43" fmla="*/ 3190461 h 5754756"/>
              <a:gd name="connsiteX44" fmla="*/ 2837366 w 2926818"/>
              <a:gd name="connsiteY44" fmla="*/ 3245126 h 5754756"/>
              <a:gd name="connsiteX45" fmla="*/ 2847306 w 2926818"/>
              <a:gd name="connsiteY45" fmla="*/ 3255065 h 5754756"/>
              <a:gd name="connsiteX46" fmla="*/ 2857245 w 2926818"/>
              <a:gd name="connsiteY46" fmla="*/ 3274944 h 5754756"/>
              <a:gd name="connsiteX47" fmla="*/ 2877123 w 2926818"/>
              <a:gd name="connsiteY47" fmla="*/ 3309730 h 5754756"/>
              <a:gd name="connsiteX48" fmla="*/ 2887062 w 2926818"/>
              <a:gd name="connsiteY48" fmla="*/ 3339548 h 5754756"/>
              <a:gd name="connsiteX49" fmla="*/ 2892032 w 2926818"/>
              <a:gd name="connsiteY49" fmla="*/ 3339548 h 5754756"/>
              <a:gd name="connsiteX50" fmla="*/ 2892032 w 2926818"/>
              <a:gd name="connsiteY50" fmla="*/ 3359426 h 5754756"/>
              <a:gd name="connsiteX51" fmla="*/ 2887062 w 2926818"/>
              <a:gd name="connsiteY51" fmla="*/ 3359426 h 5754756"/>
              <a:gd name="connsiteX52" fmla="*/ 2897001 w 2926818"/>
              <a:gd name="connsiteY52" fmla="*/ 3369365 h 5754756"/>
              <a:gd name="connsiteX53" fmla="*/ 2897001 w 2926818"/>
              <a:gd name="connsiteY53" fmla="*/ 3369365 h 5754756"/>
              <a:gd name="connsiteX54" fmla="*/ 2906940 w 2926818"/>
              <a:gd name="connsiteY54" fmla="*/ 3394213 h 5754756"/>
              <a:gd name="connsiteX55" fmla="*/ 2911910 w 2926818"/>
              <a:gd name="connsiteY55" fmla="*/ 3404152 h 5754756"/>
              <a:gd name="connsiteX56" fmla="*/ 2916880 w 2926818"/>
              <a:gd name="connsiteY56" fmla="*/ 3433970 h 5754756"/>
              <a:gd name="connsiteX57" fmla="*/ 2921849 w 2926818"/>
              <a:gd name="connsiteY57" fmla="*/ 3473726 h 5754756"/>
              <a:gd name="connsiteX58" fmla="*/ 2926819 w 2926818"/>
              <a:gd name="connsiteY58" fmla="*/ 3503544 h 5754756"/>
              <a:gd name="connsiteX59" fmla="*/ 2926819 w 2926818"/>
              <a:gd name="connsiteY59" fmla="*/ 3538330 h 5754756"/>
              <a:gd name="connsiteX60" fmla="*/ 2921849 w 2926818"/>
              <a:gd name="connsiteY60" fmla="*/ 3617844 h 5754756"/>
              <a:gd name="connsiteX61" fmla="*/ 2906940 w 2926818"/>
              <a:gd name="connsiteY61" fmla="*/ 3677478 h 5754756"/>
              <a:gd name="connsiteX62" fmla="*/ 2901971 w 2926818"/>
              <a:gd name="connsiteY62" fmla="*/ 3697357 h 5754756"/>
              <a:gd name="connsiteX63" fmla="*/ 2663432 w 2926818"/>
              <a:gd name="connsiteY63" fmla="*/ 4437822 h 5754756"/>
              <a:gd name="connsiteX64" fmla="*/ 2236049 w 2926818"/>
              <a:gd name="connsiteY64" fmla="*/ 5749787 h 5754756"/>
              <a:gd name="connsiteX65" fmla="*/ 2236049 w 2926818"/>
              <a:gd name="connsiteY65" fmla="*/ 5754757 h 5754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926818" h="5754756">
                <a:moveTo>
                  <a:pt x="2236049" y="5754757"/>
                </a:moveTo>
                <a:cubicBezTo>
                  <a:pt x="2236049" y="5749787"/>
                  <a:pt x="2231080" y="5749787"/>
                  <a:pt x="2231080" y="5744818"/>
                </a:cubicBezTo>
                <a:cubicBezTo>
                  <a:pt x="2181384" y="5680213"/>
                  <a:pt x="2126719" y="5625548"/>
                  <a:pt x="2062114" y="5575852"/>
                </a:cubicBezTo>
                <a:cubicBezTo>
                  <a:pt x="1982601" y="5511248"/>
                  <a:pt x="1888179" y="5461552"/>
                  <a:pt x="1783819" y="5426765"/>
                </a:cubicBezTo>
                <a:lnTo>
                  <a:pt x="938992" y="5153439"/>
                </a:lnTo>
                <a:lnTo>
                  <a:pt x="630879" y="5054048"/>
                </a:lnTo>
                <a:cubicBezTo>
                  <a:pt x="148832" y="4899991"/>
                  <a:pt x="-109586" y="4388126"/>
                  <a:pt x="44471" y="3906078"/>
                </a:cubicBezTo>
                <a:lnTo>
                  <a:pt x="1316679" y="0"/>
                </a:lnTo>
                <a:lnTo>
                  <a:pt x="2315562" y="0"/>
                </a:lnTo>
                <a:lnTo>
                  <a:pt x="1798727" y="1580322"/>
                </a:lnTo>
                <a:lnTo>
                  <a:pt x="1599945" y="2181639"/>
                </a:lnTo>
                <a:cubicBezTo>
                  <a:pt x="1575097" y="2251213"/>
                  <a:pt x="1570127" y="2325757"/>
                  <a:pt x="1580066" y="2395331"/>
                </a:cubicBezTo>
                <a:cubicBezTo>
                  <a:pt x="1580066" y="2400300"/>
                  <a:pt x="1580066" y="2405270"/>
                  <a:pt x="1580066" y="2410239"/>
                </a:cubicBezTo>
                <a:cubicBezTo>
                  <a:pt x="1580066" y="2420178"/>
                  <a:pt x="1585036" y="2435087"/>
                  <a:pt x="1585036" y="2445026"/>
                </a:cubicBezTo>
                <a:cubicBezTo>
                  <a:pt x="1585036" y="2449996"/>
                  <a:pt x="1585036" y="2454965"/>
                  <a:pt x="1590005" y="2459935"/>
                </a:cubicBezTo>
                <a:cubicBezTo>
                  <a:pt x="1594975" y="2484783"/>
                  <a:pt x="1604914" y="2504661"/>
                  <a:pt x="1609884" y="2524539"/>
                </a:cubicBezTo>
                <a:cubicBezTo>
                  <a:pt x="1609884" y="2529509"/>
                  <a:pt x="1614853" y="2534478"/>
                  <a:pt x="1614853" y="2539448"/>
                </a:cubicBezTo>
                <a:cubicBezTo>
                  <a:pt x="1614853" y="2539448"/>
                  <a:pt x="1614853" y="2539448"/>
                  <a:pt x="1614853" y="2544418"/>
                </a:cubicBezTo>
                <a:cubicBezTo>
                  <a:pt x="1614853" y="2549387"/>
                  <a:pt x="1619823" y="2554357"/>
                  <a:pt x="1619823" y="2559326"/>
                </a:cubicBezTo>
                <a:cubicBezTo>
                  <a:pt x="1619823" y="2564296"/>
                  <a:pt x="1624792" y="2569265"/>
                  <a:pt x="1629762" y="2574235"/>
                </a:cubicBezTo>
                <a:cubicBezTo>
                  <a:pt x="1634732" y="2584174"/>
                  <a:pt x="1639701" y="2594113"/>
                  <a:pt x="1644671" y="2604052"/>
                </a:cubicBezTo>
                <a:cubicBezTo>
                  <a:pt x="1649640" y="2613991"/>
                  <a:pt x="1659579" y="2628900"/>
                  <a:pt x="1669518" y="2638839"/>
                </a:cubicBezTo>
                <a:cubicBezTo>
                  <a:pt x="1669518" y="2643809"/>
                  <a:pt x="1674488" y="2643809"/>
                  <a:pt x="1674488" y="2648778"/>
                </a:cubicBezTo>
                <a:cubicBezTo>
                  <a:pt x="1679458" y="2653748"/>
                  <a:pt x="1679458" y="2653748"/>
                  <a:pt x="1684427" y="2658718"/>
                </a:cubicBezTo>
                <a:cubicBezTo>
                  <a:pt x="1699336" y="2678596"/>
                  <a:pt x="1714245" y="2698474"/>
                  <a:pt x="1734123" y="2713383"/>
                </a:cubicBezTo>
                <a:cubicBezTo>
                  <a:pt x="1739092" y="2718352"/>
                  <a:pt x="1744062" y="2723322"/>
                  <a:pt x="1749032" y="2728292"/>
                </a:cubicBezTo>
                <a:cubicBezTo>
                  <a:pt x="1768910" y="2748170"/>
                  <a:pt x="1788788" y="2763078"/>
                  <a:pt x="1813636" y="2777987"/>
                </a:cubicBezTo>
                <a:cubicBezTo>
                  <a:pt x="1818605" y="2782957"/>
                  <a:pt x="1823575" y="2782957"/>
                  <a:pt x="1833514" y="2787926"/>
                </a:cubicBezTo>
                <a:cubicBezTo>
                  <a:pt x="1838484" y="2792896"/>
                  <a:pt x="1843453" y="2792896"/>
                  <a:pt x="1853392" y="2797865"/>
                </a:cubicBezTo>
                <a:cubicBezTo>
                  <a:pt x="1858362" y="2802835"/>
                  <a:pt x="1863332" y="2802835"/>
                  <a:pt x="1873271" y="2807804"/>
                </a:cubicBezTo>
                <a:cubicBezTo>
                  <a:pt x="1893149" y="2817744"/>
                  <a:pt x="1913027" y="2822713"/>
                  <a:pt x="1932906" y="2832652"/>
                </a:cubicBezTo>
                <a:lnTo>
                  <a:pt x="2101871" y="2887317"/>
                </a:lnTo>
                <a:lnTo>
                  <a:pt x="2573979" y="3041374"/>
                </a:lnTo>
                <a:cubicBezTo>
                  <a:pt x="2608766" y="3051313"/>
                  <a:pt x="2643553" y="3066222"/>
                  <a:pt x="2673371" y="3086100"/>
                </a:cubicBezTo>
                <a:cubicBezTo>
                  <a:pt x="2673371" y="3086100"/>
                  <a:pt x="2673371" y="3086100"/>
                  <a:pt x="2673371" y="3086100"/>
                </a:cubicBezTo>
                <a:cubicBezTo>
                  <a:pt x="2683310" y="3091070"/>
                  <a:pt x="2693249" y="3096039"/>
                  <a:pt x="2698219" y="3101009"/>
                </a:cubicBezTo>
                <a:cubicBezTo>
                  <a:pt x="2703188" y="3105978"/>
                  <a:pt x="2713127" y="3110948"/>
                  <a:pt x="2718097" y="3115918"/>
                </a:cubicBezTo>
                <a:cubicBezTo>
                  <a:pt x="2718097" y="3115918"/>
                  <a:pt x="2718097" y="3115918"/>
                  <a:pt x="2723066" y="3115918"/>
                </a:cubicBezTo>
                <a:cubicBezTo>
                  <a:pt x="2728036" y="3120887"/>
                  <a:pt x="2728036" y="3120887"/>
                  <a:pt x="2733006" y="3125857"/>
                </a:cubicBezTo>
                <a:cubicBezTo>
                  <a:pt x="2733006" y="3125857"/>
                  <a:pt x="2733006" y="3125857"/>
                  <a:pt x="2733006" y="3125857"/>
                </a:cubicBezTo>
                <a:cubicBezTo>
                  <a:pt x="2737975" y="3130826"/>
                  <a:pt x="2742945" y="3135796"/>
                  <a:pt x="2747914" y="3140765"/>
                </a:cubicBezTo>
                <a:cubicBezTo>
                  <a:pt x="2752884" y="3140765"/>
                  <a:pt x="2752884" y="3145735"/>
                  <a:pt x="2757853" y="3150705"/>
                </a:cubicBezTo>
                <a:cubicBezTo>
                  <a:pt x="2762823" y="3155674"/>
                  <a:pt x="2772762" y="3165613"/>
                  <a:pt x="2777732" y="3170583"/>
                </a:cubicBezTo>
                <a:cubicBezTo>
                  <a:pt x="2782701" y="3175552"/>
                  <a:pt x="2787671" y="3185491"/>
                  <a:pt x="2797610" y="3190461"/>
                </a:cubicBezTo>
                <a:cubicBezTo>
                  <a:pt x="2812519" y="3210339"/>
                  <a:pt x="2827427" y="3225248"/>
                  <a:pt x="2837366" y="3245126"/>
                </a:cubicBezTo>
                <a:cubicBezTo>
                  <a:pt x="2842336" y="3250096"/>
                  <a:pt x="2842336" y="3255065"/>
                  <a:pt x="2847306" y="3255065"/>
                </a:cubicBezTo>
                <a:cubicBezTo>
                  <a:pt x="2852275" y="3260035"/>
                  <a:pt x="2857245" y="3269974"/>
                  <a:pt x="2857245" y="3274944"/>
                </a:cubicBezTo>
                <a:cubicBezTo>
                  <a:pt x="2862214" y="3284883"/>
                  <a:pt x="2867184" y="3299792"/>
                  <a:pt x="2877123" y="3309730"/>
                </a:cubicBezTo>
                <a:cubicBezTo>
                  <a:pt x="2882093" y="3319670"/>
                  <a:pt x="2887062" y="3329609"/>
                  <a:pt x="2887062" y="3339548"/>
                </a:cubicBezTo>
                <a:cubicBezTo>
                  <a:pt x="2887062" y="3339548"/>
                  <a:pt x="2892032" y="3339548"/>
                  <a:pt x="2892032" y="3339548"/>
                </a:cubicBezTo>
                <a:cubicBezTo>
                  <a:pt x="2892032" y="3344518"/>
                  <a:pt x="2892032" y="3354457"/>
                  <a:pt x="2892032" y="3359426"/>
                </a:cubicBezTo>
                <a:cubicBezTo>
                  <a:pt x="2892032" y="3359426"/>
                  <a:pt x="2887062" y="3359426"/>
                  <a:pt x="2887062" y="3359426"/>
                </a:cubicBezTo>
                <a:cubicBezTo>
                  <a:pt x="2887062" y="3364396"/>
                  <a:pt x="2897001" y="3364396"/>
                  <a:pt x="2897001" y="3369365"/>
                </a:cubicBezTo>
                <a:lnTo>
                  <a:pt x="2897001" y="3369365"/>
                </a:lnTo>
                <a:cubicBezTo>
                  <a:pt x="2897001" y="3379304"/>
                  <a:pt x="2901971" y="3384274"/>
                  <a:pt x="2906940" y="3394213"/>
                </a:cubicBezTo>
                <a:cubicBezTo>
                  <a:pt x="2906940" y="3394213"/>
                  <a:pt x="2906940" y="3399183"/>
                  <a:pt x="2911910" y="3404152"/>
                </a:cubicBezTo>
                <a:cubicBezTo>
                  <a:pt x="2916880" y="3414091"/>
                  <a:pt x="2916880" y="3424031"/>
                  <a:pt x="2916880" y="3433970"/>
                </a:cubicBezTo>
                <a:cubicBezTo>
                  <a:pt x="2921849" y="3448878"/>
                  <a:pt x="2921849" y="3458817"/>
                  <a:pt x="2921849" y="3473726"/>
                </a:cubicBezTo>
                <a:cubicBezTo>
                  <a:pt x="2921849" y="3483665"/>
                  <a:pt x="2921849" y="3493605"/>
                  <a:pt x="2926819" y="3503544"/>
                </a:cubicBezTo>
                <a:cubicBezTo>
                  <a:pt x="2926819" y="3513483"/>
                  <a:pt x="2926819" y="3528391"/>
                  <a:pt x="2926819" y="3538330"/>
                </a:cubicBezTo>
                <a:cubicBezTo>
                  <a:pt x="2926819" y="3563178"/>
                  <a:pt x="2926819" y="3592996"/>
                  <a:pt x="2921849" y="3617844"/>
                </a:cubicBezTo>
                <a:cubicBezTo>
                  <a:pt x="2916880" y="3637722"/>
                  <a:pt x="2911910" y="3657600"/>
                  <a:pt x="2906940" y="3677478"/>
                </a:cubicBezTo>
                <a:cubicBezTo>
                  <a:pt x="2906940" y="3682448"/>
                  <a:pt x="2901971" y="3692387"/>
                  <a:pt x="2901971" y="3697357"/>
                </a:cubicBezTo>
                <a:lnTo>
                  <a:pt x="2663432" y="4437822"/>
                </a:lnTo>
                <a:lnTo>
                  <a:pt x="2236049" y="5749787"/>
                </a:lnTo>
                <a:lnTo>
                  <a:pt x="2236049" y="5754757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1449611-37F6-47A1-AF60-89AD570FED7F}"/>
              </a:ext>
            </a:extLst>
          </p:cNvPr>
          <p:cNvSpPr/>
          <p:nvPr/>
        </p:nvSpPr>
        <p:spPr>
          <a:xfrm>
            <a:off x="15610113" y="0"/>
            <a:ext cx="2692794" cy="4770782"/>
          </a:xfrm>
          <a:custGeom>
            <a:avLst/>
            <a:gdLst>
              <a:gd name="connsiteX0" fmla="*/ 2235594 w 2692794"/>
              <a:gd name="connsiteY0" fmla="*/ 4770783 h 4770782"/>
              <a:gd name="connsiteX1" fmla="*/ 2230625 w 2692794"/>
              <a:gd name="connsiteY1" fmla="*/ 4760844 h 4770782"/>
              <a:gd name="connsiteX2" fmla="*/ 1783364 w 2692794"/>
              <a:gd name="connsiteY2" fmla="*/ 4442792 h 4770782"/>
              <a:gd name="connsiteX3" fmla="*/ 1763486 w 2692794"/>
              <a:gd name="connsiteY3" fmla="*/ 4437822 h 4770782"/>
              <a:gd name="connsiteX4" fmla="*/ 1554764 w 2692794"/>
              <a:gd name="connsiteY4" fmla="*/ 4368248 h 4770782"/>
              <a:gd name="connsiteX5" fmla="*/ 938538 w 2692794"/>
              <a:gd name="connsiteY5" fmla="*/ 4169465 h 4770782"/>
              <a:gd name="connsiteX6" fmla="*/ 630425 w 2692794"/>
              <a:gd name="connsiteY6" fmla="*/ 4070074 h 4770782"/>
              <a:gd name="connsiteX7" fmla="*/ 44016 w 2692794"/>
              <a:gd name="connsiteY7" fmla="*/ 2917135 h 4770782"/>
              <a:gd name="connsiteX8" fmla="*/ 501216 w 2692794"/>
              <a:gd name="connsiteY8" fmla="*/ 1515717 h 4770782"/>
              <a:gd name="connsiteX9" fmla="*/ 998173 w 2692794"/>
              <a:gd name="connsiteY9" fmla="*/ 0 h 4770782"/>
              <a:gd name="connsiteX10" fmla="*/ 1997055 w 2692794"/>
              <a:gd name="connsiteY10" fmla="*/ 0 h 4770782"/>
              <a:gd name="connsiteX11" fmla="*/ 1604460 w 2692794"/>
              <a:gd name="connsiteY11" fmla="*/ 1197665 h 4770782"/>
              <a:gd name="connsiteX12" fmla="*/ 1932451 w 2692794"/>
              <a:gd name="connsiteY12" fmla="*/ 1838739 h 4770782"/>
              <a:gd name="connsiteX13" fmla="*/ 2101416 w 2692794"/>
              <a:gd name="connsiteY13" fmla="*/ 1893404 h 4770782"/>
              <a:gd name="connsiteX14" fmla="*/ 2578494 w 2692794"/>
              <a:gd name="connsiteY14" fmla="*/ 2047461 h 4770782"/>
              <a:gd name="connsiteX15" fmla="*/ 2692795 w 2692794"/>
              <a:gd name="connsiteY15" fmla="*/ 2097157 h 4770782"/>
              <a:gd name="connsiteX16" fmla="*/ 2692795 w 2692794"/>
              <a:gd name="connsiteY16" fmla="*/ 3389243 h 4770782"/>
              <a:gd name="connsiteX17" fmla="*/ 2245533 w 2692794"/>
              <a:gd name="connsiteY17" fmla="*/ 4760844 h 4770782"/>
              <a:gd name="connsiteX18" fmla="*/ 2235594 w 2692794"/>
              <a:gd name="connsiteY18" fmla="*/ 4770783 h 4770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92794" h="4770782">
                <a:moveTo>
                  <a:pt x="2235594" y="4770783"/>
                </a:moveTo>
                <a:cubicBezTo>
                  <a:pt x="2235594" y="4765813"/>
                  <a:pt x="2230625" y="4765813"/>
                  <a:pt x="2230625" y="4760844"/>
                </a:cubicBezTo>
                <a:cubicBezTo>
                  <a:pt x="2121294" y="4616726"/>
                  <a:pt x="1967238" y="4502426"/>
                  <a:pt x="1783364" y="4442792"/>
                </a:cubicBezTo>
                <a:lnTo>
                  <a:pt x="1763486" y="4437822"/>
                </a:lnTo>
                <a:lnTo>
                  <a:pt x="1554764" y="4368248"/>
                </a:lnTo>
                <a:lnTo>
                  <a:pt x="938538" y="4169465"/>
                </a:lnTo>
                <a:lnTo>
                  <a:pt x="630425" y="4070074"/>
                </a:lnTo>
                <a:cubicBezTo>
                  <a:pt x="153346" y="3911048"/>
                  <a:pt x="-110041" y="3394213"/>
                  <a:pt x="44016" y="2917135"/>
                </a:cubicBezTo>
                <a:lnTo>
                  <a:pt x="501216" y="1515717"/>
                </a:lnTo>
                <a:lnTo>
                  <a:pt x="998173" y="0"/>
                </a:lnTo>
                <a:lnTo>
                  <a:pt x="1997055" y="0"/>
                </a:lnTo>
                <a:lnTo>
                  <a:pt x="1604460" y="1197665"/>
                </a:lnTo>
                <a:cubicBezTo>
                  <a:pt x="1515007" y="1466022"/>
                  <a:pt x="1664094" y="1749287"/>
                  <a:pt x="1932451" y="1838739"/>
                </a:cubicBezTo>
                <a:lnTo>
                  <a:pt x="2101416" y="1893404"/>
                </a:lnTo>
                <a:lnTo>
                  <a:pt x="2578494" y="2047461"/>
                </a:lnTo>
                <a:cubicBezTo>
                  <a:pt x="2618251" y="2057400"/>
                  <a:pt x="2643099" y="2077278"/>
                  <a:pt x="2692795" y="2097157"/>
                </a:cubicBezTo>
                <a:lnTo>
                  <a:pt x="2692795" y="3389243"/>
                </a:lnTo>
                <a:lnTo>
                  <a:pt x="2245533" y="4760844"/>
                </a:lnTo>
                <a:lnTo>
                  <a:pt x="2235594" y="477078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4960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08C7E767-C49D-4ED9-844D-6F2499311B2F}"/>
              </a:ext>
            </a:extLst>
          </p:cNvPr>
          <p:cNvSpPr/>
          <p:nvPr/>
        </p:nvSpPr>
        <p:spPr>
          <a:xfrm>
            <a:off x="15872790" y="0"/>
            <a:ext cx="2430117" cy="10287000"/>
          </a:xfrm>
          <a:custGeom>
            <a:avLst/>
            <a:gdLst>
              <a:gd name="connsiteX0" fmla="*/ 2430118 w 2430117"/>
              <a:gd name="connsiteY0" fmla="*/ 10287000 h 10287000"/>
              <a:gd name="connsiteX1" fmla="*/ 0 w 2430117"/>
              <a:gd name="connsiteY1" fmla="*/ 10287000 h 10287000"/>
              <a:gd name="connsiteX2" fmla="*/ 54665 w 2430117"/>
              <a:gd name="connsiteY2" fmla="*/ 10108095 h 10287000"/>
              <a:gd name="connsiteX3" fmla="*/ 1202635 w 2430117"/>
              <a:gd name="connsiteY3" fmla="*/ 6579704 h 10287000"/>
              <a:gd name="connsiteX4" fmla="*/ 1083365 w 2430117"/>
              <a:gd name="connsiteY4" fmla="*/ 5774635 h 10287000"/>
              <a:gd name="connsiteX5" fmla="*/ 1068457 w 2430117"/>
              <a:gd name="connsiteY5" fmla="*/ 5754757 h 10287000"/>
              <a:gd name="connsiteX6" fmla="*/ 1073426 w 2430117"/>
              <a:gd name="connsiteY6" fmla="*/ 5744818 h 10287000"/>
              <a:gd name="connsiteX7" fmla="*/ 1500809 w 2430117"/>
              <a:gd name="connsiteY7" fmla="*/ 4432852 h 10287000"/>
              <a:gd name="connsiteX8" fmla="*/ 1739348 w 2430117"/>
              <a:gd name="connsiteY8" fmla="*/ 3692387 h 10287000"/>
              <a:gd name="connsiteX9" fmla="*/ 1744317 w 2430117"/>
              <a:gd name="connsiteY9" fmla="*/ 3672509 h 10287000"/>
              <a:gd name="connsiteX10" fmla="*/ 1759226 w 2430117"/>
              <a:gd name="connsiteY10" fmla="*/ 3612874 h 10287000"/>
              <a:gd name="connsiteX11" fmla="*/ 1734378 w 2430117"/>
              <a:gd name="connsiteY11" fmla="*/ 3354457 h 10287000"/>
              <a:gd name="connsiteX12" fmla="*/ 1734378 w 2430117"/>
              <a:gd name="connsiteY12" fmla="*/ 3354457 h 10287000"/>
              <a:gd name="connsiteX13" fmla="*/ 1729409 w 2430117"/>
              <a:gd name="connsiteY13" fmla="*/ 3334578 h 10287000"/>
              <a:gd name="connsiteX14" fmla="*/ 1719470 w 2430117"/>
              <a:gd name="connsiteY14" fmla="*/ 3304761 h 10287000"/>
              <a:gd name="connsiteX15" fmla="*/ 1699591 w 2430117"/>
              <a:gd name="connsiteY15" fmla="*/ 3269974 h 10287000"/>
              <a:gd name="connsiteX16" fmla="*/ 1689652 w 2430117"/>
              <a:gd name="connsiteY16" fmla="*/ 3250096 h 10287000"/>
              <a:gd name="connsiteX17" fmla="*/ 1679713 w 2430117"/>
              <a:gd name="connsiteY17" fmla="*/ 3240156 h 10287000"/>
              <a:gd name="connsiteX18" fmla="*/ 1639957 w 2430117"/>
              <a:gd name="connsiteY18" fmla="*/ 3185491 h 10287000"/>
              <a:gd name="connsiteX19" fmla="*/ 1620078 w 2430117"/>
              <a:gd name="connsiteY19" fmla="*/ 3165613 h 10287000"/>
              <a:gd name="connsiteX20" fmla="*/ 1600200 w 2430117"/>
              <a:gd name="connsiteY20" fmla="*/ 3145735 h 10287000"/>
              <a:gd name="connsiteX21" fmla="*/ 1590261 w 2430117"/>
              <a:gd name="connsiteY21" fmla="*/ 3135796 h 10287000"/>
              <a:gd name="connsiteX22" fmla="*/ 1575352 w 2430117"/>
              <a:gd name="connsiteY22" fmla="*/ 3120887 h 10287000"/>
              <a:gd name="connsiteX23" fmla="*/ 1575352 w 2430117"/>
              <a:gd name="connsiteY23" fmla="*/ 3120887 h 10287000"/>
              <a:gd name="connsiteX24" fmla="*/ 1565413 w 2430117"/>
              <a:gd name="connsiteY24" fmla="*/ 3110948 h 10287000"/>
              <a:gd name="connsiteX25" fmla="*/ 1560444 w 2430117"/>
              <a:gd name="connsiteY25" fmla="*/ 3110948 h 10287000"/>
              <a:gd name="connsiteX26" fmla="*/ 1540565 w 2430117"/>
              <a:gd name="connsiteY26" fmla="*/ 3096039 h 10287000"/>
              <a:gd name="connsiteX27" fmla="*/ 1515718 w 2430117"/>
              <a:gd name="connsiteY27" fmla="*/ 3081131 h 10287000"/>
              <a:gd name="connsiteX28" fmla="*/ 1515718 w 2430117"/>
              <a:gd name="connsiteY28" fmla="*/ 3081131 h 10287000"/>
              <a:gd name="connsiteX29" fmla="*/ 1416326 w 2430117"/>
              <a:gd name="connsiteY29" fmla="*/ 3036404 h 10287000"/>
              <a:gd name="connsiteX30" fmla="*/ 939248 w 2430117"/>
              <a:gd name="connsiteY30" fmla="*/ 2882348 h 10287000"/>
              <a:gd name="connsiteX31" fmla="*/ 770283 w 2430117"/>
              <a:gd name="connsiteY31" fmla="*/ 2827683 h 10287000"/>
              <a:gd name="connsiteX32" fmla="*/ 710648 w 2430117"/>
              <a:gd name="connsiteY32" fmla="*/ 2802835 h 10287000"/>
              <a:gd name="connsiteX33" fmla="*/ 690770 w 2430117"/>
              <a:gd name="connsiteY33" fmla="*/ 2792896 h 10287000"/>
              <a:gd name="connsiteX34" fmla="*/ 670891 w 2430117"/>
              <a:gd name="connsiteY34" fmla="*/ 2782957 h 10287000"/>
              <a:gd name="connsiteX35" fmla="*/ 651013 w 2430117"/>
              <a:gd name="connsiteY35" fmla="*/ 2773017 h 10287000"/>
              <a:gd name="connsiteX36" fmla="*/ 586409 w 2430117"/>
              <a:gd name="connsiteY36" fmla="*/ 2723322 h 10287000"/>
              <a:gd name="connsiteX37" fmla="*/ 571500 w 2430117"/>
              <a:gd name="connsiteY37" fmla="*/ 2708413 h 10287000"/>
              <a:gd name="connsiteX38" fmla="*/ 521804 w 2430117"/>
              <a:gd name="connsiteY38" fmla="*/ 2653748 h 10287000"/>
              <a:gd name="connsiteX39" fmla="*/ 511865 w 2430117"/>
              <a:gd name="connsiteY39" fmla="*/ 2643809 h 10287000"/>
              <a:gd name="connsiteX40" fmla="*/ 506896 w 2430117"/>
              <a:gd name="connsiteY40" fmla="*/ 2633870 h 10287000"/>
              <a:gd name="connsiteX41" fmla="*/ 482048 w 2430117"/>
              <a:gd name="connsiteY41" fmla="*/ 2599083 h 10287000"/>
              <a:gd name="connsiteX42" fmla="*/ 467139 w 2430117"/>
              <a:gd name="connsiteY42" fmla="*/ 2569265 h 10287000"/>
              <a:gd name="connsiteX43" fmla="*/ 457200 w 2430117"/>
              <a:gd name="connsiteY43" fmla="*/ 2554357 h 10287000"/>
              <a:gd name="connsiteX44" fmla="*/ 452230 w 2430117"/>
              <a:gd name="connsiteY44" fmla="*/ 2539448 h 10287000"/>
              <a:gd name="connsiteX45" fmla="*/ 452230 w 2430117"/>
              <a:gd name="connsiteY45" fmla="*/ 2534478 h 10287000"/>
              <a:gd name="connsiteX46" fmla="*/ 447261 w 2430117"/>
              <a:gd name="connsiteY46" fmla="*/ 2519570 h 10287000"/>
              <a:gd name="connsiteX47" fmla="*/ 427383 w 2430117"/>
              <a:gd name="connsiteY47" fmla="*/ 2454965 h 10287000"/>
              <a:gd name="connsiteX48" fmla="*/ 422413 w 2430117"/>
              <a:gd name="connsiteY48" fmla="*/ 2440057 h 10287000"/>
              <a:gd name="connsiteX49" fmla="*/ 417443 w 2430117"/>
              <a:gd name="connsiteY49" fmla="*/ 2405270 h 10287000"/>
              <a:gd name="connsiteX50" fmla="*/ 417443 w 2430117"/>
              <a:gd name="connsiteY50" fmla="*/ 2390361 h 10287000"/>
              <a:gd name="connsiteX51" fmla="*/ 437322 w 2430117"/>
              <a:gd name="connsiteY51" fmla="*/ 2176670 h 10287000"/>
              <a:gd name="connsiteX52" fmla="*/ 636104 w 2430117"/>
              <a:gd name="connsiteY52" fmla="*/ 1575352 h 10287000"/>
              <a:gd name="connsiteX53" fmla="*/ 1152939 w 2430117"/>
              <a:gd name="connsiteY53" fmla="*/ 0 h 10287000"/>
              <a:gd name="connsiteX54" fmla="*/ 2430118 w 2430117"/>
              <a:gd name="connsiteY54" fmla="*/ 0 h 10287000"/>
              <a:gd name="connsiteX55" fmla="*/ 2430118 w 2430117"/>
              <a:gd name="connsiteY55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430117" h="10287000">
                <a:moveTo>
                  <a:pt x="2430118" y="10287000"/>
                </a:moveTo>
                <a:lnTo>
                  <a:pt x="0" y="10287000"/>
                </a:lnTo>
                <a:lnTo>
                  <a:pt x="54665" y="10108095"/>
                </a:lnTo>
                <a:lnTo>
                  <a:pt x="1202635" y="6579704"/>
                </a:lnTo>
                <a:cubicBezTo>
                  <a:pt x="1292087" y="6296439"/>
                  <a:pt x="1242391" y="6003235"/>
                  <a:pt x="1083365" y="5774635"/>
                </a:cubicBezTo>
                <a:cubicBezTo>
                  <a:pt x="1078396" y="5769665"/>
                  <a:pt x="1073426" y="5759726"/>
                  <a:pt x="1068457" y="5754757"/>
                </a:cubicBezTo>
                <a:lnTo>
                  <a:pt x="1073426" y="5744818"/>
                </a:lnTo>
                <a:lnTo>
                  <a:pt x="1500809" y="4432852"/>
                </a:lnTo>
                <a:lnTo>
                  <a:pt x="1739348" y="3692387"/>
                </a:lnTo>
                <a:cubicBezTo>
                  <a:pt x="1739348" y="3687417"/>
                  <a:pt x="1744317" y="3677478"/>
                  <a:pt x="1744317" y="3672509"/>
                </a:cubicBezTo>
                <a:cubicBezTo>
                  <a:pt x="1749287" y="3652631"/>
                  <a:pt x="1754257" y="3632752"/>
                  <a:pt x="1759226" y="3612874"/>
                </a:cubicBezTo>
                <a:cubicBezTo>
                  <a:pt x="1774135" y="3523422"/>
                  <a:pt x="1764196" y="3438939"/>
                  <a:pt x="1734378" y="3354457"/>
                </a:cubicBezTo>
                <a:cubicBezTo>
                  <a:pt x="1734378" y="3354457"/>
                  <a:pt x="1734378" y="3354457"/>
                  <a:pt x="1734378" y="3354457"/>
                </a:cubicBezTo>
                <a:cubicBezTo>
                  <a:pt x="1734378" y="3349487"/>
                  <a:pt x="1729409" y="3339548"/>
                  <a:pt x="1729409" y="3334578"/>
                </a:cubicBezTo>
                <a:cubicBezTo>
                  <a:pt x="1724439" y="3324639"/>
                  <a:pt x="1719470" y="3314700"/>
                  <a:pt x="1719470" y="3304761"/>
                </a:cubicBezTo>
                <a:cubicBezTo>
                  <a:pt x="1714500" y="3294822"/>
                  <a:pt x="1709530" y="3279913"/>
                  <a:pt x="1699591" y="3269974"/>
                </a:cubicBezTo>
                <a:cubicBezTo>
                  <a:pt x="1694622" y="3265004"/>
                  <a:pt x="1694622" y="3255065"/>
                  <a:pt x="1689652" y="3250096"/>
                </a:cubicBezTo>
                <a:cubicBezTo>
                  <a:pt x="1684683" y="3245126"/>
                  <a:pt x="1684683" y="3240156"/>
                  <a:pt x="1679713" y="3240156"/>
                </a:cubicBezTo>
                <a:cubicBezTo>
                  <a:pt x="1664805" y="3220279"/>
                  <a:pt x="1654865" y="3200400"/>
                  <a:pt x="1639957" y="3185491"/>
                </a:cubicBezTo>
                <a:cubicBezTo>
                  <a:pt x="1634987" y="3180522"/>
                  <a:pt x="1630018" y="3170583"/>
                  <a:pt x="1620078" y="3165613"/>
                </a:cubicBezTo>
                <a:cubicBezTo>
                  <a:pt x="1615109" y="3160644"/>
                  <a:pt x="1605170" y="3150705"/>
                  <a:pt x="1600200" y="3145735"/>
                </a:cubicBezTo>
                <a:cubicBezTo>
                  <a:pt x="1595231" y="3140765"/>
                  <a:pt x="1595231" y="3140765"/>
                  <a:pt x="1590261" y="3135796"/>
                </a:cubicBezTo>
                <a:cubicBezTo>
                  <a:pt x="1585291" y="3130826"/>
                  <a:pt x="1580322" y="3125857"/>
                  <a:pt x="1575352" y="3120887"/>
                </a:cubicBezTo>
                <a:cubicBezTo>
                  <a:pt x="1575352" y="3120887"/>
                  <a:pt x="1575352" y="3120887"/>
                  <a:pt x="1575352" y="3120887"/>
                </a:cubicBezTo>
                <a:cubicBezTo>
                  <a:pt x="1570383" y="3115918"/>
                  <a:pt x="1570383" y="3115918"/>
                  <a:pt x="1565413" y="3110948"/>
                </a:cubicBezTo>
                <a:cubicBezTo>
                  <a:pt x="1565413" y="3110948"/>
                  <a:pt x="1565413" y="3110948"/>
                  <a:pt x="1560444" y="3110948"/>
                </a:cubicBezTo>
                <a:cubicBezTo>
                  <a:pt x="1555474" y="3105978"/>
                  <a:pt x="1550504" y="3101009"/>
                  <a:pt x="1540565" y="3096039"/>
                </a:cubicBezTo>
                <a:cubicBezTo>
                  <a:pt x="1530626" y="3091070"/>
                  <a:pt x="1520687" y="3086100"/>
                  <a:pt x="1515718" y="3081131"/>
                </a:cubicBezTo>
                <a:cubicBezTo>
                  <a:pt x="1515718" y="3081131"/>
                  <a:pt x="1515718" y="3081131"/>
                  <a:pt x="1515718" y="3081131"/>
                </a:cubicBezTo>
                <a:cubicBezTo>
                  <a:pt x="1485900" y="3061252"/>
                  <a:pt x="1451113" y="3046344"/>
                  <a:pt x="1416326" y="3036404"/>
                </a:cubicBezTo>
                <a:lnTo>
                  <a:pt x="939248" y="2882348"/>
                </a:lnTo>
                <a:lnTo>
                  <a:pt x="770283" y="2827683"/>
                </a:lnTo>
                <a:cubicBezTo>
                  <a:pt x="750404" y="2822713"/>
                  <a:pt x="730526" y="2812774"/>
                  <a:pt x="710648" y="2802835"/>
                </a:cubicBezTo>
                <a:cubicBezTo>
                  <a:pt x="705678" y="2797865"/>
                  <a:pt x="695739" y="2797865"/>
                  <a:pt x="690770" y="2792896"/>
                </a:cubicBezTo>
                <a:cubicBezTo>
                  <a:pt x="685800" y="2787926"/>
                  <a:pt x="680830" y="2787926"/>
                  <a:pt x="670891" y="2782957"/>
                </a:cubicBezTo>
                <a:cubicBezTo>
                  <a:pt x="665922" y="2777987"/>
                  <a:pt x="660952" y="2777987"/>
                  <a:pt x="651013" y="2773017"/>
                </a:cubicBezTo>
                <a:cubicBezTo>
                  <a:pt x="626165" y="2758109"/>
                  <a:pt x="606287" y="2743200"/>
                  <a:pt x="586409" y="2723322"/>
                </a:cubicBezTo>
                <a:cubicBezTo>
                  <a:pt x="581439" y="2718352"/>
                  <a:pt x="576470" y="2713383"/>
                  <a:pt x="571500" y="2708413"/>
                </a:cubicBezTo>
                <a:cubicBezTo>
                  <a:pt x="551622" y="2693505"/>
                  <a:pt x="536713" y="2673626"/>
                  <a:pt x="521804" y="2653748"/>
                </a:cubicBezTo>
                <a:cubicBezTo>
                  <a:pt x="516835" y="2648778"/>
                  <a:pt x="516835" y="2648778"/>
                  <a:pt x="511865" y="2643809"/>
                </a:cubicBezTo>
                <a:cubicBezTo>
                  <a:pt x="506896" y="2638839"/>
                  <a:pt x="506896" y="2638839"/>
                  <a:pt x="506896" y="2633870"/>
                </a:cubicBezTo>
                <a:cubicBezTo>
                  <a:pt x="496957" y="2623931"/>
                  <a:pt x="491987" y="2613991"/>
                  <a:pt x="482048" y="2599083"/>
                </a:cubicBezTo>
                <a:cubicBezTo>
                  <a:pt x="477078" y="2589144"/>
                  <a:pt x="472109" y="2579205"/>
                  <a:pt x="467139" y="2569265"/>
                </a:cubicBezTo>
                <a:cubicBezTo>
                  <a:pt x="462170" y="2564296"/>
                  <a:pt x="462170" y="2559326"/>
                  <a:pt x="457200" y="2554357"/>
                </a:cubicBezTo>
                <a:cubicBezTo>
                  <a:pt x="457200" y="2549387"/>
                  <a:pt x="452230" y="2544418"/>
                  <a:pt x="452230" y="2539448"/>
                </a:cubicBezTo>
                <a:cubicBezTo>
                  <a:pt x="452230" y="2539448"/>
                  <a:pt x="452230" y="2539448"/>
                  <a:pt x="452230" y="2534478"/>
                </a:cubicBezTo>
                <a:cubicBezTo>
                  <a:pt x="452230" y="2529509"/>
                  <a:pt x="447261" y="2524539"/>
                  <a:pt x="447261" y="2519570"/>
                </a:cubicBezTo>
                <a:cubicBezTo>
                  <a:pt x="437322" y="2499691"/>
                  <a:pt x="432352" y="2474844"/>
                  <a:pt x="427383" y="2454965"/>
                </a:cubicBezTo>
                <a:cubicBezTo>
                  <a:pt x="427383" y="2449996"/>
                  <a:pt x="422413" y="2445026"/>
                  <a:pt x="422413" y="2440057"/>
                </a:cubicBezTo>
                <a:cubicBezTo>
                  <a:pt x="422413" y="2430118"/>
                  <a:pt x="417443" y="2420178"/>
                  <a:pt x="417443" y="2405270"/>
                </a:cubicBezTo>
                <a:cubicBezTo>
                  <a:pt x="417443" y="2400300"/>
                  <a:pt x="417443" y="2395331"/>
                  <a:pt x="417443" y="2390361"/>
                </a:cubicBezTo>
                <a:cubicBezTo>
                  <a:pt x="412474" y="2320787"/>
                  <a:pt x="417443" y="2251213"/>
                  <a:pt x="437322" y="2176670"/>
                </a:cubicBezTo>
                <a:lnTo>
                  <a:pt x="636104" y="1575352"/>
                </a:lnTo>
                <a:lnTo>
                  <a:pt x="1152939" y="0"/>
                </a:lnTo>
                <a:lnTo>
                  <a:pt x="2430118" y="0"/>
                </a:lnTo>
                <a:lnTo>
                  <a:pt x="2430118" y="10287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7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6000">
              <a:schemeClr val="accent3"/>
            </a:gs>
            <a:gs pos="33000">
              <a:schemeClr val="accent2"/>
            </a:gs>
            <a:gs pos="100000">
              <a:schemeClr val="accent4"/>
            </a:gs>
            <a:gs pos="0">
              <a:schemeClr val="accent1"/>
            </a:gs>
          </a:gsLst>
          <a:lin ang="6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CEE1E113-1284-4FCE-A494-81E797C77C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1" b="3311"/>
          <a:stretch/>
        </p:blipFill>
        <p:spPr/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7BCCF6E-3890-44AE-BDCF-997D1B9CB2A4}"/>
              </a:ext>
            </a:extLst>
          </p:cNvPr>
          <p:cNvSpPr/>
          <p:nvPr/>
        </p:nvSpPr>
        <p:spPr>
          <a:xfrm rot="5400000" flipH="1">
            <a:off x="2209800" y="-2209800"/>
            <a:ext cx="10287000" cy="14706600"/>
          </a:xfrm>
          <a:custGeom>
            <a:avLst/>
            <a:gdLst>
              <a:gd name="connsiteX0" fmla="*/ 10287000 w 10287000"/>
              <a:gd name="connsiteY0" fmla="*/ 8991601 h 14706600"/>
              <a:gd name="connsiteX1" fmla="*/ 10287000 w 10287000"/>
              <a:gd name="connsiteY1" fmla="*/ 14706600 h 14706600"/>
              <a:gd name="connsiteX2" fmla="*/ 0 w 10287000"/>
              <a:gd name="connsiteY2" fmla="*/ 14706600 h 14706600"/>
              <a:gd name="connsiteX3" fmla="*/ 0 w 10287000"/>
              <a:gd name="connsiteY3" fmla="*/ 8991601 h 14706600"/>
              <a:gd name="connsiteX4" fmla="*/ 10287000 w 10287000"/>
              <a:gd name="connsiteY4" fmla="*/ 8991600 h 14706600"/>
              <a:gd name="connsiteX5" fmla="*/ 0 w 10287000"/>
              <a:gd name="connsiteY5" fmla="*/ 8991600 h 14706600"/>
              <a:gd name="connsiteX6" fmla="*/ 0 w 10287000"/>
              <a:gd name="connsiteY6" fmla="*/ 0 h 1470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87000" h="14706600">
                <a:moveTo>
                  <a:pt x="10287000" y="8991601"/>
                </a:moveTo>
                <a:lnTo>
                  <a:pt x="10287000" y="14706600"/>
                </a:lnTo>
                <a:lnTo>
                  <a:pt x="0" y="14706600"/>
                </a:lnTo>
                <a:lnTo>
                  <a:pt x="0" y="8991601"/>
                </a:lnTo>
                <a:close/>
                <a:moveTo>
                  <a:pt x="10287000" y="8991600"/>
                </a:moveTo>
                <a:lnTo>
                  <a:pt x="0" y="89916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86658A-1790-46A2-8808-C8D2F2DF0361}"/>
              </a:ext>
            </a:extLst>
          </p:cNvPr>
          <p:cNvSpPr/>
          <p:nvPr/>
        </p:nvSpPr>
        <p:spPr>
          <a:xfrm>
            <a:off x="720000" y="719100"/>
            <a:ext cx="16848000" cy="8848799"/>
          </a:xfrm>
          <a:prstGeom prst="roundRect">
            <a:avLst>
              <a:gd name="adj" fmla="val 2028"/>
            </a:avLst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75EB2E-8AD1-4388-B367-DA9BCBE9F24F}"/>
              </a:ext>
            </a:extLst>
          </p:cNvPr>
          <p:cNvSpPr txBox="1"/>
          <p:nvPr/>
        </p:nvSpPr>
        <p:spPr>
          <a:xfrm>
            <a:off x="2233750" y="5925396"/>
            <a:ext cx="75198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7BBE1C-99A6-474E-B424-C9FCD565E9A5}"/>
              </a:ext>
            </a:extLst>
          </p:cNvPr>
          <p:cNvSpPr txBox="1"/>
          <p:nvPr/>
        </p:nvSpPr>
        <p:spPr>
          <a:xfrm>
            <a:off x="2938455" y="4110114"/>
            <a:ext cx="5090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44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rPr>
              <a:t>COMPANY NAME</a:t>
            </a:r>
            <a:endParaRPr lang="uk-UA" sz="4400" dirty="0">
              <a:gradFill>
                <a:gsLst>
                  <a:gs pos="100000">
                    <a:schemeClr val="accent5"/>
                  </a:gs>
                  <a:gs pos="0">
                    <a:schemeClr val="accent6"/>
                  </a:gs>
                </a:gsLst>
                <a:lin ang="6600000" scaled="0"/>
              </a:gra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2762A87-976D-4A54-9A41-EBAB3717AAD3}"/>
              </a:ext>
            </a:extLst>
          </p:cNvPr>
          <p:cNvGrpSpPr/>
          <p:nvPr/>
        </p:nvGrpSpPr>
        <p:grpSpPr>
          <a:xfrm>
            <a:off x="2233751" y="2976610"/>
            <a:ext cx="2290821" cy="2402672"/>
            <a:chOff x="5564270" y="7633442"/>
            <a:chExt cx="2290821" cy="2402672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310A1CA-58EA-44C6-AB04-A1004AB2C536}"/>
                </a:ext>
              </a:extLst>
            </p:cNvPr>
            <p:cNvSpPr/>
            <p:nvPr/>
          </p:nvSpPr>
          <p:spPr>
            <a:xfrm>
              <a:off x="5564270" y="7633442"/>
              <a:ext cx="2290821" cy="240267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solidFill>
              <a:srgbClr val="FA71CD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70968F-95DC-477C-A3CD-082279C279E6}"/>
                </a:ext>
              </a:extLst>
            </p:cNvPr>
            <p:cNvSpPr/>
            <p:nvPr/>
          </p:nvSpPr>
          <p:spPr>
            <a:xfrm>
              <a:off x="5564270" y="7633442"/>
              <a:ext cx="2290821" cy="240267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A2A91A2-1F40-4735-9A2B-92969D34B110}"/>
                </a:ext>
              </a:extLst>
            </p:cNvPr>
            <p:cNvSpPr/>
            <p:nvPr/>
          </p:nvSpPr>
          <p:spPr>
            <a:xfrm>
              <a:off x="5564270" y="7633442"/>
              <a:ext cx="2290821" cy="2397000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solidFill>
              <a:srgbClr val="764BA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1E8D05B-F7D8-43B9-AC80-BA9289944D7A}"/>
                </a:ext>
              </a:extLst>
            </p:cNvPr>
            <p:cNvSpPr/>
            <p:nvPr/>
          </p:nvSpPr>
          <p:spPr>
            <a:xfrm>
              <a:off x="5564270" y="7633442"/>
              <a:ext cx="2290821" cy="2397000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F497CAB-74E4-45B3-9689-75D1274F8BBF}"/>
                </a:ext>
              </a:extLst>
            </p:cNvPr>
            <p:cNvSpPr/>
            <p:nvPr/>
          </p:nvSpPr>
          <p:spPr>
            <a:xfrm>
              <a:off x="5564920" y="7633442"/>
              <a:ext cx="2290171" cy="1243748"/>
            </a:xfrm>
            <a:custGeom>
              <a:avLst/>
              <a:gdLst>
                <a:gd name="connsiteX0" fmla="*/ 900819 w 2290171"/>
                <a:gd name="connsiteY0" fmla="*/ 380874 h 1243748"/>
                <a:gd name="connsiteX1" fmla="*/ 1760941 w 2290171"/>
                <a:gd name="connsiteY1" fmla="*/ 841899 h 1243748"/>
                <a:gd name="connsiteX2" fmla="*/ 2099486 w 2290171"/>
                <a:gd name="connsiteY2" fmla="*/ 978143 h 1243748"/>
                <a:gd name="connsiteX3" fmla="*/ 2110495 w 2290171"/>
                <a:gd name="connsiteY3" fmla="*/ 975390 h 1243748"/>
                <a:gd name="connsiteX4" fmla="*/ 2261877 w 2290171"/>
                <a:gd name="connsiteY4" fmla="*/ 634094 h 1243748"/>
                <a:gd name="connsiteX5" fmla="*/ 1787089 w 2290171"/>
                <a:gd name="connsiteY5" fmla="*/ 151049 h 1243748"/>
                <a:gd name="connsiteX6" fmla="*/ 181069 w 2290171"/>
                <a:gd name="connsiteY6" fmla="*/ 565284 h 1243748"/>
                <a:gd name="connsiteX7" fmla="*/ 788 w 2290171"/>
                <a:gd name="connsiteY7" fmla="*/ 1243748 h 1243748"/>
                <a:gd name="connsiteX8" fmla="*/ 900819 w 2290171"/>
                <a:gd name="connsiteY8" fmla="*/ 380874 h 1243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0171" h="1243748">
                  <a:moveTo>
                    <a:pt x="900819" y="380874"/>
                  </a:moveTo>
                  <a:cubicBezTo>
                    <a:pt x="1401755" y="364359"/>
                    <a:pt x="1638460" y="651984"/>
                    <a:pt x="1760941" y="841899"/>
                  </a:cubicBezTo>
                  <a:cubicBezTo>
                    <a:pt x="1836632" y="957500"/>
                    <a:pt x="1965994" y="1011171"/>
                    <a:pt x="2099486" y="978143"/>
                  </a:cubicBezTo>
                  <a:lnTo>
                    <a:pt x="2110495" y="975390"/>
                  </a:lnTo>
                  <a:cubicBezTo>
                    <a:pt x="2260500" y="938233"/>
                    <a:pt x="2334815" y="770337"/>
                    <a:pt x="2261877" y="634094"/>
                  </a:cubicBezTo>
                  <a:cubicBezTo>
                    <a:pt x="2157286" y="438674"/>
                    <a:pt x="1996271" y="269402"/>
                    <a:pt x="1787089" y="151049"/>
                  </a:cubicBezTo>
                  <a:cubicBezTo>
                    <a:pt x="1231106" y="-159971"/>
                    <a:pt x="518237" y="24439"/>
                    <a:pt x="181069" y="565284"/>
                  </a:cubicBezTo>
                  <a:cubicBezTo>
                    <a:pt x="48955" y="777218"/>
                    <a:pt x="-7469" y="1012547"/>
                    <a:pt x="788" y="1243748"/>
                  </a:cubicBezTo>
                  <a:cubicBezTo>
                    <a:pt x="-8846" y="746942"/>
                    <a:pt x="399884" y="397388"/>
                    <a:pt x="900819" y="380874"/>
                  </a:cubicBez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A313174-9434-4AB6-A498-57E9C4F8B679}"/>
                </a:ext>
              </a:extLst>
            </p:cNvPr>
            <p:cNvSpPr/>
            <p:nvPr/>
          </p:nvSpPr>
          <p:spPr>
            <a:xfrm>
              <a:off x="5565541" y="7968327"/>
              <a:ext cx="2288533" cy="907486"/>
            </a:xfrm>
            <a:custGeom>
              <a:avLst/>
              <a:gdLst>
                <a:gd name="connsiteX0" fmla="*/ 2109874 w 2288533"/>
                <a:gd name="connsiteY0" fmla="*/ 595091 h 907486"/>
                <a:gd name="connsiteX1" fmla="*/ 2098865 w 2288533"/>
                <a:gd name="connsiteY1" fmla="*/ 597843 h 907486"/>
                <a:gd name="connsiteX2" fmla="*/ 1760321 w 2288533"/>
                <a:gd name="connsiteY2" fmla="*/ 461600 h 907486"/>
                <a:gd name="connsiteX3" fmla="*/ 900199 w 2288533"/>
                <a:gd name="connsiteY3" fmla="*/ 574 h 907486"/>
                <a:gd name="connsiteX4" fmla="*/ 167 w 2288533"/>
                <a:gd name="connsiteY4" fmla="*/ 863449 h 907486"/>
                <a:gd name="connsiteX5" fmla="*/ 167 w 2288533"/>
                <a:gd name="connsiteY5" fmla="*/ 841430 h 907486"/>
                <a:gd name="connsiteX6" fmla="*/ 167 w 2288533"/>
                <a:gd name="connsiteY6" fmla="*/ 907487 h 907486"/>
                <a:gd name="connsiteX7" fmla="*/ 900199 w 2288533"/>
                <a:gd name="connsiteY7" fmla="*/ 45989 h 907486"/>
                <a:gd name="connsiteX8" fmla="*/ 1760321 w 2288533"/>
                <a:gd name="connsiteY8" fmla="*/ 507014 h 907486"/>
                <a:gd name="connsiteX9" fmla="*/ 2098865 w 2288533"/>
                <a:gd name="connsiteY9" fmla="*/ 643257 h 907486"/>
                <a:gd name="connsiteX10" fmla="*/ 2109874 w 2288533"/>
                <a:gd name="connsiteY10" fmla="*/ 640505 h 907486"/>
                <a:gd name="connsiteX11" fmla="*/ 2287403 w 2288533"/>
                <a:gd name="connsiteY11" fmla="*/ 388661 h 907486"/>
                <a:gd name="connsiteX12" fmla="*/ 2109874 w 2288533"/>
                <a:gd name="connsiteY12" fmla="*/ 595091 h 9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88533" h="907486">
                  <a:moveTo>
                    <a:pt x="2109874" y="595091"/>
                  </a:moveTo>
                  <a:lnTo>
                    <a:pt x="2098865" y="597843"/>
                  </a:lnTo>
                  <a:cubicBezTo>
                    <a:pt x="1965374" y="630872"/>
                    <a:pt x="1836011" y="577200"/>
                    <a:pt x="1760321" y="461600"/>
                  </a:cubicBezTo>
                  <a:cubicBezTo>
                    <a:pt x="1637839" y="273061"/>
                    <a:pt x="1401134" y="-14564"/>
                    <a:pt x="900199" y="574"/>
                  </a:cubicBezTo>
                  <a:cubicBezTo>
                    <a:pt x="399263" y="18465"/>
                    <a:pt x="-9467" y="366642"/>
                    <a:pt x="167" y="863449"/>
                  </a:cubicBezTo>
                  <a:cubicBezTo>
                    <a:pt x="167" y="856568"/>
                    <a:pt x="167" y="849687"/>
                    <a:pt x="167" y="841430"/>
                  </a:cubicBezTo>
                  <a:cubicBezTo>
                    <a:pt x="167" y="863449"/>
                    <a:pt x="167" y="885468"/>
                    <a:pt x="167" y="907487"/>
                  </a:cubicBezTo>
                  <a:cubicBezTo>
                    <a:pt x="-9467" y="410680"/>
                    <a:pt x="399263" y="61127"/>
                    <a:pt x="900199" y="45989"/>
                  </a:cubicBezTo>
                  <a:cubicBezTo>
                    <a:pt x="1401134" y="29474"/>
                    <a:pt x="1637839" y="317099"/>
                    <a:pt x="1760321" y="507014"/>
                  </a:cubicBezTo>
                  <a:cubicBezTo>
                    <a:pt x="1836011" y="622614"/>
                    <a:pt x="1965374" y="676286"/>
                    <a:pt x="2098865" y="643257"/>
                  </a:cubicBezTo>
                  <a:lnTo>
                    <a:pt x="2109874" y="640505"/>
                  </a:lnTo>
                  <a:cubicBezTo>
                    <a:pt x="2228227" y="611605"/>
                    <a:pt x="2298413" y="500133"/>
                    <a:pt x="2287403" y="388661"/>
                  </a:cubicBezTo>
                  <a:cubicBezTo>
                    <a:pt x="2279146" y="483619"/>
                    <a:pt x="2213089" y="570319"/>
                    <a:pt x="2109874" y="595091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6600000" scaled="0"/>
            </a:gra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5DAFE76-AE95-446C-B2D3-452FFA7DD723}"/>
                </a:ext>
              </a:extLst>
            </p:cNvPr>
            <p:cNvSpPr/>
            <p:nvPr/>
          </p:nvSpPr>
          <p:spPr>
            <a:xfrm>
              <a:off x="7057503" y="9789608"/>
              <a:ext cx="173400" cy="173400"/>
            </a:xfrm>
            <a:custGeom>
              <a:avLst/>
              <a:gdLst>
                <a:gd name="connsiteX0" fmla="*/ 173401 w 173400"/>
                <a:gd name="connsiteY0" fmla="*/ 86700 h 173400"/>
                <a:gd name="connsiteX1" fmla="*/ 86700 w 173400"/>
                <a:gd name="connsiteY1" fmla="*/ 173401 h 173400"/>
                <a:gd name="connsiteX2" fmla="*/ 0 w 173400"/>
                <a:gd name="connsiteY2" fmla="*/ 86700 h 173400"/>
                <a:gd name="connsiteX3" fmla="*/ 86700 w 173400"/>
                <a:gd name="connsiteY3" fmla="*/ 0 h 173400"/>
                <a:gd name="connsiteX4" fmla="*/ 173401 w 173400"/>
                <a:gd name="connsiteY4" fmla="*/ 86700 h 1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400" h="173400">
                  <a:moveTo>
                    <a:pt x="173401" y="86700"/>
                  </a:moveTo>
                  <a:cubicBezTo>
                    <a:pt x="173401" y="134867"/>
                    <a:pt x="134867" y="173401"/>
                    <a:pt x="86700" y="173401"/>
                  </a:cubicBezTo>
                  <a:cubicBezTo>
                    <a:pt x="38534" y="173401"/>
                    <a:pt x="0" y="134867"/>
                    <a:pt x="0" y="86700"/>
                  </a:cubicBezTo>
                  <a:cubicBezTo>
                    <a:pt x="0" y="38534"/>
                    <a:pt x="38534" y="0"/>
                    <a:pt x="86700" y="0"/>
                  </a:cubicBezTo>
                  <a:cubicBezTo>
                    <a:pt x="134867" y="0"/>
                    <a:pt x="173401" y="39910"/>
                    <a:pt x="173401" y="86700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4928C08-1E88-42C1-8FCB-C400B12D27FD}"/>
                </a:ext>
              </a:extLst>
            </p:cNvPr>
            <p:cNvSpPr/>
            <p:nvPr/>
          </p:nvSpPr>
          <p:spPr>
            <a:xfrm>
              <a:off x="5829760" y="9050591"/>
              <a:ext cx="1161342" cy="911041"/>
            </a:xfrm>
            <a:custGeom>
              <a:avLst/>
              <a:gdLst>
                <a:gd name="connsiteX0" fmla="*/ 1054343 w 1161342"/>
                <a:gd name="connsiteY0" fmla="*/ 817460 h 911041"/>
                <a:gd name="connsiteX1" fmla="*/ 371750 w 1161342"/>
                <a:gd name="connsiteY1" fmla="*/ 675712 h 911041"/>
                <a:gd name="connsiteX2" fmla="*/ 178 w 1161342"/>
                <a:gd name="connsiteY2" fmla="*/ 0 h 911041"/>
                <a:gd name="connsiteX3" fmla="*/ 371750 w 1161342"/>
                <a:gd name="connsiteY3" fmla="*/ 704612 h 911041"/>
                <a:gd name="connsiteX4" fmla="*/ 1054343 w 1161342"/>
                <a:gd name="connsiteY4" fmla="*/ 846360 h 911041"/>
                <a:gd name="connsiteX5" fmla="*/ 1160310 w 1161342"/>
                <a:gd name="connsiteY5" fmla="*/ 909665 h 911041"/>
                <a:gd name="connsiteX6" fmla="*/ 1160310 w 1161342"/>
                <a:gd name="connsiteY6" fmla="*/ 911041 h 911041"/>
                <a:gd name="connsiteX7" fmla="*/ 1160310 w 1161342"/>
                <a:gd name="connsiteY7" fmla="*/ 880765 h 911041"/>
                <a:gd name="connsiteX8" fmla="*/ 1054343 w 1161342"/>
                <a:gd name="connsiteY8" fmla="*/ 817460 h 91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1342" h="911041">
                  <a:moveTo>
                    <a:pt x="1054343" y="817460"/>
                  </a:moveTo>
                  <a:cubicBezTo>
                    <a:pt x="823142" y="884894"/>
                    <a:pt x="590565" y="817460"/>
                    <a:pt x="371750" y="675712"/>
                  </a:cubicBezTo>
                  <a:cubicBezTo>
                    <a:pt x="126788" y="517450"/>
                    <a:pt x="2930" y="265606"/>
                    <a:pt x="178" y="0"/>
                  </a:cubicBezTo>
                  <a:cubicBezTo>
                    <a:pt x="-5327" y="275239"/>
                    <a:pt x="117154" y="540845"/>
                    <a:pt x="371750" y="704612"/>
                  </a:cubicBezTo>
                  <a:cubicBezTo>
                    <a:pt x="591942" y="846360"/>
                    <a:pt x="823142" y="913794"/>
                    <a:pt x="1054343" y="846360"/>
                  </a:cubicBezTo>
                  <a:cubicBezTo>
                    <a:pt x="1101134" y="832598"/>
                    <a:pt x="1150677" y="861498"/>
                    <a:pt x="1160310" y="909665"/>
                  </a:cubicBezTo>
                  <a:cubicBezTo>
                    <a:pt x="1160310" y="909665"/>
                    <a:pt x="1160310" y="909665"/>
                    <a:pt x="1160310" y="911041"/>
                  </a:cubicBezTo>
                  <a:cubicBezTo>
                    <a:pt x="1161686" y="901408"/>
                    <a:pt x="1161686" y="890398"/>
                    <a:pt x="1160310" y="880765"/>
                  </a:cubicBezTo>
                  <a:cubicBezTo>
                    <a:pt x="1150677" y="832598"/>
                    <a:pt x="1101134" y="803698"/>
                    <a:pt x="1054343" y="817460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1339A7C-7491-4DB3-9D95-9E7A0E179C94}"/>
                </a:ext>
              </a:extLst>
            </p:cNvPr>
            <p:cNvSpPr/>
            <p:nvPr/>
          </p:nvSpPr>
          <p:spPr>
            <a:xfrm>
              <a:off x="7284576" y="9705660"/>
              <a:ext cx="126609" cy="126609"/>
            </a:xfrm>
            <a:custGeom>
              <a:avLst/>
              <a:gdLst>
                <a:gd name="connsiteX0" fmla="*/ 126610 w 126609"/>
                <a:gd name="connsiteY0" fmla="*/ 63305 h 126609"/>
                <a:gd name="connsiteX1" fmla="*/ 63305 w 126609"/>
                <a:gd name="connsiteY1" fmla="*/ 126610 h 126609"/>
                <a:gd name="connsiteX2" fmla="*/ 0 w 126609"/>
                <a:gd name="connsiteY2" fmla="*/ 63305 h 126609"/>
                <a:gd name="connsiteX3" fmla="*/ 63305 w 126609"/>
                <a:gd name="connsiteY3" fmla="*/ 0 h 126609"/>
                <a:gd name="connsiteX4" fmla="*/ 126610 w 126609"/>
                <a:gd name="connsiteY4" fmla="*/ 63305 h 1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09" h="126609">
                  <a:moveTo>
                    <a:pt x="126610" y="63305"/>
                  </a:moveTo>
                  <a:cubicBezTo>
                    <a:pt x="126610" y="99086"/>
                    <a:pt x="97710" y="126610"/>
                    <a:pt x="63305" y="126610"/>
                  </a:cubicBezTo>
                  <a:cubicBezTo>
                    <a:pt x="27524" y="126610"/>
                    <a:pt x="0" y="97710"/>
                    <a:pt x="0" y="63305"/>
                  </a:cubicBezTo>
                  <a:cubicBezTo>
                    <a:pt x="0" y="27524"/>
                    <a:pt x="28900" y="0"/>
                    <a:pt x="63305" y="0"/>
                  </a:cubicBezTo>
                  <a:cubicBezTo>
                    <a:pt x="97710" y="0"/>
                    <a:pt x="126610" y="27524"/>
                    <a:pt x="126610" y="63305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C5CCFA5-8091-475F-A20C-961D483885FB}"/>
                </a:ext>
              </a:extLst>
            </p:cNvPr>
            <p:cNvSpPr/>
            <p:nvPr/>
          </p:nvSpPr>
          <p:spPr>
            <a:xfrm>
              <a:off x="7449719" y="9623088"/>
              <a:ext cx="82571" cy="82571"/>
            </a:xfrm>
            <a:custGeom>
              <a:avLst/>
              <a:gdLst>
                <a:gd name="connsiteX0" fmla="*/ 82572 w 82571"/>
                <a:gd name="connsiteY0" fmla="*/ 41286 h 82571"/>
                <a:gd name="connsiteX1" fmla="*/ 41286 w 82571"/>
                <a:gd name="connsiteY1" fmla="*/ 82572 h 82571"/>
                <a:gd name="connsiteX2" fmla="*/ 0 w 82571"/>
                <a:gd name="connsiteY2" fmla="*/ 41286 h 82571"/>
                <a:gd name="connsiteX3" fmla="*/ 41286 w 82571"/>
                <a:gd name="connsiteY3" fmla="*/ 0 h 82571"/>
                <a:gd name="connsiteX4" fmla="*/ 82572 w 82571"/>
                <a:gd name="connsiteY4" fmla="*/ 41286 h 8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71" h="82571">
                  <a:moveTo>
                    <a:pt x="82572" y="41286"/>
                  </a:moveTo>
                  <a:cubicBezTo>
                    <a:pt x="82572" y="64088"/>
                    <a:pt x="64087" y="82572"/>
                    <a:pt x="41286" y="82572"/>
                  </a:cubicBezTo>
                  <a:cubicBezTo>
                    <a:pt x="18484" y="82572"/>
                    <a:pt x="0" y="64088"/>
                    <a:pt x="0" y="41286"/>
                  </a:cubicBezTo>
                  <a:cubicBezTo>
                    <a:pt x="0" y="18484"/>
                    <a:pt x="18484" y="0"/>
                    <a:pt x="41286" y="0"/>
                  </a:cubicBezTo>
                  <a:cubicBezTo>
                    <a:pt x="64087" y="0"/>
                    <a:pt x="82572" y="18484"/>
                    <a:pt x="82572" y="41286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5557D48-A992-41DE-B74E-801B344F034F}"/>
                </a:ext>
              </a:extLst>
            </p:cNvPr>
            <p:cNvSpPr/>
            <p:nvPr/>
          </p:nvSpPr>
          <p:spPr>
            <a:xfrm>
              <a:off x="5753290" y="8180689"/>
              <a:ext cx="903740" cy="1851129"/>
            </a:xfrm>
            <a:custGeom>
              <a:avLst/>
              <a:gdLst>
                <a:gd name="connsiteX0" fmla="*/ 149585 w 903740"/>
                <a:gd name="connsiteY0" fmla="*/ 419886 h 1851129"/>
                <a:gd name="connsiteX1" fmla="*/ 874840 w 903740"/>
                <a:gd name="connsiteY1" fmla="*/ 146 h 1851129"/>
                <a:gd name="connsiteX2" fmla="*/ 115180 w 903740"/>
                <a:gd name="connsiteY2" fmla="*/ 419886 h 1851129"/>
                <a:gd name="connsiteX3" fmla="*/ 799149 w 903740"/>
                <a:gd name="connsiteY3" fmla="*/ 1837367 h 1851129"/>
                <a:gd name="connsiteX4" fmla="*/ 903740 w 903740"/>
                <a:gd name="connsiteY4" fmla="*/ 1851129 h 1851129"/>
                <a:gd name="connsiteX5" fmla="*/ 149585 w 903740"/>
                <a:gd name="connsiteY5" fmla="*/ 419886 h 185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3740" h="1851129">
                  <a:moveTo>
                    <a:pt x="149585" y="419886"/>
                  </a:moveTo>
                  <a:cubicBezTo>
                    <a:pt x="310600" y="155656"/>
                    <a:pt x="588591" y="7027"/>
                    <a:pt x="874840" y="146"/>
                  </a:cubicBezTo>
                  <a:cubicBezTo>
                    <a:pt x="576206" y="-5358"/>
                    <a:pt x="283076" y="144647"/>
                    <a:pt x="115180" y="419886"/>
                  </a:cubicBezTo>
                  <a:cubicBezTo>
                    <a:pt x="-73358" y="728154"/>
                    <a:pt x="-139416" y="1625433"/>
                    <a:pt x="799149" y="1837367"/>
                  </a:cubicBezTo>
                  <a:cubicBezTo>
                    <a:pt x="833554" y="1844248"/>
                    <a:pt x="869335" y="1848377"/>
                    <a:pt x="903740" y="1851129"/>
                  </a:cubicBezTo>
                  <a:cubicBezTo>
                    <a:pt x="-109140" y="1669472"/>
                    <a:pt x="-43082" y="735035"/>
                    <a:pt x="149585" y="419886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00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6000">
              <a:schemeClr val="accent3"/>
            </a:gs>
            <a:gs pos="33000">
              <a:schemeClr val="accent2"/>
            </a:gs>
            <a:gs pos="100000">
              <a:schemeClr val="accent4"/>
            </a:gs>
            <a:gs pos="0">
              <a:schemeClr val="accent1"/>
            </a:gs>
          </a:gsLst>
          <a:lin ang="6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Placeholder 58">
            <a:extLst>
              <a:ext uri="{FF2B5EF4-FFF2-40B4-BE49-F238E27FC236}">
                <a16:creationId xmlns:a16="http://schemas.microsoft.com/office/drawing/2014/main" id="{A7B24A4B-EF02-427E-9714-D22E923DD6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1" b="3311"/>
          <a:stretch/>
        </p:blipFill>
        <p:spPr/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7BCCF6E-3890-44AE-BDCF-997D1B9CB2A4}"/>
              </a:ext>
            </a:extLst>
          </p:cNvPr>
          <p:cNvSpPr/>
          <p:nvPr/>
        </p:nvSpPr>
        <p:spPr>
          <a:xfrm rot="5400000" flipV="1">
            <a:off x="5791200" y="-2209800"/>
            <a:ext cx="10287000" cy="14706600"/>
          </a:xfrm>
          <a:custGeom>
            <a:avLst/>
            <a:gdLst>
              <a:gd name="connsiteX0" fmla="*/ 10287000 w 10287000"/>
              <a:gd name="connsiteY0" fmla="*/ 8991601 h 14706600"/>
              <a:gd name="connsiteX1" fmla="*/ 10287000 w 10287000"/>
              <a:gd name="connsiteY1" fmla="*/ 14706600 h 14706600"/>
              <a:gd name="connsiteX2" fmla="*/ 0 w 10287000"/>
              <a:gd name="connsiteY2" fmla="*/ 14706600 h 14706600"/>
              <a:gd name="connsiteX3" fmla="*/ 0 w 10287000"/>
              <a:gd name="connsiteY3" fmla="*/ 8991601 h 14706600"/>
              <a:gd name="connsiteX4" fmla="*/ 10287000 w 10287000"/>
              <a:gd name="connsiteY4" fmla="*/ 8991600 h 14706600"/>
              <a:gd name="connsiteX5" fmla="*/ 0 w 10287000"/>
              <a:gd name="connsiteY5" fmla="*/ 8991600 h 14706600"/>
              <a:gd name="connsiteX6" fmla="*/ 0 w 10287000"/>
              <a:gd name="connsiteY6" fmla="*/ 0 h 1470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87000" h="14706600">
                <a:moveTo>
                  <a:pt x="10287000" y="8991601"/>
                </a:moveTo>
                <a:lnTo>
                  <a:pt x="10287000" y="14706600"/>
                </a:lnTo>
                <a:lnTo>
                  <a:pt x="0" y="14706600"/>
                </a:lnTo>
                <a:lnTo>
                  <a:pt x="0" y="8991601"/>
                </a:lnTo>
                <a:close/>
                <a:moveTo>
                  <a:pt x="10287000" y="8991600"/>
                </a:moveTo>
                <a:lnTo>
                  <a:pt x="0" y="89916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06B546-6E44-4986-B782-C44C1F3265D8}"/>
              </a:ext>
            </a:extLst>
          </p:cNvPr>
          <p:cNvSpPr txBox="1"/>
          <p:nvPr/>
        </p:nvSpPr>
        <p:spPr>
          <a:xfrm>
            <a:off x="9601199" y="3670637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gradFill>
                  <a:gsLst>
                    <a:gs pos="100000">
                      <a:schemeClr val="accent3"/>
                    </a:gs>
                    <a:gs pos="0">
                      <a:schemeClr val="accent2"/>
                    </a:gs>
                  </a:gsLst>
                  <a:lin ang="6600000" scaled="0"/>
                </a:gradFill>
              </a:rPr>
              <a:t>COMPANY NAME</a:t>
            </a:r>
            <a:endParaRPr lang="uk-UA" sz="6000" dirty="0"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B0CA60-9D9D-47E0-9C39-418BBB639767}"/>
              </a:ext>
            </a:extLst>
          </p:cNvPr>
          <p:cNvSpPr txBox="1"/>
          <p:nvPr/>
        </p:nvSpPr>
        <p:spPr>
          <a:xfrm>
            <a:off x="8610600" y="4633513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creative multipurpose presentation template. Advance,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clean and professional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86658A-1790-46A2-8808-C8D2F2DF0361}"/>
              </a:ext>
            </a:extLst>
          </p:cNvPr>
          <p:cNvSpPr/>
          <p:nvPr/>
        </p:nvSpPr>
        <p:spPr>
          <a:xfrm>
            <a:off x="720000" y="719100"/>
            <a:ext cx="16848000" cy="8848799"/>
          </a:xfrm>
          <a:prstGeom prst="roundRect">
            <a:avLst>
              <a:gd name="adj" fmla="val 2028"/>
            </a:avLst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E1AF93-CC93-4DD0-8F20-A0BEFFE8B194}"/>
              </a:ext>
            </a:extLst>
          </p:cNvPr>
          <p:cNvGrpSpPr/>
          <p:nvPr/>
        </p:nvGrpSpPr>
        <p:grpSpPr>
          <a:xfrm>
            <a:off x="15345727" y="1485900"/>
            <a:ext cx="1154972" cy="1447800"/>
            <a:chOff x="16199578" y="342900"/>
            <a:chExt cx="1154972" cy="14478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F930E53-55A5-4AF6-8C03-893814CEC091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656042B-0D50-4D56-B522-1061EB652958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BDD30AE-1C3A-4981-80F2-5B10F1379A7E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9C88E97-5C56-4AFF-9BE4-A03EB1F35051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B410903-8801-4BAE-B560-A240D442D3C5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68C9D4B-D115-4227-952C-A0FBED2C5974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4299F442-F901-4EDD-8674-4D44A9F21A51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F756566-D717-4C37-B00D-ECC205DA3228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669A87-D384-4C46-BEEF-92562414975F}"/>
                </a:ext>
              </a:extLst>
            </p:cNvPr>
            <p:cNvSpPr txBox="1"/>
            <p:nvPr/>
          </p:nvSpPr>
          <p:spPr>
            <a:xfrm>
              <a:off x="16260233" y="1513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A2C496DD-951F-4262-80A4-013617DD3A8D}"/>
              </a:ext>
            </a:extLst>
          </p:cNvPr>
          <p:cNvSpPr/>
          <p:nvPr/>
        </p:nvSpPr>
        <p:spPr>
          <a:xfrm>
            <a:off x="13814549" y="8420100"/>
            <a:ext cx="381000" cy="381000"/>
          </a:xfrm>
          <a:prstGeom prst="ellipse">
            <a:avLst/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1DFD129-D129-4DFE-A235-B6B759D54CDE}"/>
              </a:ext>
            </a:extLst>
          </p:cNvPr>
          <p:cNvSpPr/>
          <p:nvPr/>
        </p:nvSpPr>
        <p:spPr>
          <a:xfrm>
            <a:off x="16157799" y="8420100"/>
            <a:ext cx="381000" cy="381000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806BE91-69AE-4FF3-8D11-2F633AA94D79}"/>
              </a:ext>
            </a:extLst>
          </p:cNvPr>
          <p:cNvSpPr/>
          <p:nvPr/>
        </p:nvSpPr>
        <p:spPr>
          <a:xfrm>
            <a:off x="15571985" y="8420100"/>
            <a:ext cx="381000" cy="381000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7900F50-19BD-4BB3-91F0-D831239DC946}"/>
              </a:ext>
            </a:extLst>
          </p:cNvPr>
          <p:cNvSpPr/>
          <p:nvPr/>
        </p:nvSpPr>
        <p:spPr>
          <a:xfrm>
            <a:off x="14986173" y="8420100"/>
            <a:ext cx="381000" cy="381000"/>
          </a:xfrm>
          <a:prstGeom prst="ellips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BEC82E6-5799-4EEB-830A-1C2E50DBA2ED}"/>
              </a:ext>
            </a:extLst>
          </p:cNvPr>
          <p:cNvSpPr/>
          <p:nvPr/>
        </p:nvSpPr>
        <p:spPr>
          <a:xfrm>
            <a:off x="14400361" y="8420100"/>
            <a:ext cx="381000" cy="381000"/>
          </a:xfrm>
          <a:prstGeom prst="ellipse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5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6000">
              <a:schemeClr val="accent3"/>
            </a:gs>
            <a:gs pos="33000">
              <a:schemeClr val="accent2"/>
            </a:gs>
            <a:gs pos="100000">
              <a:schemeClr val="accent4"/>
            </a:gs>
            <a:gs pos="0">
              <a:schemeClr val="accent1"/>
            </a:gs>
          </a:gsLst>
          <a:lin ang="6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Placeholder 58">
            <a:extLst>
              <a:ext uri="{FF2B5EF4-FFF2-40B4-BE49-F238E27FC236}">
                <a16:creationId xmlns:a16="http://schemas.microsoft.com/office/drawing/2014/main" id="{A7B24A4B-EF02-427E-9714-D22E923DD6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1" b="3311"/>
          <a:stretch/>
        </p:blipFill>
        <p:spPr/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7BCCF6E-3890-44AE-BDCF-997D1B9CB2A4}"/>
              </a:ext>
            </a:extLst>
          </p:cNvPr>
          <p:cNvSpPr/>
          <p:nvPr/>
        </p:nvSpPr>
        <p:spPr>
          <a:xfrm rot="16200000">
            <a:off x="5791200" y="-2209800"/>
            <a:ext cx="10287000" cy="14706600"/>
          </a:xfrm>
          <a:custGeom>
            <a:avLst/>
            <a:gdLst>
              <a:gd name="connsiteX0" fmla="*/ 10287000 w 10287000"/>
              <a:gd name="connsiteY0" fmla="*/ 8991601 h 14706600"/>
              <a:gd name="connsiteX1" fmla="*/ 10287000 w 10287000"/>
              <a:gd name="connsiteY1" fmla="*/ 14706600 h 14706600"/>
              <a:gd name="connsiteX2" fmla="*/ 0 w 10287000"/>
              <a:gd name="connsiteY2" fmla="*/ 14706600 h 14706600"/>
              <a:gd name="connsiteX3" fmla="*/ 0 w 10287000"/>
              <a:gd name="connsiteY3" fmla="*/ 8991601 h 14706600"/>
              <a:gd name="connsiteX4" fmla="*/ 10287000 w 10287000"/>
              <a:gd name="connsiteY4" fmla="*/ 8991600 h 14706600"/>
              <a:gd name="connsiteX5" fmla="*/ 0 w 10287000"/>
              <a:gd name="connsiteY5" fmla="*/ 8991600 h 14706600"/>
              <a:gd name="connsiteX6" fmla="*/ 0 w 10287000"/>
              <a:gd name="connsiteY6" fmla="*/ 0 h 1470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87000" h="14706600">
                <a:moveTo>
                  <a:pt x="10287000" y="8991601"/>
                </a:moveTo>
                <a:lnTo>
                  <a:pt x="10287000" y="14706600"/>
                </a:lnTo>
                <a:lnTo>
                  <a:pt x="0" y="14706600"/>
                </a:lnTo>
                <a:lnTo>
                  <a:pt x="0" y="8991601"/>
                </a:lnTo>
                <a:close/>
                <a:moveTo>
                  <a:pt x="10287000" y="8991600"/>
                </a:moveTo>
                <a:lnTo>
                  <a:pt x="0" y="89916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06B546-6E44-4986-B782-C44C1F3265D8}"/>
              </a:ext>
            </a:extLst>
          </p:cNvPr>
          <p:cNvSpPr txBox="1"/>
          <p:nvPr/>
        </p:nvSpPr>
        <p:spPr>
          <a:xfrm>
            <a:off x="9043400" y="5194637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rPr>
              <a:t>COMPANY NAME</a:t>
            </a:r>
            <a:endParaRPr lang="uk-UA" sz="6000" dirty="0">
              <a:gradFill>
                <a:gsLst>
                  <a:gs pos="100000">
                    <a:schemeClr val="accent5"/>
                  </a:gs>
                  <a:gs pos="0">
                    <a:schemeClr val="accent6"/>
                  </a:gs>
                </a:gsLst>
                <a:lin ang="6600000" scaled="0"/>
              </a:gra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453BEB8-847A-4F5D-BD8F-2C55B795B542}"/>
              </a:ext>
            </a:extLst>
          </p:cNvPr>
          <p:cNvGrpSpPr/>
          <p:nvPr/>
        </p:nvGrpSpPr>
        <p:grpSpPr>
          <a:xfrm>
            <a:off x="13386800" y="2095500"/>
            <a:ext cx="2594199" cy="2694332"/>
            <a:chOff x="6206734" y="2095459"/>
            <a:chExt cx="5862830" cy="6089129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20BBAAC-CB90-4101-BF4D-37AEBC43EA11}"/>
                </a:ext>
              </a:extLst>
            </p:cNvPr>
            <p:cNvSpPr/>
            <p:nvPr/>
          </p:nvSpPr>
          <p:spPr>
            <a:xfrm>
              <a:off x="6515110" y="2563090"/>
              <a:ext cx="5117414" cy="4829587"/>
            </a:xfrm>
            <a:custGeom>
              <a:avLst/>
              <a:gdLst>
                <a:gd name="connsiteX0" fmla="*/ 3257975 w 5117414"/>
                <a:gd name="connsiteY0" fmla="*/ 4693133 h 4829587"/>
                <a:gd name="connsiteX1" fmla="*/ 3063125 w 5117414"/>
                <a:gd name="connsiteY1" fmla="*/ 4826744 h 4829587"/>
                <a:gd name="connsiteX2" fmla="*/ 2929514 w 5117414"/>
                <a:gd name="connsiteY2" fmla="*/ 4631895 h 4829587"/>
                <a:gd name="connsiteX3" fmla="*/ 3124364 w 5117414"/>
                <a:gd name="connsiteY3" fmla="*/ 4498284 h 4829587"/>
                <a:gd name="connsiteX4" fmla="*/ 3257975 w 5117414"/>
                <a:gd name="connsiteY4" fmla="*/ 4693133 h 4829587"/>
                <a:gd name="connsiteX5" fmla="*/ 2573218 w 5117414"/>
                <a:gd name="connsiteY5" fmla="*/ 47 h 4829587"/>
                <a:gd name="connsiteX6" fmla="*/ 3989 w 5117414"/>
                <a:gd name="connsiteY6" fmla="*/ 2482985 h 4829587"/>
                <a:gd name="connsiteX7" fmla="*/ 148734 w 5117414"/>
                <a:gd name="connsiteY7" fmla="*/ 3398777 h 4829587"/>
                <a:gd name="connsiteX8" fmla="*/ 260077 w 5117414"/>
                <a:gd name="connsiteY8" fmla="*/ 3518470 h 4829587"/>
                <a:gd name="connsiteX9" fmla="*/ 1320615 w 5117414"/>
                <a:gd name="connsiteY9" fmla="*/ 3866415 h 4829587"/>
                <a:gd name="connsiteX10" fmla="*/ 301830 w 5117414"/>
                <a:gd name="connsiteY10" fmla="*/ 2605461 h 4829587"/>
                <a:gd name="connsiteX11" fmla="*/ 2461875 w 5117414"/>
                <a:gd name="connsiteY11" fmla="*/ 501088 h 4829587"/>
                <a:gd name="connsiteX12" fmla="*/ 3859224 w 5117414"/>
                <a:gd name="connsiteY12" fmla="*/ 1038316 h 4829587"/>
                <a:gd name="connsiteX13" fmla="*/ 3784068 w 5117414"/>
                <a:gd name="connsiteY13" fmla="*/ 1361209 h 4829587"/>
                <a:gd name="connsiteX14" fmla="*/ 3269109 w 5117414"/>
                <a:gd name="connsiteY14" fmla="*/ 1389044 h 4829587"/>
                <a:gd name="connsiteX15" fmla="*/ 3160550 w 5117414"/>
                <a:gd name="connsiteY15" fmla="*/ 1567192 h 4829587"/>
                <a:gd name="connsiteX16" fmla="*/ 3386018 w 5117414"/>
                <a:gd name="connsiteY16" fmla="*/ 1600595 h 4829587"/>
                <a:gd name="connsiteX17" fmla="*/ 3405503 w 5117414"/>
                <a:gd name="connsiteY17" fmla="*/ 1703587 h 4829587"/>
                <a:gd name="connsiteX18" fmla="*/ 2932298 w 5117414"/>
                <a:gd name="connsiteY18" fmla="*/ 1795445 h 4829587"/>
                <a:gd name="connsiteX19" fmla="*/ 2935081 w 5117414"/>
                <a:gd name="connsiteY19" fmla="*/ 2020913 h 4829587"/>
                <a:gd name="connsiteX20" fmla="*/ 4140364 w 5117414"/>
                <a:gd name="connsiteY20" fmla="*/ 1341724 h 4829587"/>
                <a:gd name="connsiteX21" fmla="*/ 4530063 w 5117414"/>
                <a:gd name="connsiteY21" fmla="*/ 2162875 h 4829587"/>
                <a:gd name="connsiteX22" fmla="*/ 4218304 w 5117414"/>
                <a:gd name="connsiteY22" fmla="*/ 2892168 h 4829587"/>
                <a:gd name="connsiteX23" fmla="*/ 4407586 w 5117414"/>
                <a:gd name="connsiteY23" fmla="*/ 2833713 h 4829587"/>
                <a:gd name="connsiteX24" fmla="*/ 4449339 w 5117414"/>
                <a:gd name="connsiteY24" fmla="*/ 2560924 h 4829587"/>
                <a:gd name="connsiteX25" fmla="*/ 4585734 w 5117414"/>
                <a:gd name="connsiteY25" fmla="*/ 2588760 h 4829587"/>
                <a:gd name="connsiteX26" fmla="*/ 4585734 w 5117414"/>
                <a:gd name="connsiteY26" fmla="*/ 2661133 h 4829587"/>
                <a:gd name="connsiteX27" fmla="*/ 3644890 w 5117414"/>
                <a:gd name="connsiteY27" fmla="*/ 4242196 h 4829587"/>
                <a:gd name="connsiteX28" fmla="*/ 3530763 w 5117414"/>
                <a:gd name="connsiteY28" fmla="*/ 4492717 h 4829587"/>
                <a:gd name="connsiteX29" fmla="*/ 3530763 w 5117414"/>
                <a:gd name="connsiteY29" fmla="*/ 4498284 h 4829587"/>
                <a:gd name="connsiteX30" fmla="*/ 3912112 w 5117414"/>
                <a:gd name="connsiteY30" fmla="*/ 4662514 h 4829587"/>
                <a:gd name="connsiteX31" fmla="*/ 5117395 w 5117414"/>
                <a:gd name="connsiteY31" fmla="*/ 2519171 h 4829587"/>
                <a:gd name="connsiteX32" fmla="*/ 2573218 w 5117414"/>
                <a:gd name="connsiteY32" fmla="*/ 47 h 48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117414" h="4829587">
                  <a:moveTo>
                    <a:pt x="3257975" y="4693133"/>
                  </a:moveTo>
                  <a:cubicBezTo>
                    <a:pt x="3241273" y="4784991"/>
                    <a:pt x="3152199" y="4843446"/>
                    <a:pt x="3063125" y="4826744"/>
                  </a:cubicBezTo>
                  <a:cubicBezTo>
                    <a:pt x="2971268" y="4810043"/>
                    <a:pt x="2912813" y="4720969"/>
                    <a:pt x="2929514" y="4631895"/>
                  </a:cubicBezTo>
                  <a:cubicBezTo>
                    <a:pt x="2946215" y="4540037"/>
                    <a:pt x="3035289" y="4481583"/>
                    <a:pt x="3124364" y="4498284"/>
                  </a:cubicBezTo>
                  <a:cubicBezTo>
                    <a:pt x="3213437" y="4514985"/>
                    <a:pt x="3274676" y="4601276"/>
                    <a:pt x="3257975" y="4693133"/>
                  </a:cubicBezTo>
                  <a:close/>
                  <a:moveTo>
                    <a:pt x="2573218" y="47"/>
                  </a:moveTo>
                  <a:cubicBezTo>
                    <a:pt x="1161951" y="-8304"/>
                    <a:pt x="68011" y="1105121"/>
                    <a:pt x="3989" y="2482985"/>
                  </a:cubicBezTo>
                  <a:cubicBezTo>
                    <a:pt x="-12712" y="2819796"/>
                    <a:pt x="20691" y="3123204"/>
                    <a:pt x="148734" y="3398777"/>
                  </a:cubicBezTo>
                  <a:cubicBezTo>
                    <a:pt x="190488" y="3448881"/>
                    <a:pt x="229458" y="3482283"/>
                    <a:pt x="260077" y="3518470"/>
                  </a:cubicBezTo>
                  <a:cubicBezTo>
                    <a:pt x="621940" y="3927653"/>
                    <a:pt x="1150817" y="3908169"/>
                    <a:pt x="1320615" y="3866415"/>
                  </a:cubicBezTo>
                  <a:cubicBezTo>
                    <a:pt x="638642" y="3844147"/>
                    <a:pt x="282346" y="3331971"/>
                    <a:pt x="301830" y="2605461"/>
                  </a:cubicBezTo>
                  <a:cubicBezTo>
                    <a:pt x="332450" y="1436365"/>
                    <a:pt x="1292779" y="489954"/>
                    <a:pt x="2461875" y="501088"/>
                  </a:cubicBezTo>
                  <a:cubicBezTo>
                    <a:pt x="2999103" y="506655"/>
                    <a:pt x="3486227" y="707072"/>
                    <a:pt x="3859224" y="1038316"/>
                  </a:cubicBezTo>
                  <a:cubicBezTo>
                    <a:pt x="3970567" y="1135740"/>
                    <a:pt x="3928813" y="1322239"/>
                    <a:pt x="3784068" y="1361209"/>
                  </a:cubicBezTo>
                  <a:cubicBezTo>
                    <a:pt x="3583651" y="1414096"/>
                    <a:pt x="3327564" y="1405746"/>
                    <a:pt x="3269109" y="1389044"/>
                  </a:cubicBezTo>
                  <a:cubicBezTo>
                    <a:pt x="3077043" y="1330590"/>
                    <a:pt x="3026939" y="1514305"/>
                    <a:pt x="3160550" y="1567192"/>
                  </a:cubicBezTo>
                  <a:cubicBezTo>
                    <a:pt x="3232922" y="1595028"/>
                    <a:pt x="3310862" y="1603379"/>
                    <a:pt x="3386018" y="1600595"/>
                  </a:cubicBezTo>
                  <a:cubicBezTo>
                    <a:pt x="3447257" y="1597812"/>
                    <a:pt x="3463958" y="1684102"/>
                    <a:pt x="3405503" y="1703587"/>
                  </a:cubicBezTo>
                  <a:cubicBezTo>
                    <a:pt x="3294161" y="1739773"/>
                    <a:pt x="3143848" y="1770393"/>
                    <a:pt x="2932298" y="1795445"/>
                  </a:cubicBezTo>
                  <a:cubicBezTo>
                    <a:pt x="2681777" y="1823280"/>
                    <a:pt x="2709613" y="2026480"/>
                    <a:pt x="2935081" y="2020913"/>
                  </a:cubicBezTo>
                  <a:cubicBezTo>
                    <a:pt x="3483443" y="2004212"/>
                    <a:pt x="3951082" y="1464201"/>
                    <a:pt x="4140364" y="1341724"/>
                  </a:cubicBezTo>
                  <a:cubicBezTo>
                    <a:pt x="4315729" y="1583894"/>
                    <a:pt x="4466041" y="1859466"/>
                    <a:pt x="4530063" y="2162875"/>
                  </a:cubicBezTo>
                  <a:cubicBezTo>
                    <a:pt x="4496660" y="2201845"/>
                    <a:pt x="4198819" y="2622163"/>
                    <a:pt x="4218304" y="2892168"/>
                  </a:cubicBezTo>
                  <a:cubicBezTo>
                    <a:pt x="4229438" y="3059182"/>
                    <a:pt x="4421504" y="3070316"/>
                    <a:pt x="4407586" y="2833713"/>
                  </a:cubicBezTo>
                  <a:cubicBezTo>
                    <a:pt x="4402019" y="2714020"/>
                    <a:pt x="4418720" y="2624946"/>
                    <a:pt x="4449339" y="2560924"/>
                  </a:cubicBezTo>
                  <a:cubicBezTo>
                    <a:pt x="4479959" y="2491335"/>
                    <a:pt x="4585734" y="2513604"/>
                    <a:pt x="4585734" y="2588760"/>
                  </a:cubicBezTo>
                  <a:cubicBezTo>
                    <a:pt x="4585734" y="2611028"/>
                    <a:pt x="4585734" y="2636081"/>
                    <a:pt x="4585734" y="2661133"/>
                  </a:cubicBezTo>
                  <a:cubicBezTo>
                    <a:pt x="4582951" y="3387642"/>
                    <a:pt x="4207170" y="3902602"/>
                    <a:pt x="3644890" y="4242196"/>
                  </a:cubicBezTo>
                  <a:cubicBezTo>
                    <a:pt x="3558599" y="4295084"/>
                    <a:pt x="3514062" y="4392509"/>
                    <a:pt x="3530763" y="4492717"/>
                  </a:cubicBezTo>
                  <a:lnTo>
                    <a:pt x="3530763" y="4498284"/>
                  </a:lnTo>
                  <a:cubicBezTo>
                    <a:pt x="3561383" y="4676432"/>
                    <a:pt x="3761799" y="4762722"/>
                    <a:pt x="3912112" y="4662514"/>
                  </a:cubicBezTo>
                  <a:cubicBezTo>
                    <a:pt x="4616353" y="4194876"/>
                    <a:pt x="5114611" y="3395993"/>
                    <a:pt x="5117395" y="2519171"/>
                  </a:cubicBezTo>
                  <a:cubicBezTo>
                    <a:pt x="5122962" y="1130173"/>
                    <a:pt x="3984484" y="5614"/>
                    <a:pt x="2573218" y="47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9D70CE3-E1A3-43FC-BC38-F611C59F9E16}"/>
                </a:ext>
              </a:extLst>
            </p:cNvPr>
            <p:cNvSpPr/>
            <p:nvPr/>
          </p:nvSpPr>
          <p:spPr>
            <a:xfrm>
              <a:off x="6215691" y="2095459"/>
              <a:ext cx="5853873" cy="6089129"/>
            </a:xfrm>
            <a:custGeom>
              <a:avLst/>
              <a:gdLst>
                <a:gd name="connsiteX0" fmla="*/ 3490588 w 5853873"/>
                <a:gd name="connsiteY0" fmla="*/ 5951297 h 6089129"/>
                <a:gd name="connsiteX1" fmla="*/ 3201098 w 5853873"/>
                <a:gd name="connsiteY1" fmla="*/ 5695209 h 6089129"/>
                <a:gd name="connsiteX2" fmla="*/ 3201098 w 5853873"/>
                <a:gd name="connsiteY2" fmla="*/ 5689642 h 6089129"/>
                <a:gd name="connsiteX3" fmla="*/ 3382029 w 5853873"/>
                <a:gd name="connsiteY3" fmla="*/ 5483658 h 6089129"/>
                <a:gd name="connsiteX4" fmla="*/ 5416814 w 5853873"/>
                <a:gd name="connsiteY4" fmla="*/ 2978452 h 6089129"/>
                <a:gd name="connsiteX5" fmla="*/ 2872637 w 5853873"/>
                <a:gd name="connsiteY5" fmla="*/ 467678 h 6089129"/>
                <a:gd name="connsiteX6" fmla="*/ 300625 w 5853873"/>
                <a:gd name="connsiteY6" fmla="*/ 2950616 h 6089129"/>
                <a:gd name="connsiteX7" fmla="*/ 1093940 w 5853873"/>
                <a:gd name="connsiteY7" fmla="*/ 4439822 h 6089129"/>
                <a:gd name="connsiteX8" fmla="*/ 2784 w 5853873"/>
                <a:gd name="connsiteY8" fmla="*/ 3028556 h 6089129"/>
                <a:gd name="connsiteX9" fmla="*/ 0 w 5853873"/>
                <a:gd name="connsiteY9" fmla="*/ 2908863 h 6089129"/>
                <a:gd name="connsiteX10" fmla="*/ 2942226 w 5853873"/>
                <a:gd name="connsiteY10" fmla="*/ 40 h 6089129"/>
                <a:gd name="connsiteX11" fmla="*/ 5853833 w 5853873"/>
                <a:gd name="connsiteY11" fmla="*/ 2942266 h 6089129"/>
                <a:gd name="connsiteX12" fmla="*/ 3490588 w 5853873"/>
                <a:gd name="connsiteY12" fmla="*/ 5951297 h 6089129"/>
                <a:gd name="connsiteX13" fmla="*/ 2833667 w 5853873"/>
                <a:gd name="connsiteY13" fmla="*/ 5600568 h 6089129"/>
                <a:gd name="connsiteX14" fmla="*/ 2546960 w 5853873"/>
                <a:gd name="connsiteY14" fmla="*/ 5798201 h 6089129"/>
                <a:gd name="connsiteX15" fmla="*/ 2744593 w 5853873"/>
                <a:gd name="connsiteY15" fmla="*/ 6084908 h 6089129"/>
                <a:gd name="connsiteX16" fmla="*/ 3031300 w 5853873"/>
                <a:gd name="connsiteY16" fmla="*/ 5887275 h 6089129"/>
                <a:gd name="connsiteX17" fmla="*/ 2833667 w 5853873"/>
                <a:gd name="connsiteY17" fmla="*/ 5600568 h 608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3873" h="6089129">
                  <a:moveTo>
                    <a:pt x="3490588" y="5951297"/>
                  </a:moveTo>
                  <a:cubicBezTo>
                    <a:pt x="3331925" y="5990267"/>
                    <a:pt x="3184396" y="5856656"/>
                    <a:pt x="3201098" y="5695209"/>
                  </a:cubicBezTo>
                  <a:cubicBezTo>
                    <a:pt x="3201098" y="5692426"/>
                    <a:pt x="3201098" y="5692426"/>
                    <a:pt x="3201098" y="5689642"/>
                  </a:cubicBezTo>
                  <a:cubicBezTo>
                    <a:pt x="3212232" y="5589434"/>
                    <a:pt x="3284605" y="5505927"/>
                    <a:pt x="3382029" y="5483658"/>
                  </a:cubicBezTo>
                  <a:cubicBezTo>
                    <a:pt x="4495455" y="5216436"/>
                    <a:pt x="5411247" y="4169817"/>
                    <a:pt x="5416814" y="2978452"/>
                  </a:cubicBezTo>
                  <a:cubicBezTo>
                    <a:pt x="5425165" y="1597805"/>
                    <a:pt x="4283904" y="476029"/>
                    <a:pt x="2872637" y="467678"/>
                  </a:cubicBezTo>
                  <a:cubicBezTo>
                    <a:pt x="1458587" y="459328"/>
                    <a:pt x="372997" y="1572753"/>
                    <a:pt x="300625" y="2950616"/>
                  </a:cubicBezTo>
                  <a:cubicBezTo>
                    <a:pt x="247737" y="3949915"/>
                    <a:pt x="835069" y="4236622"/>
                    <a:pt x="1093940" y="4439822"/>
                  </a:cubicBezTo>
                  <a:cubicBezTo>
                    <a:pt x="796099" y="4373017"/>
                    <a:pt x="225469" y="4392502"/>
                    <a:pt x="2784" y="3028556"/>
                  </a:cubicBezTo>
                  <a:cubicBezTo>
                    <a:pt x="2784" y="2989586"/>
                    <a:pt x="0" y="2950616"/>
                    <a:pt x="0" y="2908863"/>
                  </a:cubicBezTo>
                  <a:cubicBezTo>
                    <a:pt x="8351" y="1294397"/>
                    <a:pt x="1324976" y="-8311"/>
                    <a:pt x="2942226" y="40"/>
                  </a:cubicBezTo>
                  <a:cubicBezTo>
                    <a:pt x="4556693" y="8391"/>
                    <a:pt x="5862184" y="1325016"/>
                    <a:pt x="5853833" y="2942266"/>
                  </a:cubicBezTo>
                  <a:cubicBezTo>
                    <a:pt x="5845483" y="4350749"/>
                    <a:pt x="4779378" y="5645105"/>
                    <a:pt x="3490588" y="5951297"/>
                  </a:cubicBezTo>
                  <a:close/>
                  <a:moveTo>
                    <a:pt x="2833667" y="5600568"/>
                  </a:moveTo>
                  <a:cubicBezTo>
                    <a:pt x="2700056" y="5575516"/>
                    <a:pt x="2572012" y="5664590"/>
                    <a:pt x="2546960" y="5798201"/>
                  </a:cubicBezTo>
                  <a:cubicBezTo>
                    <a:pt x="2521908" y="5931812"/>
                    <a:pt x="2610982" y="6059856"/>
                    <a:pt x="2744593" y="6084908"/>
                  </a:cubicBezTo>
                  <a:cubicBezTo>
                    <a:pt x="2878204" y="6109960"/>
                    <a:pt x="3006248" y="6020886"/>
                    <a:pt x="3031300" y="5887275"/>
                  </a:cubicBezTo>
                  <a:cubicBezTo>
                    <a:pt x="3056352" y="5753664"/>
                    <a:pt x="2967278" y="5622837"/>
                    <a:pt x="2833667" y="5600568"/>
                  </a:cubicBez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B2567B2-EE45-44D9-8FB8-4C8B7488B374}"/>
                </a:ext>
              </a:extLst>
            </p:cNvPr>
            <p:cNvSpPr/>
            <p:nvPr/>
          </p:nvSpPr>
          <p:spPr>
            <a:xfrm>
              <a:off x="6215691" y="4656376"/>
              <a:ext cx="1620033" cy="1881688"/>
            </a:xfrm>
            <a:custGeom>
              <a:avLst/>
              <a:gdLst>
                <a:gd name="connsiteX0" fmla="*/ 1620034 w 1620033"/>
                <a:gd name="connsiteY0" fmla="*/ 1773129 h 1881688"/>
                <a:gd name="connsiteX1" fmla="*/ 896307 w 1620033"/>
                <a:gd name="connsiteY1" fmla="*/ 1464154 h 1881688"/>
                <a:gd name="connsiteX2" fmla="*/ 896307 w 1620033"/>
                <a:gd name="connsiteY2" fmla="*/ 1464154 h 1881688"/>
                <a:gd name="connsiteX3" fmla="*/ 22269 w 1620033"/>
                <a:gd name="connsiteY3" fmla="*/ 0 h 1881688"/>
                <a:gd name="connsiteX4" fmla="*/ 0 w 1620033"/>
                <a:gd name="connsiteY4" fmla="*/ 350729 h 1881688"/>
                <a:gd name="connsiteX5" fmla="*/ 2784 w 1620033"/>
                <a:gd name="connsiteY5" fmla="*/ 470422 h 1881688"/>
                <a:gd name="connsiteX6" fmla="*/ 1093940 w 1620033"/>
                <a:gd name="connsiteY6" fmla="*/ 1881689 h 1881688"/>
                <a:gd name="connsiteX7" fmla="*/ 1620034 w 1620033"/>
                <a:gd name="connsiteY7" fmla="*/ 1773129 h 1881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20033" h="1881688">
                  <a:moveTo>
                    <a:pt x="1620034" y="1773129"/>
                  </a:moveTo>
                  <a:cubicBezTo>
                    <a:pt x="1308275" y="1764779"/>
                    <a:pt x="1066105" y="1650653"/>
                    <a:pt x="896307" y="1464154"/>
                  </a:cubicBezTo>
                  <a:lnTo>
                    <a:pt x="896307" y="1464154"/>
                  </a:lnTo>
                  <a:cubicBezTo>
                    <a:pt x="281140" y="1166313"/>
                    <a:pt x="19485" y="506608"/>
                    <a:pt x="22269" y="0"/>
                  </a:cubicBezTo>
                  <a:cubicBezTo>
                    <a:pt x="8351" y="114126"/>
                    <a:pt x="0" y="231036"/>
                    <a:pt x="0" y="350729"/>
                  </a:cubicBezTo>
                  <a:cubicBezTo>
                    <a:pt x="0" y="389699"/>
                    <a:pt x="0" y="428669"/>
                    <a:pt x="2784" y="470422"/>
                  </a:cubicBezTo>
                  <a:cubicBezTo>
                    <a:pt x="225469" y="1834368"/>
                    <a:pt x="796099" y="1814883"/>
                    <a:pt x="1093940" y="1881689"/>
                  </a:cubicBezTo>
                  <a:cubicBezTo>
                    <a:pt x="1244253" y="1809316"/>
                    <a:pt x="1466938" y="1812099"/>
                    <a:pt x="1620034" y="1773129"/>
                  </a:cubicBezTo>
                  <a:close/>
                </a:path>
              </a:pathLst>
            </a:custGeom>
            <a:solidFill>
              <a:schemeClr val="tx1">
                <a:alpha val="36000"/>
              </a:schemeClr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FC59C9B-CC93-4E50-B896-7D4EA8832CA8}"/>
                </a:ext>
              </a:extLst>
            </p:cNvPr>
            <p:cNvSpPr/>
            <p:nvPr/>
          </p:nvSpPr>
          <p:spPr>
            <a:xfrm>
              <a:off x="6206734" y="4656376"/>
              <a:ext cx="3741715" cy="2367140"/>
            </a:xfrm>
            <a:custGeom>
              <a:avLst/>
              <a:gdLst>
                <a:gd name="connsiteX0" fmla="*/ 3179436 w 3741715"/>
                <a:gd name="connsiteY0" fmla="*/ 829502 h 2367140"/>
                <a:gd name="connsiteX1" fmla="*/ 1311665 w 3741715"/>
                <a:gd name="connsiteY1" fmla="*/ 1753644 h 2367140"/>
                <a:gd name="connsiteX2" fmla="*/ 31226 w 3741715"/>
                <a:gd name="connsiteY2" fmla="*/ 0 h 2367140"/>
                <a:gd name="connsiteX3" fmla="*/ 1743117 w 3741715"/>
                <a:gd name="connsiteY3" fmla="*/ 2363245 h 2367140"/>
                <a:gd name="connsiteX4" fmla="*/ 3741716 w 3741715"/>
                <a:gd name="connsiteY4" fmla="*/ 1322192 h 2367140"/>
                <a:gd name="connsiteX5" fmla="*/ 3179436 w 3741715"/>
                <a:gd name="connsiteY5" fmla="*/ 829502 h 2367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41715" h="2367140">
                  <a:moveTo>
                    <a:pt x="3179436" y="829502"/>
                  </a:moveTo>
                  <a:cubicBezTo>
                    <a:pt x="2720148" y="1430751"/>
                    <a:pt x="2107764" y="1881689"/>
                    <a:pt x="1311665" y="1753644"/>
                  </a:cubicBezTo>
                  <a:cubicBezTo>
                    <a:pt x="532268" y="1628384"/>
                    <a:pt x="39577" y="871255"/>
                    <a:pt x="31226" y="0"/>
                  </a:cubicBezTo>
                  <a:cubicBezTo>
                    <a:pt x="-185892" y="1517042"/>
                    <a:pt x="766087" y="2302006"/>
                    <a:pt x="1743117" y="2363245"/>
                  </a:cubicBezTo>
                  <a:cubicBezTo>
                    <a:pt x="2600455" y="2416133"/>
                    <a:pt x="3321398" y="1923442"/>
                    <a:pt x="3741716" y="1322192"/>
                  </a:cubicBezTo>
                  <a:cubicBezTo>
                    <a:pt x="3605321" y="1077239"/>
                    <a:pt x="3313047" y="913009"/>
                    <a:pt x="3179436" y="829502"/>
                  </a:cubicBezTo>
                  <a:close/>
                </a:path>
              </a:pathLst>
            </a:custGeom>
            <a:solidFill>
              <a:schemeClr val="accent1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A7FCB5A-2BFD-473D-8CDD-919993706D75}"/>
                </a:ext>
              </a:extLst>
            </p:cNvPr>
            <p:cNvSpPr/>
            <p:nvPr/>
          </p:nvSpPr>
          <p:spPr>
            <a:xfrm>
              <a:off x="6225786" y="4656376"/>
              <a:ext cx="3474926" cy="2084476"/>
            </a:xfrm>
            <a:custGeom>
              <a:avLst/>
              <a:gdLst>
                <a:gd name="connsiteX0" fmla="*/ 3474926 w 3474926"/>
                <a:gd name="connsiteY0" fmla="*/ 1041052 h 2084476"/>
                <a:gd name="connsiteX1" fmla="*/ 3160384 w 3474926"/>
                <a:gd name="connsiteY1" fmla="*/ 829502 h 2084476"/>
                <a:gd name="connsiteX2" fmla="*/ 1292613 w 3474926"/>
                <a:gd name="connsiteY2" fmla="*/ 1753644 h 2084476"/>
                <a:gd name="connsiteX3" fmla="*/ 12174 w 3474926"/>
                <a:gd name="connsiteY3" fmla="*/ 0 h 2084476"/>
                <a:gd name="connsiteX4" fmla="*/ 12174 w 3474926"/>
                <a:gd name="connsiteY4" fmla="*/ 5567 h 2084476"/>
                <a:gd name="connsiteX5" fmla="*/ 1609939 w 3474926"/>
                <a:gd name="connsiteY5" fmla="*/ 2082105 h 2084476"/>
                <a:gd name="connsiteX6" fmla="*/ 3474926 w 3474926"/>
                <a:gd name="connsiteY6" fmla="*/ 1041052 h 208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74926" h="2084476">
                  <a:moveTo>
                    <a:pt x="3474926" y="1041052"/>
                  </a:moveTo>
                  <a:cubicBezTo>
                    <a:pt x="3355233" y="943628"/>
                    <a:pt x="3235540" y="876822"/>
                    <a:pt x="3160384" y="829502"/>
                  </a:cubicBezTo>
                  <a:cubicBezTo>
                    <a:pt x="2701096" y="1430751"/>
                    <a:pt x="2088712" y="1881689"/>
                    <a:pt x="1292613" y="1753644"/>
                  </a:cubicBezTo>
                  <a:cubicBezTo>
                    <a:pt x="513215" y="1628384"/>
                    <a:pt x="20524" y="871255"/>
                    <a:pt x="12174" y="0"/>
                  </a:cubicBezTo>
                  <a:cubicBezTo>
                    <a:pt x="12174" y="2784"/>
                    <a:pt x="12174" y="2784"/>
                    <a:pt x="12174" y="5567"/>
                  </a:cubicBezTo>
                  <a:cubicBezTo>
                    <a:pt x="-113087" y="1391781"/>
                    <a:pt x="749818" y="2037568"/>
                    <a:pt x="1609939" y="2082105"/>
                  </a:cubicBezTo>
                  <a:cubicBezTo>
                    <a:pt x="2392120" y="2121075"/>
                    <a:pt x="3085227" y="1675705"/>
                    <a:pt x="3474926" y="1041052"/>
                  </a:cubicBezTo>
                  <a:close/>
                </a:path>
              </a:pathLst>
            </a:custGeom>
            <a:solidFill>
              <a:schemeClr val="accent2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6F5497A-903B-42A7-97CC-A47BAB09B991}"/>
                </a:ext>
              </a:extLst>
            </p:cNvPr>
            <p:cNvSpPr/>
            <p:nvPr/>
          </p:nvSpPr>
          <p:spPr>
            <a:xfrm>
              <a:off x="9293197" y="3709901"/>
              <a:ext cx="1961168" cy="2322828"/>
            </a:xfrm>
            <a:custGeom>
              <a:avLst/>
              <a:gdLst>
                <a:gd name="connsiteX0" fmla="*/ 730409 w 1961168"/>
                <a:gd name="connsiteY0" fmla="*/ 2313204 h 2322828"/>
                <a:gd name="connsiteX1" fmla="*/ 31734 w 1961168"/>
                <a:gd name="connsiteY1" fmla="*/ 1778760 h 2322828"/>
                <a:gd name="connsiteX2" fmla="*/ 37301 w 1961168"/>
                <a:gd name="connsiteY2" fmla="*/ 1581127 h 2322828"/>
                <a:gd name="connsiteX3" fmla="*/ 1075570 w 1961168"/>
                <a:gd name="connsiteY3" fmla="*/ 386979 h 2322828"/>
                <a:gd name="connsiteX4" fmla="*/ 1913423 w 1961168"/>
                <a:gd name="connsiteY4" fmla="*/ 16765 h 2322828"/>
                <a:gd name="connsiteX5" fmla="*/ 1790946 w 1961168"/>
                <a:gd name="connsiteY5" fmla="*/ 929773 h 2322828"/>
                <a:gd name="connsiteX6" fmla="*/ 919691 w 1961168"/>
                <a:gd name="connsiteY6" fmla="*/ 2251965 h 2322828"/>
                <a:gd name="connsiteX7" fmla="*/ 730409 w 1961168"/>
                <a:gd name="connsiteY7" fmla="*/ 2313204 h 2322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1168" h="2322828">
                  <a:moveTo>
                    <a:pt x="730409" y="2313204"/>
                  </a:moveTo>
                  <a:cubicBezTo>
                    <a:pt x="463186" y="2215779"/>
                    <a:pt x="226584" y="2045982"/>
                    <a:pt x="31734" y="1778760"/>
                  </a:cubicBezTo>
                  <a:cubicBezTo>
                    <a:pt x="-12803" y="1720305"/>
                    <a:pt x="-10019" y="1636798"/>
                    <a:pt x="37301" y="1581127"/>
                  </a:cubicBezTo>
                  <a:cubicBezTo>
                    <a:pt x="257203" y="1313905"/>
                    <a:pt x="883505" y="559559"/>
                    <a:pt x="1075570" y="386979"/>
                  </a:cubicBezTo>
                  <a:cubicBezTo>
                    <a:pt x="1312173" y="178211"/>
                    <a:pt x="1804864" y="-66742"/>
                    <a:pt x="1913423" y="16765"/>
                  </a:cubicBezTo>
                  <a:cubicBezTo>
                    <a:pt x="2021982" y="100272"/>
                    <a:pt x="1930124" y="631932"/>
                    <a:pt x="1790946" y="929773"/>
                  </a:cubicBezTo>
                  <a:cubicBezTo>
                    <a:pt x="1701872" y="1119055"/>
                    <a:pt x="1120108" y="1965259"/>
                    <a:pt x="919691" y="2251965"/>
                  </a:cubicBezTo>
                  <a:cubicBezTo>
                    <a:pt x="875154" y="2313204"/>
                    <a:pt x="799998" y="2338256"/>
                    <a:pt x="730409" y="2313204"/>
                  </a:cubicBezTo>
                  <a:close/>
                </a:path>
              </a:pathLst>
            </a:custGeom>
            <a:solidFill>
              <a:schemeClr val="accent3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0669378-5D16-437C-82AB-5FD5A564E2BD}"/>
                </a:ext>
              </a:extLst>
            </p:cNvPr>
            <p:cNvSpPr/>
            <p:nvPr/>
          </p:nvSpPr>
          <p:spPr>
            <a:xfrm>
              <a:off x="9293197" y="3709676"/>
              <a:ext cx="1960549" cy="2324263"/>
            </a:xfrm>
            <a:custGeom>
              <a:avLst/>
              <a:gdLst>
                <a:gd name="connsiteX0" fmla="*/ 1913423 w 1960549"/>
                <a:gd name="connsiteY0" fmla="*/ 16990 h 2324263"/>
                <a:gd name="connsiteX1" fmla="*/ 1913423 w 1960549"/>
                <a:gd name="connsiteY1" fmla="*/ 16990 h 2324263"/>
                <a:gd name="connsiteX2" fmla="*/ 1913423 w 1960549"/>
                <a:gd name="connsiteY2" fmla="*/ 16990 h 2324263"/>
                <a:gd name="connsiteX3" fmla="*/ 1905072 w 1960549"/>
                <a:gd name="connsiteY3" fmla="*/ 11423 h 2324263"/>
                <a:gd name="connsiteX4" fmla="*/ 1905072 w 1960549"/>
                <a:gd name="connsiteY4" fmla="*/ 11423 h 2324263"/>
                <a:gd name="connsiteX5" fmla="*/ 1075570 w 1960549"/>
                <a:gd name="connsiteY5" fmla="*/ 387204 h 2324263"/>
                <a:gd name="connsiteX6" fmla="*/ 37301 w 1960549"/>
                <a:gd name="connsiteY6" fmla="*/ 1581352 h 2324263"/>
                <a:gd name="connsiteX7" fmla="*/ 31734 w 1960549"/>
                <a:gd name="connsiteY7" fmla="*/ 1778985 h 2324263"/>
                <a:gd name="connsiteX8" fmla="*/ 229367 w 1960549"/>
                <a:gd name="connsiteY8" fmla="*/ 2004454 h 2324263"/>
                <a:gd name="connsiteX9" fmla="*/ 229367 w 1960549"/>
                <a:gd name="connsiteY9" fmla="*/ 2004454 h 2324263"/>
                <a:gd name="connsiteX10" fmla="*/ 229367 w 1960549"/>
                <a:gd name="connsiteY10" fmla="*/ 2004454 h 2324263"/>
                <a:gd name="connsiteX11" fmla="*/ 282255 w 1960549"/>
                <a:gd name="connsiteY11" fmla="*/ 2051774 h 2324263"/>
                <a:gd name="connsiteX12" fmla="*/ 293389 w 1960549"/>
                <a:gd name="connsiteY12" fmla="*/ 2062909 h 2324263"/>
                <a:gd name="connsiteX13" fmla="*/ 340710 w 1960549"/>
                <a:gd name="connsiteY13" fmla="*/ 2099095 h 2324263"/>
                <a:gd name="connsiteX14" fmla="*/ 349060 w 1960549"/>
                <a:gd name="connsiteY14" fmla="*/ 2104662 h 2324263"/>
                <a:gd name="connsiteX15" fmla="*/ 404732 w 1960549"/>
                <a:gd name="connsiteY15" fmla="*/ 2146416 h 2324263"/>
                <a:gd name="connsiteX16" fmla="*/ 413082 w 1960549"/>
                <a:gd name="connsiteY16" fmla="*/ 2151983 h 2324263"/>
                <a:gd name="connsiteX17" fmla="*/ 460403 w 1960549"/>
                <a:gd name="connsiteY17" fmla="*/ 2182601 h 2324263"/>
                <a:gd name="connsiteX18" fmla="*/ 474321 w 1960549"/>
                <a:gd name="connsiteY18" fmla="*/ 2190952 h 2324263"/>
                <a:gd name="connsiteX19" fmla="*/ 524425 w 1960549"/>
                <a:gd name="connsiteY19" fmla="*/ 2221572 h 2324263"/>
                <a:gd name="connsiteX20" fmla="*/ 532776 w 1960549"/>
                <a:gd name="connsiteY20" fmla="*/ 2224355 h 2324263"/>
                <a:gd name="connsiteX21" fmla="*/ 591231 w 1960549"/>
                <a:gd name="connsiteY21" fmla="*/ 2254974 h 2324263"/>
                <a:gd name="connsiteX22" fmla="*/ 605148 w 1960549"/>
                <a:gd name="connsiteY22" fmla="*/ 2260541 h 2324263"/>
                <a:gd name="connsiteX23" fmla="*/ 652469 w 1960549"/>
                <a:gd name="connsiteY23" fmla="*/ 2280026 h 2324263"/>
                <a:gd name="connsiteX24" fmla="*/ 669170 w 1960549"/>
                <a:gd name="connsiteY24" fmla="*/ 2288377 h 2324263"/>
                <a:gd name="connsiteX25" fmla="*/ 730409 w 1960549"/>
                <a:gd name="connsiteY25" fmla="*/ 2313429 h 2324263"/>
                <a:gd name="connsiteX26" fmla="*/ 735976 w 1960549"/>
                <a:gd name="connsiteY26" fmla="*/ 2316213 h 2324263"/>
                <a:gd name="connsiteX27" fmla="*/ 735976 w 1960549"/>
                <a:gd name="connsiteY27" fmla="*/ 2316213 h 2324263"/>
                <a:gd name="connsiteX28" fmla="*/ 916907 w 1960549"/>
                <a:gd name="connsiteY28" fmla="*/ 2254974 h 2324263"/>
                <a:gd name="connsiteX29" fmla="*/ 1788163 w 1960549"/>
                <a:gd name="connsiteY29" fmla="*/ 932782 h 2324263"/>
                <a:gd name="connsiteX30" fmla="*/ 1913423 w 1960549"/>
                <a:gd name="connsiteY30" fmla="*/ 16990 h 2324263"/>
                <a:gd name="connsiteX31" fmla="*/ 1701872 w 1960549"/>
                <a:gd name="connsiteY31" fmla="*/ 893812 h 2324263"/>
                <a:gd name="connsiteX32" fmla="*/ 741543 w 1960549"/>
                <a:gd name="connsiteY32" fmla="*/ 2154766 h 2324263"/>
                <a:gd name="connsiteX33" fmla="*/ 357411 w 1960549"/>
                <a:gd name="connsiteY33" fmla="*/ 2062909 h 2324263"/>
                <a:gd name="connsiteX34" fmla="*/ 190397 w 1960549"/>
                <a:gd name="connsiteY34" fmla="*/ 1692695 h 2324263"/>
                <a:gd name="connsiteX35" fmla="*/ 1164644 w 1960549"/>
                <a:gd name="connsiteY35" fmla="*/ 448442 h 2324263"/>
                <a:gd name="connsiteX36" fmla="*/ 1907856 w 1960549"/>
                <a:gd name="connsiteY36" fmla="*/ 22557 h 2324263"/>
                <a:gd name="connsiteX37" fmla="*/ 1701872 w 1960549"/>
                <a:gd name="connsiteY37" fmla="*/ 893812 h 2324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0549" h="2324263">
                  <a:moveTo>
                    <a:pt x="1913423" y="16990"/>
                  </a:moveTo>
                  <a:lnTo>
                    <a:pt x="1913423" y="16990"/>
                  </a:lnTo>
                  <a:cubicBezTo>
                    <a:pt x="1913423" y="16990"/>
                    <a:pt x="1913423" y="16990"/>
                    <a:pt x="1913423" y="16990"/>
                  </a:cubicBezTo>
                  <a:cubicBezTo>
                    <a:pt x="1910639" y="14206"/>
                    <a:pt x="1907856" y="11423"/>
                    <a:pt x="1905072" y="11423"/>
                  </a:cubicBezTo>
                  <a:lnTo>
                    <a:pt x="1905072" y="11423"/>
                  </a:lnTo>
                  <a:cubicBezTo>
                    <a:pt x="1782595" y="-55383"/>
                    <a:pt x="1306606" y="184004"/>
                    <a:pt x="1075570" y="387204"/>
                  </a:cubicBezTo>
                  <a:cubicBezTo>
                    <a:pt x="883505" y="559785"/>
                    <a:pt x="257203" y="1314130"/>
                    <a:pt x="37301" y="1581352"/>
                  </a:cubicBezTo>
                  <a:cubicBezTo>
                    <a:pt x="-10019" y="1639807"/>
                    <a:pt x="-12803" y="1720530"/>
                    <a:pt x="31734" y="1778985"/>
                  </a:cubicBezTo>
                  <a:cubicBezTo>
                    <a:pt x="92972" y="1862492"/>
                    <a:pt x="159778" y="1937648"/>
                    <a:pt x="229367" y="2004454"/>
                  </a:cubicBezTo>
                  <a:lnTo>
                    <a:pt x="229367" y="2004454"/>
                  </a:lnTo>
                  <a:cubicBezTo>
                    <a:pt x="229367" y="2004454"/>
                    <a:pt x="229367" y="2004454"/>
                    <a:pt x="229367" y="2004454"/>
                  </a:cubicBezTo>
                  <a:cubicBezTo>
                    <a:pt x="246068" y="2021155"/>
                    <a:pt x="262770" y="2035073"/>
                    <a:pt x="282255" y="2051774"/>
                  </a:cubicBezTo>
                  <a:cubicBezTo>
                    <a:pt x="285038" y="2054558"/>
                    <a:pt x="290606" y="2057341"/>
                    <a:pt x="293389" y="2062909"/>
                  </a:cubicBezTo>
                  <a:cubicBezTo>
                    <a:pt x="307307" y="2076826"/>
                    <a:pt x="324008" y="2087960"/>
                    <a:pt x="340710" y="2099095"/>
                  </a:cubicBezTo>
                  <a:cubicBezTo>
                    <a:pt x="343493" y="2101878"/>
                    <a:pt x="346277" y="2104662"/>
                    <a:pt x="349060" y="2104662"/>
                  </a:cubicBezTo>
                  <a:cubicBezTo>
                    <a:pt x="368545" y="2118580"/>
                    <a:pt x="385247" y="2132498"/>
                    <a:pt x="404732" y="2146416"/>
                  </a:cubicBezTo>
                  <a:cubicBezTo>
                    <a:pt x="407515" y="2149199"/>
                    <a:pt x="410299" y="2149199"/>
                    <a:pt x="413082" y="2151983"/>
                  </a:cubicBezTo>
                  <a:cubicBezTo>
                    <a:pt x="429784" y="2163117"/>
                    <a:pt x="443702" y="2174251"/>
                    <a:pt x="460403" y="2182601"/>
                  </a:cubicBezTo>
                  <a:cubicBezTo>
                    <a:pt x="465970" y="2185385"/>
                    <a:pt x="468753" y="2188169"/>
                    <a:pt x="474321" y="2190952"/>
                  </a:cubicBezTo>
                  <a:cubicBezTo>
                    <a:pt x="491022" y="2202087"/>
                    <a:pt x="507724" y="2210437"/>
                    <a:pt x="524425" y="2221572"/>
                  </a:cubicBezTo>
                  <a:cubicBezTo>
                    <a:pt x="527208" y="2221572"/>
                    <a:pt x="529992" y="2224355"/>
                    <a:pt x="532776" y="2224355"/>
                  </a:cubicBezTo>
                  <a:cubicBezTo>
                    <a:pt x="552260" y="2235489"/>
                    <a:pt x="571745" y="2243840"/>
                    <a:pt x="591231" y="2254974"/>
                  </a:cubicBezTo>
                  <a:cubicBezTo>
                    <a:pt x="596798" y="2257758"/>
                    <a:pt x="602365" y="2260541"/>
                    <a:pt x="605148" y="2260541"/>
                  </a:cubicBezTo>
                  <a:cubicBezTo>
                    <a:pt x="621849" y="2268892"/>
                    <a:pt x="635767" y="2274459"/>
                    <a:pt x="652469" y="2280026"/>
                  </a:cubicBezTo>
                  <a:cubicBezTo>
                    <a:pt x="658036" y="2282810"/>
                    <a:pt x="663603" y="2285594"/>
                    <a:pt x="669170" y="2288377"/>
                  </a:cubicBezTo>
                  <a:cubicBezTo>
                    <a:pt x="688655" y="2296728"/>
                    <a:pt x="710923" y="2305079"/>
                    <a:pt x="730409" y="2313429"/>
                  </a:cubicBezTo>
                  <a:cubicBezTo>
                    <a:pt x="733192" y="2313429"/>
                    <a:pt x="733192" y="2313429"/>
                    <a:pt x="735976" y="2316213"/>
                  </a:cubicBezTo>
                  <a:lnTo>
                    <a:pt x="735976" y="2316213"/>
                  </a:lnTo>
                  <a:cubicBezTo>
                    <a:pt x="802781" y="2338481"/>
                    <a:pt x="877937" y="2313429"/>
                    <a:pt x="916907" y="2254974"/>
                  </a:cubicBezTo>
                  <a:cubicBezTo>
                    <a:pt x="1120108" y="1965484"/>
                    <a:pt x="1701872" y="1122064"/>
                    <a:pt x="1788163" y="932782"/>
                  </a:cubicBezTo>
                  <a:cubicBezTo>
                    <a:pt x="1927341" y="634941"/>
                    <a:pt x="2021982" y="103280"/>
                    <a:pt x="1913423" y="16990"/>
                  </a:cubicBezTo>
                  <a:close/>
                  <a:moveTo>
                    <a:pt x="1701872" y="893812"/>
                  </a:moveTo>
                  <a:cubicBezTo>
                    <a:pt x="1601664" y="1077527"/>
                    <a:pt x="967012" y="1884760"/>
                    <a:pt x="741543" y="2154766"/>
                  </a:cubicBezTo>
                  <a:cubicBezTo>
                    <a:pt x="658036" y="2254974"/>
                    <a:pt x="524425" y="2196519"/>
                    <a:pt x="357411" y="2062909"/>
                  </a:cubicBezTo>
                  <a:cubicBezTo>
                    <a:pt x="251636" y="1976618"/>
                    <a:pt x="95756" y="1815171"/>
                    <a:pt x="190397" y="1692695"/>
                  </a:cubicBezTo>
                  <a:cubicBezTo>
                    <a:pt x="399164" y="1417122"/>
                    <a:pt x="980929" y="629374"/>
                    <a:pt x="1164644" y="448442"/>
                  </a:cubicBezTo>
                  <a:cubicBezTo>
                    <a:pt x="1353927" y="261943"/>
                    <a:pt x="1729708" y="39258"/>
                    <a:pt x="1907856" y="22557"/>
                  </a:cubicBezTo>
                  <a:cubicBezTo>
                    <a:pt x="1969094" y="161735"/>
                    <a:pt x="1849401" y="629374"/>
                    <a:pt x="1701872" y="893812"/>
                  </a:cubicBezTo>
                  <a:close/>
                </a:path>
              </a:pathLst>
            </a:custGeom>
            <a:solidFill>
              <a:schemeClr val="accent4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CB745A6-66CF-4CA5-8B1B-4F727995E410}"/>
                </a:ext>
              </a:extLst>
            </p:cNvPr>
            <p:cNvSpPr/>
            <p:nvPr/>
          </p:nvSpPr>
          <p:spPr>
            <a:xfrm>
              <a:off x="8997664" y="4822918"/>
              <a:ext cx="1631317" cy="1514379"/>
            </a:xfrm>
            <a:custGeom>
              <a:avLst/>
              <a:gdLst>
                <a:gd name="connsiteX0" fmla="*/ 455311 w 1631317"/>
                <a:gd name="connsiteY0" fmla="*/ 317798 h 1514379"/>
                <a:gd name="connsiteX1" fmla="*/ 65612 w 1631317"/>
                <a:gd name="connsiteY1" fmla="*/ 688011 h 1514379"/>
                <a:gd name="connsiteX2" fmla="*/ 1590 w 1631317"/>
                <a:gd name="connsiteY2" fmla="*/ 654609 h 1514379"/>
                <a:gd name="connsiteX3" fmla="*/ 85097 w 1631317"/>
                <a:gd name="connsiteY3" fmla="*/ 373469 h 1514379"/>
                <a:gd name="connsiteX4" fmla="*/ 121283 w 1631317"/>
                <a:gd name="connsiteY4" fmla="*/ 312230 h 1514379"/>
                <a:gd name="connsiteX5" fmla="*/ 421908 w 1631317"/>
                <a:gd name="connsiteY5" fmla="*/ 22740 h 1514379"/>
                <a:gd name="connsiteX6" fmla="*/ 527684 w 1631317"/>
                <a:gd name="connsiteY6" fmla="*/ 17173 h 1514379"/>
                <a:gd name="connsiteX7" fmla="*/ 636243 w 1631317"/>
                <a:gd name="connsiteY7" fmla="*/ 100680 h 1514379"/>
                <a:gd name="connsiteX8" fmla="*/ 455311 w 1631317"/>
                <a:gd name="connsiteY8" fmla="*/ 317798 h 1514379"/>
                <a:gd name="connsiteX9" fmla="*/ 1326566 w 1631317"/>
                <a:gd name="connsiteY9" fmla="*/ 980285 h 1514379"/>
                <a:gd name="connsiteX10" fmla="*/ 1076045 w 1631317"/>
                <a:gd name="connsiteY10" fmla="*/ 1456275 h 1514379"/>
                <a:gd name="connsiteX11" fmla="*/ 1126150 w 1631317"/>
                <a:gd name="connsiteY11" fmla="*/ 1509162 h 1514379"/>
                <a:gd name="connsiteX12" fmla="*/ 1373887 w 1631317"/>
                <a:gd name="connsiteY12" fmla="*/ 1353283 h 1514379"/>
                <a:gd name="connsiteX13" fmla="*/ 1423991 w 1631317"/>
                <a:gd name="connsiteY13" fmla="*/ 1300395 h 1514379"/>
                <a:gd name="connsiteX14" fmla="*/ 1621624 w 1631317"/>
                <a:gd name="connsiteY14" fmla="*/ 932965 h 1514379"/>
                <a:gd name="connsiteX15" fmla="*/ 1599355 w 1631317"/>
                <a:gd name="connsiteY15" fmla="*/ 827189 h 1514379"/>
                <a:gd name="connsiteX16" fmla="*/ 1490797 w 1631317"/>
                <a:gd name="connsiteY16" fmla="*/ 743683 h 1514379"/>
                <a:gd name="connsiteX17" fmla="*/ 1326566 w 1631317"/>
                <a:gd name="connsiteY17" fmla="*/ 980285 h 1514379"/>
                <a:gd name="connsiteX18" fmla="*/ 580571 w 1631317"/>
                <a:gd name="connsiteY18" fmla="*/ 1116680 h 1514379"/>
                <a:gd name="connsiteX19" fmla="*/ 767070 w 1631317"/>
                <a:gd name="connsiteY19" fmla="*/ 941316 h 1514379"/>
                <a:gd name="connsiteX20" fmla="*/ 1070478 w 1631317"/>
                <a:gd name="connsiteY20" fmla="*/ 543266 h 1514379"/>
                <a:gd name="connsiteX21" fmla="*/ 1062128 w 1631317"/>
                <a:gd name="connsiteY21" fmla="*/ 476461 h 1514379"/>
                <a:gd name="connsiteX22" fmla="*/ 1012024 w 1631317"/>
                <a:gd name="connsiteY22" fmla="*/ 437491 h 1514379"/>
                <a:gd name="connsiteX23" fmla="*/ 945218 w 1631317"/>
                <a:gd name="connsiteY23" fmla="*/ 445841 h 1514379"/>
                <a:gd name="connsiteX24" fmla="*/ 641810 w 1631317"/>
                <a:gd name="connsiteY24" fmla="*/ 846674 h 1514379"/>
                <a:gd name="connsiteX25" fmla="*/ 524900 w 1631317"/>
                <a:gd name="connsiteY25" fmla="*/ 1069359 h 1514379"/>
                <a:gd name="connsiteX26" fmla="*/ 580571 w 1631317"/>
                <a:gd name="connsiteY26" fmla="*/ 1116680 h 151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31317" h="1514379">
                  <a:moveTo>
                    <a:pt x="455311" y="317798"/>
                  </a:moveTo>
                  <a:lnTo>
                    <a:pt x="65612" y="688011"/>
                  </a:lnTo>
                  <a:cubicBezTo>
                    <a:pt x="40560" y="718631"/>
                    <a:pt x="-9544" y="690795"/>
                    <a:pt x="1590" y="654609"/>
                  </a:cubicBezTo>
                  <a:lnTo>
                    <a:pt x="85097" y="373469"/>
                  </a:lnTo>
                  <a:cubicBezTo>
                    <a:pt x="90664" y="351200"/>
                    <a:pt x="104582" y="328932"/>
                    <a:pt x="121283" y="312230"/>
                  </a:cubicBezTo>
                  <a:lnTo>
                    <a:pt x="421908" y="22740"/>
                  </a:lnTo>
                  <a:cubicBezTo>
                    <a:pt x="452527" y="-5096"/>
                    <a:pt x="497064" y="-7879"/>
                    <a:pt x="527684" y="17173"/>
                  </a:cubicBezTo>
                  <a:lnTo>
                    <a:pt x="636243" y="100680"/>
                  </a:lnTo>
                  <a:lnTo>
                    <a:pt x="455311" y="317798"/>
                  </a:lnTo>
                  <a:close/>
                  <a:moveTo>
                    <a:pt x="1326566" y="980285"/>
                  </a:moveTo>
                  <a:lnTo>
                    <a:pt x="1076045" y="1456275"/>
                  </a:lnTo>
                  <a:cubicBezTo>
                    <a:pt x="1053777" y="1489677"/>
                    <a:pt x="1092747" y="1528647"/>
                    <a:pt x="1126150" y="1509162"/>
                  </a:cubicBezTo>
                  <a:lnTo>
                    <a:pt x="1373887" y="1353283"/>
                  </a:lnTo>
                  <a:cubicBezTo>
                    <a:pt x="1393372" y="1339365"/>
                    <a:pt x="1412857" y="1322664"/>
                    <a:pt x="1423991" y="1300395"/>
                  </a:cubicBezTo>
                  <a:lnTo>
                    <a:pt x="1621624" y="932965"/>
                  </a:lnTo>
                  <a:cubicBezTo>
                    <a:pt x="1641109" y="896778"/>
                    <a:pt x="1629975" y="852242"/>
                    <a:pt x="1599355" y="827189"/>
                  </a:cubicBezTo>
                  <a:lnTo>
                    <a:pt x="1490797" y="743683"/>
                  </a:lnTo>
                  <a:lnTo>
                    <a:pt x="1326566" y="980285"/>
                  </a:lnTo>
                  <a:close/>
                  <a:moveTo>
                    <a:pt x="580571" y="1116680"/>
                  </a:moveTo>
                  <a:lnTo>
                    <a:pt x="767070" y="941316"/>
                  </a:lnTo>
                  <a:lnTo>
                    <a:pt x="1070478" y="543266"/>
                  </a:lnTo>
                  <a:cubicBezTo>
                    <a:pt x="1087180" y="523781"/>
                    <a:pt x="1081613" y="493162"/>
                    <a:pt x="1062128" y="476461"/>
                  </a:cubicBezTo>
                  <a:lnTo>
                    <a:pt x="1012024" y="437491"/>
                  </a:lnTo>
                  <a:cubicBezTo>
                    <a:pt x="992539" y="420789"/>
                    <a:pt x="961920" y="426357"/>
                    <a:pt x="945218" y="445841"/>
                  </a:cubicBezTo>
                  <a:lnTo>
                    <a:pt x="641810" y="846674"/>
                  </a:lnTo>
                  <a:lnTo>
                    <a:pt x="524900" y="1069359"/>
                  </a:lnTo>
                  <a:cubicBezTo>
                    <a:pt x="502632" y="1111113"/>
                    <a:pt x="549952" y="1147299"/>
                    <a:pt x="580571" y="1116680"/>
                  </a:cubicBezTo>
                  <a:close/>
                </a:path>
              </a:pathLst>
            </a:custGeom>
            <a:solidFill>
              <a:schemeClr val="accent4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F41EF46-1D6B-473A-AC42-39EC230FB22F}"/>
                </a:ext>
              </a:extLst>
            </p:cNvPr>
            <p:cNvSpPr/>
            <p:nvPr/>
          </p:nvSpPr>
          <p:spPr>
            <a:xfrm>
              <a:off x="10449028" y="4135376"/>
              <a:ext cx="488048" cy="488059"/>
            </a:xfrm>
            <a:custGeom>
              <a:avLst/>
              <a:gdLst>
                <a:gd name="connsiteX0" fmla="*/ 231498 w 488048"/>
                <a:gd name="connsiteY0" fmla="*/ 474 h 488059"/>
                <a:gd name="connsiteX1" fmla="*/ 463 w 488048"/>
                <a:gd name="connsiteY1" fmla="*/ 256562 h 488059"/>
                <a:gd name="connsiteX2" fmla="*/ 256551 w 488048"/>
                <a:gd name="connsiteY2" fmla="*/ 487597 h 488059"/>
                <a:gd name="connsiteX3" fmla="*/ 487586 w 488048"/>
                <a:gd name="connsiteY3" fmla="*/ 231510 h 488059"/>
                <a:gd name="connsiteX4" fmla="*/ 231498 w 488048"/>
                <a:gd name="connsiteY4" fmla="*/ 474 h 488059"/>
                <a:gd name="connsiteX5" fmla="*/ 253767 w 488048"/>
                <a:gd name="connsiteY5" fmla="*/ 426359 h 488059"/>
                <a:gd name="connsiteX6" fmla="*/ 61701 w 488048"/>
                <a:gd name="connsiteY6" fmla="*/ 253778 h 488059"/>
                <a:gd name="connsiteX7" fmla="*/ 234282 w 488048"/>
                <a:gd name="connsiteY7" fmla="*/ 61712 h 488059"/>
                <a:gd name="connsiteX8" fmla="*/ 426348 w 488048"/>
                <a:gd name="connsiteY8" fmla="*/ 234293 h 488059"/>
                <a:gd name="connsiteX9" fmla="*/ 253767 w 488048"/>
                <a:gd name="connsiteY9" fmla="*/ 426359 h 488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8048" h="488059">
                  <a:moveTo>
                    <a:pt x="231498" y="474"/>
                  </a:moveTo>
                  <a:cubicBezTo>
                    <a:pt x="97887" y="6041"/>
                    <a:pt x="-7888" y="120167"/>
                    <a:pt x="463" y="256562"/>
                  </a:cubicBezTo>
                  <a:cubicBezTo>
                    <a:pt x="6030" y="390173"/>
                    <a:pt x="120156" y="495948"/>
                    <a:pt x="256551" y="487597"/>
                  </a:cubicBezTo>
                  <a:cubicBezTo>
                    <a:pt x="390161" y="482030"/>
                    <a:pt x="495937" y="367904"/>
                    <a:pt x="487586" y="231510"/>
                  </a:cubicBezTo>
                  <a:cubicBezTo>
                    <a:pt x="482019" y="95115"/>
                    <a:pt x="367893" y="-7877"/>
                    <a:pt x="231498" y="474"/>
                  </a:cubicBezTo>
                  <a:close/>
                  <a:moveTo>
                    <a:pt x="253767" y="426359"/>
                  </a:moveTo>
                  <a:cubicBezTo>
                    <a:pt x="153559" y="431926"/>
                    <a:pt x="67268" y="353986"/>
                    <a:pt x="61701" y="253778"/>
                  </a:cubicBezTo>
                  <a:cubicBezTo>
                    <a:pt x="56134" y="153570"/>
                    <a:pt x="134074" y="67279"/>
                    <a:pt x="234282" y="61712"/>
                  </a:cubicBezTo>
                  <a:cubicBezTo>
                    <a:pt x="334490" y="56145"/>
                    <a:pt x="420781" y="134085"/>
                    <a:pt x="426348" y="234293"/>
                  </a:cubicBezTo>
                  <a:cubicBezTo>
                    <a:pt x="431915" y="334501"/>
                    <a:pt x="353975" y="420792"/>
                    <a:pt x="253767" y="426359"/>
                  </a:cubicBezTo>
                  <a:close/>
                </a:path>
              </a:pathLst>
            </a:custGeom>
            <a:solidFill>
              <a:schemeClr val="accent1"/>
            </a:solidFill>
            <a:ln w="278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EB0CA60-9D9D-47E0-9C39-418BBB639767}"/>
              </a:ext>
            </a:extLst>
          </p:cNvPr>
          <p:cNvSpPr txBox="1"/>
          <p:nvPr/>
        </p:nvSpPr>
        <p:spPr>
          <a:xfrm>
            <a:off x="8052800" y="6205493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presentation template. Advance,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clean and professional design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86658A-1790-46A2-8808-C8D2F2DF0361}"/>
              </a:ext>
            </a:extLst>
          </p:cNvPr>
          <p:cNvSpPr/>
          <p:nvPr/>
        </p:nvSpPr>
        <p:spPr>
          <a:xfrm>
            <a:off x="720000" y="719100"/>
            <a:ext cx="16848000" cy="8848799"/>
          </a:xfrm>
          <a:prstGeom prst="roundRect">
            <a:avLst>
              <a:gd name="adj" fmla="val 2028"/>
            </a:avLst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5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7540E485-3BFD-416C-9A50-1D97510258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1" r="5861"/>
          <a:stretch/>
        </p:blipFill>
        <p:spPr/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0E29711-FAD0-45B8-AD6D-D8F2BB86F2DC}"/>
              </a:ext>
            </a:extLst>
          </p:cNvPr>
          <p:cNvSpPr/>
          <p:nvPr/>
        </p:nvSpPr>
        <p:spPr>
          <a:xfrm>
            <a:off x="0" y="0"/>
            <a:ext cx="18288000" cy="12153900"/>
          </a:xfrm>
          <a:custGeom>
            <a:avLst/>
            <a:gdLst>
              <a:gd name="connsiteX0" fmla="*/ 0 w 18288000"/>
              <a:gd name="connsiteY0" fmla="*/ 0 h 12153900"/>
              <a:gd name="connsiteX1" fmla="*/ 18288000 w 18288000"/>
              <a:gd name="connsiteY1" fmla="*/ 0 h 12153900"/>
              <a:gd name="connsiteX2" fmla="*/ 18288000 w 18288000"/>
              <a:gd name="connsiteY2" fmla="*/ 7421631 h 12153900"/>
              <a:gd name="connsiteX3" fmla="*/ 14084530 w 18288000"/>
              <a:gd name="connsiteY3" fmla="*/ 2425306 h 12153900"/>
              <a:gd name="connsiteX4" fmla="*/ 5965326 w 18288000"/>
              <a:gd name="connsiteY4" fmla="*/ 5730454 h 12153900"/>
              <a:gd name="connsiteX5" fmla="*/ 6291048 w 18288000"/>
              <a:gd name="connsiteY5" fmla="*/ 10287000 h 12153900"/>
              <a:gd name="connsiteX6" fmla="*/ 18288000 w 18288000"/>
              <a:gd name="connsiteY6" fmla="*/ 10287000 h 12153900"/>
              <a:gd name="connsiteX7" fmla="*/ 18288000 w 18288000"/>
              <a:gd name="connsiteY7" fmla="*/ 12153900 h 12153900"/>
              <a:gd name="connsiteX8" fmla="*/ 0 w 18288000"/>
              <a:gd name="connsiteY8" fmla="*/ 12153900 h 12153900"/>
              <a:gd name="connsiteX9" fmla="*/ 0 w 18288000"/>
              <a:gd name="connsiteY9" fmla="*/ 10287000 h 1215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12153900">
                <a:moveTo>
                  <a:pt x="0" y="0"/>
                </a:moveTo>
                <a:lnTo>
                  <a:pt x="18288000" y="0"/>
                </a:lnTo>
                <a:lnTo>
                  <a:pt x="18288000" y="7421631"/>
                </a:lnTo>
                <a:lnTo>
                  <a:pt x="14084530" y="2425306"/>
                </a:lnTo>
                <a:lnTo>
                  <a:pt x="5965326" y="5730454"/>
                </a:lnTo>
                <a:lnTo>
                  <a:pt x="6291048" y="10287000"/>
                </a:lnTo>
                <a:lnTo>
                  <a:pt x="18288000" y="10287000"/>
                </a:lnTo>
                <a:lnTo>
                  <a:pt x="18288000" y="12153900"/>
                </a:lnTo>
                <a:lnTo>
                  <a:pt x="0" y="121539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D51CDDE-AA55-4ECD-B34B-FC70C9A22546}"/>
              </a:ext>
            </a:extLst>
          </p:cNvPr>
          <p:cNvSpPr/>
          <p:nvPr/>
        </p:nvSpPr>
        <p:spPr>
          <a:xfrm rot="20912423">
            <a:off x="17164385" y="3996981"/>
            <a:ext cx="1347619" cy="1219435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1C3DE4D-756B-47D2-85F7-857A8EF39A40}"/>
              </a:ext>
            </a:extLst>
          </p:cNvPr>
          <p:cNvSpPr/>
          <p:nvPr/>
        </p:nvSpPr>
        <p:spPr>
          <a:xfrm rot="12667789">
            <a:off x="6957601" y="-821455"/>
            <a:ext cx="5143870" cy="466191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CF7C62-BFA9-497D-8879-FC214B2FAF07}"/>
              </a:ext>
            </a:extLst>
          </p:cNvPr>
          <p:cNvSpPr txBox="1"/>
          <p:nvPr/>
        </p:nvSpPr>
        <p:spPr>
          <a:xfrm>
            <a:off x="1524000" y="3494038"/>
            <a:ext cx="5105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7D1E59-E3A8-41C8-A28A-24760FDF7F42}"/>
              </a:ext>
            </a:extLst>
          </p:cNvPr>
          <p:cNvGrpSpPr/>
          <p:nvPr/>
        </p:nvGrpSpPr>
        <p:grpSpPr>
          <a:xfrm>
            <a:off x="2304142" y="7145342"/>
            <a:ext cx="2110922" cy="1259570"/>
            <a:chOff x="2304142" y="7145342"/>
            <a:chExt cx="2110922" cy="1259570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4452067-B9A4-419E-B1C9-5DC6F00B3625}"/>
                </a:ext>
              </a:extLst>
            </p:cNvPr>
            <p:cNvSpPr/>
            <p:nvPr/>
          </p:nvSpPr>
          <p:spPr>
            <a:xfrm>
              <a:off x="2304142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58575A7-384A-4FA6-ADFE-DCC6C80C7FCA}"/>
                </a:ext>
              </a:extLst>
            </p:cNvPr>
            <p:cNvSpPr/>
            <p:nvPr/>
          </p:nvSpPr>
          <p:spPr>
            <a:xfrm>
              <a:off x="2797854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6C7819B-D5C0-4E10-92EB-48AFBC5BF2B0}"/>
                </a:ext>
              </a:extLst>
            </p:cNvPr>
            <p:cNvSpPr/>
            <p:nvPr/>
          </p:nvSpPr>
          <p:spPr>
            <a:xfrm>
              <a:off x="3291566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1088D57-CC98-4601-8109-067FC07D97A8}"/>
                </a:ext>
              </a:extLst>
            </p:cNvPr>
            <p:cNvSpPr/>
            <p:nvPr/>
          </p:nvSpPr>
          <p:spPr>
            <a:xfrm>
              <a:off x="3785279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08C2B68-DCC6-4CAC-A40B-34AC2972F123}"/>
              </a:ext>
            </a:extLst>
          </p:cNvPr>
          <p:cNvSpPr/>
          <p:nvPr/>
        </p:nvSpPr>
        <p:spPr>
          <a:xfrm rot="19142282">
            <a:off x="1663013" y="9147478"/>
            <a:ext cx="1550648" cy="1405361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19C5635-CB9D-4C59-BA92-AE9F1BA18BF3}"/>
              </a:ext>
            </a:extLst>
          </p:cNvPr>
          <p:cNvSpPr/>
          <p:nvPr/>
        </p:nvSpPr>
        <p:spPr>
          <a:xfrm rot="1697705">
            <a:off x="1198272" y="740103"/>
            <a:ext cx="1347619" cy="1219435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6538B-94F8-4CF0-BA59-8E611BEC91BA}"/>
              </a:ext>
            </a:extLst>
          </p:cNvPr>
          <p:cNvSpPr txBox="1"/>
          <p:nvPr/>
        </p:nvSpPr>
        <p:spPr>
          <a:xfrm>
            <a:off x="1524000" y="1262271"/>
            <a:ext cx="6629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BURN THEM</a:t>
            </a:r>
          </a:p>
          <a:p>
            <a:pPr algn="l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TO ASHES</a:t>
            </a:r>
            <a:endParaRPr lang="uk-UA" sz="6600" dirty="0"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D674DE1-0A92-44B5-9550-D48701F78A68}"/>
              </a:ext>
            </a:extLst>
          </p:cNvPr>
          <p:cNvSpPr/>
          <p:nvPr/>
        </p:nvSpPr>
        <p:spPr>
          <a:xfrm rot="4707891">
            <a:off x="4137592" y="5026904"/>
            <a:ext cx="864478" cy="782250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DE90B24-EDAB-49F0-A679-850F898B4A39}"/>
              </a:ext>
            </a:extLst>
          </p:cNvPr>
          <p:cNvGrpSpPr/>
          <p:nvPr/>
        </p:nvGrpSpPr>
        <p:grpSpPr>
          <a:xfrm>
            <a:off x="15940642" y="692486"/>
            <a:ext cx="1154972" cy="1447800"/>
            <a:chOff x="16326070" y="1104900"/>
            <a:chExt cx="1154972" cy="14478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1FC49CA-4034-47FF-ACF6-3B815A31715B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CF31B73-9263-46D6-A696-EEFA3827C6B9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54DF817-1BA2-4B8D-ABA9-3F65B61C44B5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BD281BC-57AA-4A6E-AFD4-9AEDC290A096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FCDA601-F260-4316-9603-17EC141F737E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5FAF1BF-77EA-4895-A866-338781FD9C46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CD655764-248B-452A-A167-32944E54BC3E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1F71B9A-4946-4B73-AA4D-6553829E6F40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3931E9-EDCE-4423-8D31-7F2B1CDB8B49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92415D2-0640-4947-B16E-D532E5B7D7C4}"/>
              </a:ext>
            </a:extLst>
          </p:cNvPr>
          <p:cNvSpPr/>
          <p:nvPr/>
        </p:nvSpPr>
        <p:spPr>
          <a:xfrm>
            <a:off x="5662801" y="2095500"/>
            <a:ext cx="13398823" cy="8191500"/>
          </a:xfrm>
          <a:custGeom>
            <a:avLst/>
            <a:gdLst>
              <a:gd name="connsiteX0" fmla="*/ 8471415 w 13398823"/>
              <a:gd name="connsiteY0" fmla="*/ 0 h 8191500"/>
              <a:gd name="connsiteX1" fmla="*/ 13398823 w 13398823"/>
              <a:gd name="connsiteY1" fmla="*/ 5686866 h 8191500"/>
              <a:gd name="connsiteX2" fmla="*/ 13398823 w 13398823"/>
              <a:gd name="connsiteY2" fmla="*/ 8191500 h 8191500"/>
              <a:gd name="connsiteX3" fmla="*/ 12636823 w 13398823"/>
              <a:gd name="connsiteY3" fmla="*/ 8191500 h 8191500"/>
              <a:gd name="connsiteX4" fmla="*/ 12636823 w 13398823"/>
              <a:gd name="connsiteY4" fmla="*/ 5382767 h 8191500"/>
              <a:gd name="connsiteX5" fmla="*/ 8433354 w 13398823"/>
              <a:gd name="connsiteY5" fmla="*/ 386442 h 8191500"/>
              <a:gd name="connsiteX6" fmla="*/ 314150 w 13398823"/>
              <a:gd name="connsiteY6" fmla="*/ 3691590 h 8191500"/>
              <a:gd name="connsiteX7" fmla="*/ 635826 w 13398823"/>
              <a:gd name="connsiteY7" fmla="*/ 8191500 h 8191500"/>
              <a:gd name="connsiteX8" fmla="*/ 323560 w 13398823"/>
              <a:gd name="connsiteY8" fmla="*/ 8191500 h 8191500"/>
              <a:gd name="connsiteX9" fmla="*/ 0 w 13398823"/>
              <a:gd name="connsiteY9" fmla="*/ 3516022 h 819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398823" h="8191500">
                <a:moveTo>
                  <a:pt x="8471415" y="0"/>
                </a:moveTo>
                <a:lnTo>
                  <a:pt x="13398823" y="5686866"/>
                </a:lnTo>
                <a:lnTo>
                  <a:pt x="13398823" y="8191500"/>
                </a:lnTo>
                <a:lnTo>
                  <a:pt x="12636823" y="8191500"/>
                </a:lnTo>
                <a:lnTo>
                  <a:pt x="12636823" y="5382767"/>
                </a:lnTo>
                <a:lnTo>
                  <a:pt x="8433354" y="386442"/>
                </a:lnTo>
                <a:lnTo>
                  <a:pt x="314150" y="3691590"/>
                </a:lnTo>
                <a:lnTo>
                  <a:pt x="635826" y="8191500"/>
                </a:lnTo>
                <a:lnTo>
                  <a:pt x="323560" y="8191500"/>
                </a:lnTo>
                <a:lnTo>
                  <a:pt x="0" y="3516022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4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Placeholder 65">
            <a:extLst>
              <a:ext uri="{FF2B5EF4-FFF2-40B4-BE49-F238E27FC236}">
                <a16:creationId xmlns:a16="http://schemas.microsoft.com/office/drawing/2014/main" id="{2B563477-2F80-40A4-8922-0D4FD31CE4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0" r="23750"/>
          <a:stretch/>
        </p:blipFill>
        <p:spPr/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648A8EE-BFFA-4D40-A746-7F3105CB9862}"/>
              </a:ext>
            </a:extLst>
          </p:cNvPr>
          <p:cNvSpPr/>
          <p:nvPr/>
        </p:nvSpPr>
        <p:spPr>
          <a:xfrm>
            <a:off x="0" y="-1601486"/>
            <a:ext cx="12268200" cy="12231386"/>
          </a:xfrm>
          <a:custGeom>
            <a:avLst/>
            <a:gdLst>
              <a:gd name="connsiteX0" fmla="*/ 0 w 12268200"/>
              <a:gd name="connsiteY0" fmla="*/ 0 h 12231386"/>
              <a:gd name="connsiteX1" fmla="*/ 10210800 w 12268200"/>
              <a:gd name="connsiteY1" fmla="*/ 0 h 12231386"/>
              <a:gd name="connsiteX2" fmla="*/ 12268200 w 12268200"/>
              <a:gd name="connsiteY2" fmla="*/ 0 h 12231386"/>
              <a:gd name="connsiteX3" fmla="*/ 12268200 w 12268200"/>
              <a:gd name="connsiteY3" fmla="*/ 12231386 h 12231386"/>
              <a:gd name="connsiteX4" fmla="*/ 10210800 w 12268200"/>
              <a:gd name="connsiteY4" fmla="*/ 12231386 h 12231386"/>
              <a:gd name="connsiteX5" fmla="*/ 0 w 12268200"/>
              <a:gd name="connsiteY5" fmla="*/ 12231386 h 12231386"/>
              <a:gd name="connsiteX6" fmla="*/ 0 w 12268200"/>
              <a:gd name="connsiteY6" fmla="*/ 12208471 h 12231386"/>
              <a:gd name="connsiteX7" fmla="*/ 9563100 w 12268200"/>
              <a:gd name="connsiteY7" fmla="*/ 8535686 h 12231386"/>
              <a:gd name="connsiteX8" fmla="*/ 7505700 w 12268200"/>
              <a:gd name="connsiteY8" fmla="*/ 3220736 h 12231386"/>
              <a:gd name="connsiteX9" fmla="*/ 0 w 12268200"/>
              <a:gd name="connsiteY9" fmla="*/ 1488652 h 12231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68200" h="12231386">
                <a:moveTo>
                  <a:pt x="0" y="0"/>
                </a:moveTo>
                <a:lnTo>
                  <a:pt x="10210800" y="0"/>
                </a:lnTo>
                <a:lnTo>
                  <a:pt x="12268200" y="0"/>
                </a:lnTo>
                <a:lnTo>
                  <a:pt x="12268200" y="12231386"/>
                </a:lnTo>
                <a:lnTo>
                  <a:pt x="10210800" y="12231386"/>
                </a:lnTo>
                <a:lnTo>
                  <a:pt x="0" y="12231386"/>
                </a:lnTo>
                <a:lnTo>
                  <a:pt x="0" y="12208471"/>
                </a:lnTo>
                <a:lnTo>
                  <a:pt x="9563100" y="8535686"/>
                </a:lnTo>
                <a:lnTo>
                  <a:pt x="7505700" y="3220736"/>
                </a:lnTo>
                <a:lnTo>
                  <a:pt x="0" y="1488652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F9230E2-54EA-4C27-94C0-178126ACC3E2}"/>
              </a:ext>
            </a:extLst>
          </p:cNvPr>
          <p:cNvSpPr/>
          <p:nvPr/>
        </p:nvSpPr>
        <p:spPr>
          <a:xfrm>
            <a:off x="0" y="-529670"/>
            <a:ext cx="10020300" cy="11159570"/>
          </a:xfrm>
          <a:custGeom>
            <a:avLst/>
            <a:gdLst>
              <a:gd name="connsiteX0" fmla="*/ 0 w 10020300"/>
              <a:gd name="connsiteY0" fmla="*/ 0 h 11159570"/>
              <a:gd name="connsiteX1" fmla="*/ 7829550 w 10020300"/>
              <a:gd name="connsiteY1" fmla="*/ 1825070 h 11159570"/>
              <a:gd name="connsiteX2" fmla="*/ 10020300 w 10020300"/>
              <a:gd name="connsiteY2" fmla="*/ 7578170 h 11159570"/>
              <a:gd name="connsiteX3" fmla="*/ 945260 w 10020300"/>
              <a:gd name="connsiteY3" fmla="*/ 11159570 h 11159570"/>
              <a:gd name="connsiteX4" fmla="*/ 0 w 10020300"/>
              <a:gd name="connsiteY4" fmla="*/ 11159570 h 11159570"/>
              <a:gd name="connsiteX5" fmla="*/ 0 w 10020300"/>
              <a:gd name="connsiteY5" fmla="*/ 11136655 h 11159570"/>
              <a:gd name="connsiteX6" fmla="*/ 9563100 w 10020300"/>
              <a:gd name="connsiteY6" fmla="*/ 7463870 h 11159570"/>
              <a:gd name="connsiteX7" fmla="*/ 7505700 w 10020300"/>
              <a:gd name="connsiteY7" fmla="*/ 2148920 h 11159570"/>
              <a:gd name="connsiteX8" fmla="*/ 0 w 10020300"/>
              <a:gd name="connsiteY8" fmla="*/ 416836 h 1115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020300" h="11159570">
                <a:moveTo>
                  <a:pt x="0" y="0"/>
                </a:moveTo>
                <a:lnTo>
                  <a:pt x="7829550" y="1825070"/>
                </a:lnTo>
                <a:lnTo>
                  <a:pt x="10020300" y="7578170"/>
                </a:lnTo>
                <a:lnTo>
                  <a:pt x="945260" y="11159570"/>
                </a:lnTo>
                <a:lnTo>
                  <a:pt x="0" y="11159570"/>
                </a:lnTo>
                <a:lnTo>
                  <a:pt x="0" y="11136655"/>
                </a:lnTo>
                <a:lnTo>
                  <a:pt x="9563100" y="7463870"/>
                </a:lnTo>
                <a:lnTo>
                  <a:pt x="7505700" y="2148920"/>
                </a:lnTo>
                <a:lnTo>
                  <a:pt x="0" y="416836"/>
                </a:ln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375306E-7FF5-4940-AE39-2D260558DCE6}"/>
              </a:ext>
            </a:extLst>
          </p:cNvPr>
          <p:cNvSpPr/>
          <p:nvPr/>
        </p:nvSpPr>
        <p:spPr>
          <a:xfrm rot="12667789">
            <a:off x="9484834" y="1034577"/>
            <a:ext cx="5143870" cy="466191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0290B1A-19EC-4635-8960-D6FF00B37756}"/>
              </a:ext>
            </a:extLst>
          </p:cNvPr>
          <p:cNvSpPr/>
          <p:nvPr/>
        </p:nvSpPr>
        <p:spPr>
          <a:xfrm rot="2700000">
            <a:off x="16808642" y="8919314"/>
            <a:ext cx="1570519" cy="1423370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174F99D-6327-4533-B4D4-AEFC05286F06}"/>
              </a:ext>
            </a:extLst>
          </p:cNvPr>
          <p:cNvSpPr/>
          <p:nvPr/>
        </p:nvSpPr>
        <p:spPr>
          <a:xfrm rot="18886213">
            <a:off x="14970767" y="114656"/>
            <a:ext cx="1081244" cy="97993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5DF608BA-CE2D-4463-B904-077484D2EF44}"/>
              </a:ext>
            </a:extLst>
          </p:cNvPr>
          <p:cNvSpPr/>
          <p:nvPr/>
        </p:nvSpPr>
        <p:spPr>
          <a:xfrm rot="18765650">
            <a:off x="11158960" y="6678513"/>
            <a:ext cx="1081244" cy="97993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85A50C9-F903-4C27-81FE-4792B25133CA}"/>
              </a:ext>
            </a:extLst>
          </p:cNvPr>
          <p:cNvSpPr/>
          <p:nvPr/>
        </p:nvSpPr>
        <p:spPr>
          <a:xfrm rot="976938">
            <a:off x="6759293" y="8639216"/>
            <a:ext cx="2188630" cy="198356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A5DEC83-6DE9-41FA-BBE5-D1DD277826C1}"/>
              </a:ext>
            </a:extLst>
          </p:cNvPr>
          <p:cNvSpPr/>
          <p:nvPr/>
        </p:nvSpPr>
        <p:spPr>
          <a:xfrm rot="14995707">
            <a:off x="6102873" y="-158776"/>
            <a:ext cx="1313243" cy="1190200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04DC2D-CEFE-4338-B472-38538012F2BC}"/>
              </a:ext>
            </a:extLst>
          </p:cNvPr>
          <p:cNvGrpSpPr/>
          <p:nvPr/>
        </p:nvGrpSpPr>
        <p:grpSpPr>
          <a:xfrm>
            <a:off x="16326070" y="1104900"/>
            <a:ext cx="1154972" cy="1447800"/>
            <a:chOff x="16326070" y="1104900"/>
            <a:chExt cx="1154972" cy="14478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45DC44-1E3F-4BD0-960F-3C26A90FABCB}"/>
                </a:ext>
              </a:extLst>
            </p:cNvPr>
            <p:cNvSpPr/>
            <p:nvPr/>
          </p:nvSpPr>
          <p:spPr>
            <a:xfrm>
              <a:off x="17223203" y="1752507"/>
              <a:ext cx="257839" cy="247219"/>
            </a:xfrm>
            <a:custGeom>
              <a:avLst/>
              <a:gdLst>
                <a:gd name="connsiteX0" fmla="*/ 57617 w 488003"/>
                <a:gd name="connsiteY0" fmla="*/ 467904 h 467904"/>
                <a:gd name="connsiteX1" fmla="*/ 0 w 488003"/>
                <a:gd name="connsiteY1" fmla="*/ 90770 h 467904"/>
                <a:gd name="connsiteX2" fmla="*/ 488004 w 488003"/>
                <a:gd name="connsiteY2" fmla="*/ 87278 h 467904"/>
                <a:gd name="connsiteX3" fmla="*/ 57617 w 488003"/>
                <a:gd name="connsiteY3" fmla="*/ 467904 h 46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003" h="467904">
                  <a:moveTo>
                    <a:pt x="57617" y="467904"/>
                  </a:moveTo>
                  <a:cubicBezTo>
                    <a:pt x="115235" y="333463"/>
                    <a:pt x="95156" y="197276"/>
                    <a:pt x="0" y="90770"/>
                  </a:cubicBezTo>
                  <a:cubicBezTo>
                    <a:pt x="108251" y="-10497"/>
                    <a:pt x="331738" y="-47163"/>
                    <a:pt x="488004" y="87278"/>
                  </a:cubicBezTo>
                  <a:cubicBezTo>
                    <a:pt x="273247" y="86405"/>
                    <a:pt x="244439" y="335209"/>
                    <a:pt x="57617" y="467904"/>
                  </a:cubicBezTo>
                  <a:close/>
                </a:path>
              </a:pathLst>
            </a:custGeom>
            <a:solidFill>
              <a:schemeClr val="accent6"/>
            </a:soli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F3CCAB3-B7B9-4E79-8CB0-A05A932546D2}"/>
                </a:ext>
              </a:extLst>
            </p:cNvPr>
            <p:cNvGrpSpPr/>
            <p:nvPr/>
          </p:nvGrpSpPr>
          <p:grpSpPr>
            <a:xfrm>
              <a:off x="16747443" y="1104900"/>
              <a:ext cx="494576" cy="1051190"/>
              <a:chOff x="16747443" y="1104900"/>
              <a:chExt cx="494576" cy="1051190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42E71FE-0050-4EF1-92F0-62103EDEFACB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681C790-95E2-421A-81F4-2A23A3B0BE46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99EAFA2-20C7-4808-B518-D04598F1E743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DFF46638-59BC-4981-BF6F-CB4CF269810D}"/>
                </a:ext>
              </a:extLst>
            </p:cNvPr>
            <p:cNvGrpSpPr/>
            <p:nvPr/>
          </p:nvGrpSpPr>
          <p:grpSpPr>
            <a:xfrm>
              <a:off x="16326070" y="1940278"/>
              <a:ext cx="774440" cy="282231"/>
              <a:chOff x="16326070" y="1940278"/>
              <a:chExt cx="774440" cy="282231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C557EF0-F673-422C-8E82-00A513A27E1E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09C401F-E056-4E12-86D2-8F363D4E3C46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AC622B1-0CA6-4708-9019-CD1FD1AF8673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C36515-4481-431E-AFDC-3A705B3B1F98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E341D62-9078-4155-A5E1-DB44D4868DF0}"/>
              </a:ext>
            </a:extLst>
          </p:cNvPr>
          <p:cNvSpPr txBox="1"/>
          <p:nvPr/>
        </p:nvSpPr>
        <p:spPr>
          <a:xfrm>
            <a:off x="8862800" y="4014584"/>
            <a:ext cx="8286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rPr>
              <a:t>FREE YOURSELF</a:t>
            </a:r>
            <a:endParaRPr lang="uk-UA" sz="6000" dirty="0">
              <a:gradFill>
                <a:gsLst>
                  <a:gs pos="100000">
                    <a:schemeClr val="accent5"/>
                  </a:gs>
                  <a:gs pos="0">
                    <a:schemeClr val="accent6"/>
                  </a:gs>
                </a:gsLst>
                <a:lin ang="6600000" scaled="0"/>
              </a:gra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F8177F-8D66-43C5-8CB6-F17BC52409D4}"/>
              </a:ext>
            </a:extLst>
          </p:cNvPr>
          <p:cNvSpPr txBox="1"/>
          <p:nvPr/>
        </p:nvSpPr>
        <p:spPr>
          <a:xfrm>
            <a:off x="11009541" y="5067300"/>
            <a:ext cx="61133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presentation template.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Enjoy!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8145912-C4E2-4EA3-9378-03BCC81C382F}"/>
              </a:ext>
            </a:extLst>
          </p:cNvPr>
          <p:cNvGrpSpPr/>
          <p:nvPr/>
        </p:nvGrpSpPr>
        <p:grpSpPr>
          <a:xfrm rot="10800000">
            <a:off x="13223440" y="7800523"/>
            <a:ext cx="1676873" cy="1000576"/>
            <a:chOff x="2304142" y="7145342"/>
            <a:chExt cx="2110922" cy="125957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7252435-B3B0-4821-98FF-7B49ED74C349}"/>
                </a:ext>
              </a:extLst>
            </p:cNvPr>
            <p:cNvSpPr/>
            <p:nvPr/>
          </p:nvSpPr>
          <p:spPr>
            <a:xfrm>
              <a:off x="2304142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6D071A9-C4AA-4A86-9BE4-EA0FBE96D7D6}"/>
                </a:ext>
              </a:extLst>
            </p:cNvPr>
            <p:cNvSpPr/>
            <p:nvPr/>
          </p:nvSpPr>
          <p:spPr>
            <a:xfrm>
              <a:off x="2797854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01F71A3-B351-4B85-BDDB-52FED62BDF74}"/>
                </a:ext>
              </a:extLst>
            </p:cNvPr>
            <p:cNvSpPr/>
            <p:nvPr/>
          </p:nvSpPr>
          <p:spPr>
            <a:xfrm>
              <a:off x="3291566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288D668-6784-4ED3-8324-676F2ED406C6}"/>
                </a:ext>
              </a:extLst>
            </p:cNvPr>
            <p:cNvSpPr/>
            <p:nvPr/>
          </p:nvSpPr>
          <p:spPr>
            <a:xfrm>
              <a:off x="3785279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D0E0E7C-88FA-4F07-BCA5-E4FF26586D19}"/>
              </a:ext>
            </a:extLst>
          </p:cNvPr>
          <p:cNvGrpSpPr/>
          <p:nvPr/>
        </p:nvGrpSpPr>
        <p:grpSpPr>
          <a:xfrm>
            <a:off x="10233215" y="1472312"/>
            <a:ext cx="1100331" cy="656558"/>
            <a:chOff x="2304142" y="7145342"/>
            <a:chExt cx="2110922" cy="1259570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2946E8F-7B8E-46B3-8B94-B83B39F4D3B3}"/>
                </a:ext>
              </a:extLst>
            </p:cNvPr>
            <p:cNvSpPr/>
            <p:nvPr/>
          </p:nvSpPr>
          <p:spPr>
            <a:xfrm>
              <a:off x="2304142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8EEAB87-468C-4A62-8517-5FC2029D25B4}"/>
                </a:ext>
              </a:extLst>
            </p:cNvPr>
            <p:cNvSpPr/>
            <p:nvPr/>
          </p:nvSpPr>
          <p:spPr>
            <a:xfrm>
              <a:off x="2797854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C3C9877-0727-4321-A2FF-13CD1D778987}"/>
                </a:ext>
              </a:extLst>
            </p:cNvPr>
            <p:cNvSpPr/>
            <p:nvPr/>
          </p:nvSpPr>
          <p:spPr>
            <a:xfrm>
              <a:off x="3291566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78A1178-475A-4F56-B4EB-D5DFE6F80D45}"/>
                </a:ext>
              </a:extLst>
            </p:cNvPr>
            <p:cNvSpPr/>
            <p:nvPr/>
          </p:nvSpPr>
          <p:spPr>
            <a:xfrm>
              <a:off x="3785279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717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9AB09287-4E1D-42A7-A831-6160D7E865D4}"/>
              </a:ext>
            </a:extLst>
          </p:cNvPr>
          <p:cNvSpPr/>
          <p:nvPr/>
        </p:nvSpPr>
        <p:spPr>
          <a:xfrm rot="5730362">
            <a:off x="5907558" y="5546164"/>
            <a:ext cx="1161050" cy="1052266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FC3F93B7-688D-48A6-8FCD-215DD92FFB48}"/>
              </a:ext>
            </a:extLst>
          </p:cNvPr>
          <p:cNvSpPr/>
          <p:nvPr/>
        </p:nvSpPr>
        <p:spPr>
          <a:xfrm rot="18000000">
            <a:off x="1279684" y="7660833"/>
            <a:ext cx="1093696" cy="991223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AC701E24-57EE-497B-B77D-14739B109092}"/>
              </a:ext>
            </a:extLst>
          </p:cNvPr>
          <p:cNvSpPr/>
          <p:nvPr/>
        </p:nvSpPr>
        <p:spPr>
          <a:xfrm rot="12667789">
            <a:off x="1675766" y="-208757"/>
            <a:ext cx="5143870" cy="466191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C510248-CF92-48BD-B67D-9F6A987E76A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8" r="17708"/>
          <a:stretch/>
        </p:blipFill>
        <p:spPr/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560B5EF-5E78-4EF0-ADE7-671F4AF42326}"/>
              </a:ext>
            </a:extLst>
          </p:cNvPr>
          <p:cNvSpPr/>
          <p:nvPr/>
        </p:nvSpPr>
        <p:spPr>
          <a:xfrm>
            <a:off x="8229600" y="0"/>
            <a:ext cx="7256734" cy="10287000"/>
          </a:xfrm>
          <a:custGeom>
            <a:avLst/>
            <a:gdLst>
              <a:gd name="connsiteX0" fmla="*/ 0 w 7256734"/>
              <a:gd name="connsiteY0" fmla="*/ 0 h 10287000"/>
              <a:gd name="connsiteX1" fmla="*/ 7256734 w 7256734"/>
              <a:gd name="connsiteY1" fmla="*/ 0 h 10287000"/>
              <a:gd name="connsiteX2" fmla="*/ 914417 w 7256734"/>
              <a:gd name="connsiteY2" fmla="*/ 4614377 h 10287000"/>
              <a:gd name="connsiteX3" fmla="*/ 2755001 w 7256734"/>
              <a:gd name="connsiteY3" fmla="*/ 10287000 h 10287000"/>
              <a:gd name="connsiteX4" fmla="*/ 0 w 7256734"/>
              <a:gd name="connsiteY4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6734" h="10287000">
                <a:moveTo>
                  <a:pt x="0" y="0"/>
                </a:moveTo>
                <a:lnTo>
                  <a:pt x="7256734" y="0"/>
                </a:lnTo>
                <a:lnTo>
                  <a:pt x="914417" y="4614377"/>
                </a:lnTo>
                <a:lnTo>
                  <a:pt x="2755001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30C648AE-5CAE-42AC-89E9-63435F992D37}"/>
              </a:ext>
            </a:extLst>
          </p:cNvPr>
          <p:cNvSpPr/>
          <p:nvPr/>
        </p:nvSpPr>
        <p:spPr>
          <a:xfrm rot="20141951">
            <a:off x="230777" y="3702084"/>
            <a:ext cx="1033726" cy="936872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A728FEB-9C0C-41DA-BD7D-2E6C8302C539}"/>
              </a:ext>
            </a:extLst>
          </p:cNvPr>
          <p:cNvSpPr/>
          <p:nvPr/>
        </p:nvSpPr>
        <p:spPr>
          <a:xfrm>
            <a:off x="8710342" y="0"/>
            <a:ext cx="6775993" cy="10287000"/>
          </a:xfrm>
          <a:custGeom>
            <a:avLst/>
            <a:gdLst>
              <a:gd name="connsiteX0" fmla="*/ 6215191 w 6775993"/>
              <a:gd name="connsiteY0" fmla="*/ 0 h 10287000"/>
              <a:gd name="connsiteX1" fmla="*/ 6775993 w 6775993"/>
              <a:gd name="connsiteY1" fmla="*/ 0 h 10287000"/>
              <a:gd name="connsiteX2" fmla="*/ 433676 w 6775993"/>
              <a:gd name="connsiteY2" fmla="*/ 4614377 h 10287000"/>
              <a:gd name="connsiteX3" fmla="*/ 2274260 w 6775993"/>
              <a:gd name="connsiteY3" fmla="*/ 10287000 h 10287000"/>
              <a:gd name="connsiteX4" fmla="*/ 1837238 w 6775993"/>
              <a:gd name="connsiteY4" fmla="*/ 10287000 h 10287000"/>
              <a:gd name="connsiteX5" fmla="*/ 0 w 6775993"/>
              <a:gd name="connsiteY5" fmla="*/ 4450236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5993" h="10287000">
                <a:moveTo>
                  <a:pt x="6215191" y="0"/>
                </a:moveTo>
                <a:lnTo>
                  <a:pt x="6775993" y="0"/>
                </a:lnTo>
                <a:lnTo>
                  <a:pt x="433676" y="4614377"/>
                </a:lnTo>
                <a:lnTo>
                  <a:pt x="2274260" y="10287000"/>
                </a:lnTo>
                <a:lnTo>
                  <a:pt x="1837238" y="10287000"/>
                </a:lnTo>
                <a:lnTo>
                  <a:pt x="0" y="4450236"/>
                </a:lnTo>
                <a:close/>
              </a:path>
            </a:pathLst>
          </a:cu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EC63C2-D38E-4BE0-8BA6-2B6EBE59DE94}"/>
              </a:ext>
            </a:extLst>
          </p:cNvPr>
          <p:cNvSpPr txBox="1"/>
          <p:nvPr/>
        </p:nvSpPr>
        <p:spPr>
          <a:xfrm>
            <a:off x="1605955" y="4001015"/>
            <a:ext cx="6241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+mj-lt"/>
              </a:rPr>
              <a:t>Trending Event</a:t>
            </a:r>
            <a:endParaRPr lang="uk-UA" sz="3600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EBC04B-DCD7-471B-B34B-6CA8D45E8B25}"/>
              </a:ext>
            </a:extLst>
          </p:cNvPr>
          <p:cNvSpPr txBox="1"/>
          <p:nvPr/>
        </p:nvSpPr>
        <p:spPr>
          <a:xfrm flipH="1">
            <a:off x="1028474" y="4613901"/>
            <a:ext cx="6819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A2635E-C1DE-48BF-8FB4-3B2759EE91E0}"/>
              </a:ext>
            </a:extLst>
          </p:cNvPr>
          <p:cNvSpPr txBox="1"/>
          <p:nvPr/>
        </p:nvSpPr>
        <p:spPr>
          <a:xfrm>
            <a:off x="2196916" y="5906015"/>
            <a:ext cx="6241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+mj-lt"/>
              </a:rPr>
              <a:t>Worldwide Journey</a:t>
            </a:r>
            <a:endParaRPr lang="uk-UA" sz="3600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62B98A-C685-4D6B-BD72-60C6643B44FC}"/>
              </a:ext>
            </a:extLst>
          </p:cNvPr>
          <p:cNvSpPr txBox="1"/>
          <p:nvPr/>
        </p:nvSpPr>
        <p:spPr>
          <a:xfrm flipH="1">
            <a:off x="1619435" y="6518901"/>
            <a:ext cx="6819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adipiscing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elit</a:t>
            </a:r>
            <a:r>
              <a:rPr lang="en-US" sz="2400" dirty="0">
                <a:solidFill>
                  <a:schemeClr val="tx2"/>
                </a:solidFill>
              </a:rPr>
              <a:t>. Maecenas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BF395C-3672-4700-866A-9D9193D16A30}"/>
              </a:ext>
            </a:extLst>
          </p:cNvPr>
          <p:cNvSpPr txBox="1"/>
          <p:nvPr/>
        </p:nvSpPr>
        <p:spPr>
          <a:xfrm>
            <a:off x="2787878" y="7811015"/>
            <a:ext cx="6241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+mj-lt"/>
              </a:rPr>
              <a:t>Only Free Ride</a:t>
            </a:r>
            <a:endParaRPr lang="uk-UA" sz="3600" dirty="0"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763D19-4418-496D-B3DE-DBD45894D277}"/>
              </a:ext>
            </a:extLst>
          </p:cNvPr>
          <p:cNvSpPr txBox="1"/>
          <p:nvPr/>
        </p:nvSpPr>
        <p:spPr>
          <a:xfrm flipH="1">
            <a:off x="2210397" y="8423901"/>
            <a:ext cx="6819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tx2"/>
                </a:solidFill>
              </a:rPr>
              <a:t>Lorem ipsum dolor sit </a:t>
            </a:r>
            <a:r>
              <a:rPr lang="en-US" sz="2400" dirty="0" err="1">
                <a:solidFill>
                  <a:schemeClr val="tx2"/>
                </a:solidFill>
              </a:rPr>
              <a:t>amet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consectetuer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iscenas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porttitor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congue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massa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2A405E-7316-48E3-AB4E-FD63CF3449D9}"/>
              </a:ext>
            </a:extLst>
          </p:cNvPr>
          <p:cNvSpPr txBox="1"/>
          <p:nvPr/>
        </p:nvSpPr>
        <p:spPr>
          <a:xfrm>
            <a:off x="1957644" y="709594"/>
            <a:ext cx="84963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6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rPr>
              <a:t>JOIN US ON A GREATEST JOURNEY</a:t>
            </a:r>
            <a:endParaRPr lang="uk-UA" sz="6600" dirty="0">
              <a:gradFill>
                <a:gsLst>
                  <a:gs pos="100000">
                    <a:schemeClr val="accent5"/>
                  </a:gs>
                  <a:gs pos="0">
                    <a:schemeClr val="accent6"/>
                  </a:gs>
                </a:gsLst>
                <a:lin ang="6600000" scaled="0"/>
              </a:gra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37FB0E3-BC14-42B6-982D-73F7F8141A65}"/>
              </a:ext>
            </a:extLst>
          </p:cNvPr>
          <p:cNvGrpSpPr/>
          <p:nvPr/>
        </p:nvGrpSpPr>
        <p:grpSpPr>
          <a:xfrm>
            <a:off x="533400" y="342900"/>
            <a:ext cx="1154972" cy="1447800"/>
            <a:chOff x="16326070" y="1104900"/>
            <a:chExt cx="1154972" cy="144780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68C7CEB-6AF9-45EB-901A-B78DF273E5EB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E3B6297-B224-4D7B-BDD8-2870D271FC08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6B31786-A91E-4EF8-8BBF-8FAEF1044611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2FDFC0EE-DE2F-4703-BB80-C9CB13A2529D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633CB9D-C49C-486B-A8C7-04BBA152B962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3E4E2AB-8097-47D1-83F4-81425B283D9A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D859387-76FD-499A-92EF-867F0C9D5327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715C7C0F-A579-43CA-A41A-9FB4952F4AB9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310190E-9B47-4FC0-AC96-21C1C254029E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lt"/>
                </a:rPr>
                <a:t>YOUR LOGO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D902B5B-8396-4380-9125-AFDA655DB143}"/>
              </a:ext>
            </a:extLst>
          </p:cNvPr>
          <p:cNvGrpSpPr/>
          <p:nvPr/>
        </p:nvGrpSpPr>
        <p:grpSpPr>
          <a:xfrm>
            <a:off x="11334245" y="494091"/>
            <a:ext cx="1100331" cy="656558"/>
            <a:chOff x="2304142" y="7145342"/>
            <a:chExt cx="2110922" cy="1259570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B6895FE-374E-42D9-A25D-868995BED7EE}"/>
                </a:ext>
              </a:extLst>
            </p:cNvPr>
            <p:cNvSpPr/>
            <p:nvPr/>
          </p:nvSpPr>
          <p:spPr>
            <a:xfrm>
              <a:off x="2304142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050143D-8A50-4D1B-8F0C-3E68020DAC67}"/>
                </a:ext>
              </a:extLst>
            </p:cNvPr>
            <p:cNvSpPr/>
            <p:nvPr/>
          </p:nvSpPr>
          <p:spPr>
            <a:xfrm>
              <a:off x="2797854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D5CF550-B25B-4249-A06D-CE1C167B9BA0}"/>
                </a:ext>
              </a:extLst>
            </p:cNvPr>
            <p:cNvSpPr/>
            <p:nvPr/>
          </p:nvSpPr>
          <p:spPr>
            <a:xfrm>
              <a:off x="3291566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82E68E8-C522-42C8-BE73-245E7B2DEFCD}"/>
                </a:ext>
              </a:extLst>
            </p:cNvPr>
            <p:cNvSpPr/>
            <p:nvPr/>
          </p:nvSpPr>
          <p:spPr>
            <a:xfrm>
              <a:off x="3785279" y="7145342"/>
              <a:ext cx="629785" cy="1259570"/>
            </a:xfrm>
            <a:custGeom>
              <a:avLst/>
              <a:gdLst>
                <a:gd name="connsiteX0" fmla="*/ 0 w 4114800"/>
                <a:gd name="connsiteY0" fmla="*/ 0 h 10287000"/>
                <a:gd name="connsiteX1" fmla="*/ 2057400 w 4114800"/>
                <a:gd name="connsiteY1" fmla="*/ 0 h 10287000"/>
                <a:gd name="connsiteX2" fmla="*/ 4114800 w 4114800"/>
                <a:gd name="connsiteY2" fmla="*/ 5143500 h 10287000"/>
                <a:gd name="connsiteX3" fmla="*/ 2057400 w 4114800"/>
                <a:gd name="connsiteY3" fmla="*/ 10287000 h 10287000"/>
                <a:gd name="connsiteX4" fmla="*/ 0 w 4114800"/>
                <a:gd name="connsiteY4" fmla="*/ 10287000 h 10287000"/>
                <a:gd name="connsiteX5" fmla="*/ 2057400 w 4114800"/>
                <a:gd name="connsiteY5" fmla="*/ 51435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14800" h="10287000">
                  <a:moveTo>
                    <a:pt x="0" y="0"/>
                  </a:moveTo>
                  <a:lnTo>
                    <a:pt x="2057400" y="0"/>
                  </a:lnTo>
                  <a:lnTo>
                    <a:pt x="4114800" y="5143500"/>
                  </a:lnTo>
                  <a:lnTo>
                    <a:pt x="2057400" y="10287000"/>
                  </a:lnTo>
                  <a:lnTo>
                    <a:pt x="0" y="10287000"/>
                  </a:lnTo>
                  <a:lnTo>
                    <a:pt x="2057400" y="5143500"/>
                  </a:ln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548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86129A0-8E42-44E5-AC2E-B34BF54094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07" b="12407"/>
          <a:stretch/>
        </p:blipFill>
        <p:spPr/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753AB67-1422-461C-AAA5-FD3B27CA651E}"/>
              </a:ext>
            </a:extLst>
          </p:cNvPr>
          <p:cNvSpPr/>
          <p:nvPr/>
        </p:nvSpPr>
        <p:spPr>
          <a:xfrm>
            <a:off x="0" y="5018782"/>
            <a:ext cx="18288000" cy="5268218"/>
          </a:xfrm>
          <a:custGeom>
            <a:avLst/>
            <a:gdLst>
              <a:gd name="connsiteX0" fmla="*/ 18288000 w 18288000"/>
              <a:gd name="connsiteY0" fmla="*/ 0 h 5268218"/>
              <a:gd name="connsiteX1" fmla="*/ 18288000 w 18288000"/>
              <a:gd name="connsiteY1" fmla="*/ 5268218 h 5268218"/>
              <a:gd name="connsiteX2" fmla="*/ 0 w 18288000"/>
              <a:gd name="connsiteY2" fmla="*/ 5268218 h 5268218"/>
              <a:gd name="connsiteX3" fmla="*/ 0 w 18288000"/>
              <a:gd name="connsiteY3" fmla="*/ 1269171 h 5268218"/>
              <a:gd name="connsiteX4" fmla="*/ 8290734 w 18288000"/>
              <a:gd name="connsiteY4" fmla="*/ 2601999 h 5268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5268218">
                <a:moveTo>
                  <a:pt x="18288000" y="0"/>
                </a:moveTo>
                <a:lnTo>
                  <a:pt x="18288000" y="5268218"/>
                </a:lnTo>
                <a:lnTo>
                  <a:pt x="0" y="5268218"/>
                </a:lnTo>
                <a:lnTo>
                  <a:pt x="0" y="1269171"/>
                </a:lnTo>
                <a:lnTo>
                  <a:pt x="8290734" y="2601999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A5874EEB-5BDF-459B-86E3-97C383591D15}"/>
              </a:ext>
            </a:extLst>
          </p:cNvPr>
          <p:cNvSpPr/>
          <p:nvPr/>
        </p:nvSpPr>
        <p:spPr>
          <a:xfrm rot="20141951">
            <a:off x="375615" y="7157086"/>
            <a:ext cx="749549" cy="679321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405743-DF51-4CBA-ACCE-229428F10C88}"/>
              </a:ext>
            </a:extLst>
          </p:cNvPr>
          <p:cNvSpPr/>
          <p:nvPr/>
        </p:nvSpPr>
        <p:spPr>
          <a:xfrm rot="10427579">
            <a:off x="45312" y="5292302"/>
            <a:ext cx="18360187" cy="2609180"/>
          </a:xfrm>
          <a:custGeom>
            <a:avLst/>
            <a:gdLst>
              <a:gd name="connsiteX0" fmla="*/ 0 w 18360187"/>
              <a:gd name="connsiteY0" fmla="*/ 1893592 h 2609180"/>
              <a:gd name="connsiteX1" fmla="*/ 42172 w 18360187"/>
              <a:gd name="connsiteY1" fmla="*/ 1505830 h 2609180"/>
              <a:gd name="connsiteX2" fmla="*/ 10262163 w 18360187"/>
              <a:gd name="connsiteY2" fmla="*/ 0 h 2609180"/>
              <a:gd name="connsiteX3" fmla="*/ 18360187 w 18360187"/>
              <a:gd name="connsiteY3" fmla="*/ 2221418 h 2609180"/>
              <a:gd name="connsiteX4" fmla="*/ 18318014 w 18360187"/>
              <a:gd name="connsiteY4" fmla="*/ 2609180 h 2609180"/>
              <a:gd name="connsiteX5" fmla="*/ 10219990 w 18360187"/>
              <a:gd name="connsiteY5" fmla="*/ 387762 h 260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60187" h="2609180">
                <a:moveTo>
                  <a:pt x="0" y="1893592"/>
                </a:moveTo>
                <a:lnTo>
                  <a:pt x="42172" y="1505830"/>
                </a:lnTo>
                <a:lnTo>
                  <a:pt x="10262163" y="0"/>
                </a:lnTo>
                <a:lnTo>
                  <a:pt x="18360187" y="2221418"/>
                </a:lnTo>
                <a:lnTo>
                  <a:pt x="18318014" y="2609180"/>
                </a:lnTo>
                <a:lnTo>
                  <a:pt x="10219990" y="387762"/>
                </a:ln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6B7208C-DB1D-4124-99B7-20A0375D0C3C}"/>
              </a:ext>
            </a:extLst>
          </p:cNvPr>
          <p:cNvGrpSpPr/>
          <p:nvPr/>
        </p:nvGrpSpPr>
        <p:grpSpPr>
          <a:xfrm>
            <a:off x="889364" y="7789314"/>
            <a:ext cx="1154972" cy="1447800"/>
            <a:chOff x="16326070" y="1104900"/>
            <a:chExt cx="1154972" cy="14478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DD69462-C5D9-4C70-A35C-BE57CECD1D83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A22C4C4E-E3A5-49CC-B219-BF937ACF2DA5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4F8056F-073B-4D61-A3A9-CA96DDDABA66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3189130-FEEF-43D8-B46A-74EC07565374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CFCC7013-D220-4B0D-8013-D00C5F3B2D90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78E99D9-1820-4144-A3C1-DFFE043055AA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2BBAD7C-D5C9-4F6D-A4B4-981BF5F1F598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7CA27E88-A384-4353-B6C0-2221F196DC29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0CAAC32-DE86-43F1-9199-9C488509C136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D91317CF-7E26-44C3-A9A9-EC1E24B3A3D4}"/>
              </a:ext>
            </a:extLst>
          </p:cNvPr>
          <p:cNvSpPr/>
          <p:nvPr/>
        </p:nvSpPr>
        <p:spPr>
          <a:xfrm rot="17214365">
            <a:off x="3357985" y="8393052"/>
            <a:ext cx="1400410" cy="1269200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63A1CFF0-7E3B-42FA-BC8C-8D5C250B8ED0}"/>
              </a:ext>
            </a:extLst>
          </p:cNvPr>
          <p:cNvSpPr/>
          <p:nvPr/>
        </p:nvSpPr>
        <p:spPr>
          <a:xfrm rot="12667789">
            <a:off x="12879265" y="7826145"/>
            <a:ext cx="5143870" cy="4661917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3CEBE4-BC4E-4EEB-94EB-CEC9FDD2B94A}"/>
              </a:ext>
            </a:extLst>
          </p:cNvPr>
          <p:cNvSpPr txBox="1"/>
          <p:nvPr/>
        </p:nvSpPr>
        <p:spPr>
          <a:xfrm>
            <a:off x="10839450" y="5789392"/>
            <a:ext cx="59817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600" dirty="0">
                <a:solidFill>
                  <a:schemeClr val="tx1"/>
                </a:solidFill>
              </a:rPr>
              <a:t>SUPPORT</a:t>
            </a:r>
          </a:p>
          <a:p>
            <a:pPr algn="r"/>
            <a:r>
              <a:rPr lang="en-US" sz="6600" dirty="0">
                <a:solidFill>
                  <a:schemeClr val="tx1"/>
                </a:solidFill>
              </a:rPr>
              <a:t>THE YOUTH</a:t>
            </a:r>
            <a:endParaRPr lang="uk-UA" sz="6600" dirty="0">
              <a:solidFill>
                <a:schemeClr val="tx1"/>
              </a:solidFill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6D8B8C9B-E864-47DC-83C6-2DD68EE88589}"/>
              </a:ext>
            </a:extLst>
          </p:cNvPr>
          <p:cNvSpPr/>
          <p:nvPr/>
        </p:nvSpPr>
        <p:spPr>
          <a:xfrm rot="1744153">
            <a:off x="9331978" y="8684665"/>
            <a:ext cx="749549" cy="679321"/>
          </a:xfrm>
          <a:prstGeom prst="triangle">
            <a:avLst>
              <a:gd name="adj" fmla="val 54341"/>
            </a:avLst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92BA81-A903-4F18-985A-9EA1B4D5A608}"/>
              </a:ext>
            </a:extLst>
          </p:cNvPr>
          <p:cNvSpPr txBox="1"/>
          <p:nvPr/>
        </p:nvSpPr>
        <p:spPr>
          <a:xfrm>
            <a:off x="6781800" y="7913050"/>
            <a:ext cx="10081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</a:t>
            </a:r>
            <a:br>
              <a:rPr lang="en-US" sz="36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template. Advance,  clean and professional design </a:t>
            </a:r>
          </a:p>
        </p:txBody>
      </p:sp>
    </p:spTree>
    <p:extLst>
      <p:ext uri="{BB962C8B-B14F-4D97-AF65-F5344CB8AC3E}">
        <p14:creationId xmlns:p14="http://schemas.microsoft.com/office/powerpoint/2010/main" val="233608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2D131C-E02C-4DD6-9AAC-E2163BC38F4B}"/>
              </a:ext>
            </a:extLst>
          </p:cNvPr>
          <p:cNvSpPr/>
          <p:nvPr/>
        </p:nvSpPr>
        <p:spPr>
          <a:xfrm rot="16200000">
            <a:off x="6572250" y="-1428751"/>
            <a:ext cx="5143501" cy="18288001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46666E-4410-482A-8ACC-74C6C4DA9A36}"/>
              </a:ext>
            </a:extLst>
          </p:cNvPr>
          <p:cNvSpPr/>
          <p:nvPr/>
        </p:nvSpPr>
        <p:spPr>
          <a:xfrm>
            <a:off x="1371600" y="1371601"/>
            <a:ext cx="5004000" cy="3771899"/>
          </a:xfrm>
          <a:prstGeom prst="rect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361680-2B18-418E-8EB2-C0BBDBC63AA4}"/>
              </a:ext>
            </a:extLst>
          </p:cNvPr>
          <p:cNvSpPr/>
          <p:nvPr/>
        </p:nvSpPr>
        <p:spPr>
          <a:xfrm>
            <a:off x="1371600" y="5143500"/>
            <a:ext cx="5004000" cy="37718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F7986D-8D4F-438E-9E41-F0A69F59C358}"/>
              </a:ext>
            </a:extLst>
          </p:cNvPr>
          <p:cNvSpPr txBox="1"/>
          <p:nvPr/>
        </p:nvSpPr>
        <p:spPr>
          <a:xfrm>
            <a:off x="1803600" y="6152286"/>
            <a:ext cx="414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We create unique products for graphic design</a:t>
            </a:r>
            <a:endParaRPr lang="uk-UA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86" name="Picture Placeholder 85">
            <a:extLst>
              <a:ext uri="{FF2B5EF4-FFF2-40B4-BE49-F238E27FC236}">
                <a16:creationId xmlns:a16="http://schemas.microsoft.com/office/drawing/2014/main" id="{D53CA7F1-FDAB-467A-BE6A-D95A6055F9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1" r="10701"/>
          <a:stretch/>
        </p:blipFill>
        <p:spPr/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C9453B64-48BA-482F-A5A1-9FB3E72C8CFA}"/>
              </a:ext>
            </a:extLst>
          </p:cNvPr>
          <p:cNvGrpSpPr/>
          <p:nvPr/>
        </p:nvGrpSpPr>
        <p:grpSpPr>
          <a:xfrm flipH="1">
            <a:off x="2794613" y="1915342"/>
            <a:ext cx="2157974" cy="2684416"/>
            <a:chOff x="16199578" y="342900"/>
            <a:chExt cx="1154972" cy="1436729"/>
          </a:xfrm>
          <a:solidFill>
            <a:schemeClr val="bg1"/>
          </a:solidFill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37C32010-247C-43CA-BB37-26831EC8F5F4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  <a:grpFill/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1C070F7-BE80-4F00-AD4C-B6DF368C94D8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7B10E51D-C178-4075-9E80-F902592947AF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FBED777A-1BCE-4C6F-9B3F-BEE9A591B718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0854D69-D129-44E7-A39B-686E435C32E7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E8252CEB-2A12-4EF5-8083-308D16979153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15CA57C1-8739-459E-B913-B0E2C428DF50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B2550D1-F803-4E77-AD49-29F751AAD2B5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pFill/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68D1388-8C3D-483B-91CB-60EB614C1518}"/>
                </a:ext>
              </a:extLst>
            </p:cNvPr>
            <p:cNvSpPr txBox="1"/>
            <p:nvPr/>
          </p:nvSpPr>
          <p:spPr>
            <a:xfrm>
              <a:off x="16260233" y="1565486"/>
              <a:ext cx="1033663" cy="214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lt"/>
                </a:rPr>
                <a:t>YOUR 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555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Placeholder 68">
            <a:extLst>
              <a:ext uri="{FF2B5EF4-FFF2-40B4-BE49-F238E27FC236}">
                <a16:creationId xmlns:a16="http://schemas.microsoft.com/office/drawing/2014/main" id="{B39DEE57-268E-4ADD-98E3-835BD74D1F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75" r="29375"/>
          <a:stretch/>
        </p:blipFill>
        <p:spPr/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69DB0E3-0258-44E3-ABB8-2F0C879E54C0}"/>
              </a:ext>
            </a:extLst>
          </p:cNvPr>
          <p:cNvSpPr/>
          <p:nvPr/>
        </p:nvSpPr>
        <p:spPr>
          <a:xfrm>
            <a:off x="6386486" y="2675841"/>
            <a:ext cx="2091711" cy="3215555"/>
          </a:xfrm>
          <a:custGeom>
            <a:avLst/>
            <a:gdLst>
              <a:gd name="connsiteX0" fmla="*/ 0 w 2091711"/>
              <a:gd name="connsiteY0" fmla="*/ 1095848 h 3215555"/>
              <a:gd name="connsiteX1" fmla="*/ 1987726 w 2091711"/>
              <a:gd name="connsiteY1" fmla="*/ 0 h 3215555"/>
              <a:gd name="connsiteX2" fmla="*/ 2091712 w 2091711"/>
              <a:gd name="connsiteY2" fmla="*/ 3215556 h 3215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91711" h="3215555">
                <a:moveTo>
                  <a:pt x="0" y="1095848"/>
                </a:moveTo>
                <a:lnTo>
                  <a:pt x="1987726" y="0"/>
                </a:lnTo>
                <a:lnTo>
                  <a:pt x="2091712" y="3215556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399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8F669C7-0A5F-4D7F-9F46-A3B5D75867CE}"/>
              </a:ext>
            </a:extLst>
          </p:cNvPr>
          <p:cNvSpPr/>
          <p:nvPr/>
        </p:nvSpPr>
        <p:spPr>
          <a:xfrm>
            <a:off x="4114800" y="-1"/>
            <a:ext cx="13218176" cy="10287001"/>
          </a:xfrm>
          <a:custGeom>
            <a:avLst/>
            <a:gdLst>
              <a:gd name="connsiteX0" fmla="*/ 3395532 w 13218176"/>
              <a:gd name="connsiteY0" fmla="*/ 5259274 h 10558541"/>
              <a:gd name="connsiteX1" fmla="*/ 0 w 13218176"/>
              <a:gd name="connsiteY1" fmla="*/ 10558541 h 10558541"/>
              <a:gd name="connsiteX2" fmla="*/ 13218177 w 13218176"/>
              <a:gd name="connsiteY2" fmla="*/ 10558541 h 10558541"/>
              <a:gd name="connsiteX3" fmla="*/ 13218177 w 13218176"/>
              <a:gd name="connsiteY3" fmla="*/ 0 h 10558541"/>
              <a:gd name="connsiteX4" fmla="*/ 79989 w 13218176"/>
              <a:gd name="connsiteY4" fmla="*/ 0 h 10558541"/>
              <a:gd name="connsiteX5" fmla="*/ 3395532 w 13218176"/>
              <a:gd name="connsiteY5" fmla="*/ 5259274 h 10558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18176" h="10558541">
                <a:moveTo>
                  <a:pt x="3395532" y="5259274"/>
                </a:moveTo>
                <a:cubicBezTo>
                  <a:pt x="3395532" y="7610949"/>
                  <a:pt x="2003724" y="9638669"/>
                  <a:pt x="0" y="10558541"/>
                </a:cubicBezTo>
                <a:lnTo>
                  <a:pt x="13218177" y="10558541"/>
                </a:lnTo>
                <a:lnTo>
                  <a:pt x="13218177" y="0"/>
                </a:lnTo>
                <a:lnTo>
                  <a:pt x="79989" y="0"/>
                </a:lnTo>
                <a:cubicBezTo>
                  <a:pt x="2043718" y="939870"/>
                  <a:pt x="3395532" y="2939594"/>
                  <a:pt x="3395532" y="5259274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 w="399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665DD85-527D-43C9-A642-56EBD5846B4D}"/>
              </a:ext>
            </a:extLst>
          </p:cNvPr>
          <p:cNvSpPr/>
          <p:nvPr/>
        </p:nvSpPr>
        <p:spPr>
          <a:xfrm>
            <a:off x="5897702" y="0"/>
            <a:ext cx="7759781" cy="10283002"/>
          </a:xfrm>
          <a:custGeom>
            <a:avLst/>
            <a:gdLst>
              <a:gd name="connsiteX0" fmla="*/ 0 w 7759781"/>
              <a:gd name="connsiteY0" fmla="*/ 0 h 10283002"/>
              <a:gd name="connsiteX1" fmla="*/ 7759781 w 7759781"/>
              <a:gd name="connsiteY1" fmla="*/ 0 h 10283002"/>
              <a:gd name="connsiteX2" fmla="*/ 7759781 w 7759781"/>
              <a:gd name="connsiteY2" fmla="*/ 10283002 h 10283002"/>
              <a:gd name="connsiteX3" fmla="*/ 42257 w 7759781"/>
              <a:gd name="connsiteY3" fmla="*/ 10283002 h 10283002"/>
              <a:gd name="connsiteX4" fmla="*/ 306408 w 7759781"/>
              <a:gd name="connsiteY4" fmla="*/ 9988018 h 10283002"/>
              <a:gd name="connsiteX5" fmla="*/ 1984579 w 7759781"/>
              <a:gd name="connsiteY5" fmla="*/ 5163499 h 10283002"/>
              <a:gd name="connsiteX6" fmla="*/ 264466 w 7759781"/>
              <a:gd name="connsiteY6" fmla="*/ 289077 h 1028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59781" h="10283002">
                <a:moveTo>
                  <a:pt x="0" y="0"/>
                </a:moveTo>
                <a:lnTo>
                  <a:pt x="7759781" y="0"/>
                </a:lnTo>
                <a:lnTo>
                  <a:pt x="7759781" y="10283002"/>
                </a:lnTo>
                <a:lnTo>
                  <a:pt x="42257" y="10283002"/>
                </a:lnTo>
                <a:lnTo>
                  <a:pt x="306408" y="9988018"/>
                </a:lnTo>
                <a:cubicBezTo>
                  <a:pt x="1343746" y="8747284"/>
                  <a:pt x="1984579" y="7044238"/>
                  <a:pt x="1984579" y="5163499"/>
                </a:cubicBezTo>
                <a:cubicBezTo>
                  <a:pt x="1984579" y="3258012"/>
                  <a:pt x="1326732" y="1534000"/>
                  <a:pt x="264466" y="289077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D410B11-6FAA-4C77-AF42-916755E9821C}"/>
              </a:ext>
            </a:extLst>
          </p:cNvPr>
          <p:cNvSpPr/>
          <p:nvPr/>
        </p:nvSpPr>
        <p:spPr>
          <a:xfrm>
            <a:off x="6552376" y="0"/>
            <a:ext cx="11735625" cy="10306050"/>
          </a:xfrm>
          <a:custGeom>
            <a:avLst/>
            <a:gdLst>
              <a:gd name="connsiteX0" fmla="*/ 0 w 11735625"/>
              <a:gd name="connsiteY0" fmla="*/ 0 h 10306050"/>
              <a:gd name="connsiteX1" fmla="*/ 11735625 w 11735625"/>
              <a:gd name="connsiteY1" fmla="*/ 0 h 10306050"/>
              <a:gd name="connsiteX2" fmla="*/ 11735625 w 11735625"/>
              <a:gd name="connsiteY2" fmla="*/ 10306050 h 10306050"/>
              <a:gd name="connsiteX3" fmla="*/ 19144 w 11735625"/>
              <a:gd name="connsiteY3" fmla="*/ 10306050 h 10306050"/>
              <a:gd name="connsiteX4" fmla="*/ 232755 w 11735625"/>
              <a:gd name="connsiteY4" fmla="*/ 9940063 h 10306050"/>
              <a:gd name="connsiteX5" fmla="*/ 1385897 w 11735625"/>
              <a:gd name="connsiteY5" fmla="*/ 5167497 h 10306050"/>
              <a:gd name="connsiteX6" fmla="*/ 203571 w 11735625"/>
              <a:gd name="connsiteY6" fmla="*/ 342283 h 10306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35625" h="10306050">
                <a:moveTo>
                  <a:pt x="0" y="0"/>
                </a:moveTo>
                <a:lnTo>
                  <a:pt x="11735625" y="0"/>
                </a:lnTo>
                <a:lnTo>
                  <a:pt x="11735625" y="10306050"/>
                </a:lnTo>
                <a:lnTo>
                  <a:pt x="19144" y="10306050"/>
                </a:lnTo>
                <a:lnTo>
                  <a:pt x="232755" y="9940063"/>
                </a:lnTo>
                <a:cubicBezTo>
                  <a:pt x="956909" y="8607834"/>
                  <a:pt x="1385897" y="6956000"/>
                  <a:pt x="1385897" y="5167497"/>
                </a:cubicBezTo>
                <a:cubicBezTo>
                  <a:pt x="1385897" y="3354248"/>
                  <a:pt x="945520" y="1682728"/>
                  <a:pt x="203571" y="342283"/>
                </a:cubicBezTo>
                <a:close/>
              </a:path>
            </a:pathLst>
          </a:custGeom>
          <a:solidFill>
            <a:schemeClr val="bg1"/>
          </a:solidFill>
          <a:ln w="3997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0A29B07-4EBE-487F-B95C-3C5C28A4AE39}"/>
              </a:ext>
            </a:extLst>
          </p:cNvPr>
          <p:cNvSpPr/>
          <p:nvPr/>
        </p:nvSpPr>
        <p:spPr>
          <a:xfrm>
            <a:off x="6386486" y="3771689"/>
            <a:ext cx="11901514" cy="3331539"/>
          </a:xfrm>
          <a:custGeom>
            <a:avLst/>
            <a:gdLst>
              <a:gd name="connsiteX0" fmla="*/ 0 w 8026892"/>
              <a:gd name="connsiteY0" fmla="*/ 0 h 3331539"/>
              <a:gd name="connsiteX1" fmla="*/ 8026893 w 8026892"/>
              <a:gd name="connsiteY1" fmla="*/ 0 h 3331539"/>
              <a:gd name="connsiteX2" fmla="*/ 8026893 w 8026892"/>
              <a:gd name="connsiteY2" fmla="*/ 3331540 h 3331539"/>
              <a:gd name="connsiteX3" fmla="*/ 0 w 8026892"/>
              <a:gd name="connsiteY3" fmla="*/ 3331540 h 333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26892" h="3331539">
                <a:moveTo>
                  <a:pt x="0" y="0"/>
                </a:moveTo>
                <a:lnTo>
                  <a:pt x="8026893" y="0"/>
                </a:lnTo>
                <a:lnTo>
                  <a:pt x="8026893" y="3331540"/>
                </a:lnTo>
                <a:lnTo>
                  <a:pt x="0" y="333154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6A1E5D-E8AB-40A9-A6B5-232EC723070B}"/>
              </a:ext>
            </a:extLst>
          </p:cNvPr>
          <p:cNvSpPr txBox="1"/>
          <p:nvPr/>
        </p:nvSpPr>
        <p:spPr>
          <a:xfrm>
            <a:off x="8089093" y="4652628"/>
            <a:ext cx="8496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9600" dirty="0">
                <a:solidFill>
                  <a:schemeClr val="bg1"/>
                </a:solidFill>
              </a:rPr>
              <a:t>PITCH DECK</a:t>
            </a:r>
            <a:endParaRPr lang="uk-UA" sz="96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26785E-5505-410D-B630-8F09129D4A69}"/>
              </a:ext>
            </a:extLst>
          </p:cNvPr>
          <p:cNvSpPr txBox="1"/>
          <p:nvPr/>
        </p:nvSpPr>
        <p:spPr>
          <a:xfrm>
            <a:off x="8763000" y="1575005"/>
            <a:ext cx="8614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STARTUP BUSINESS TEMPLATE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41A400-ECE0-49C5-86AD-ABC07D8268D5}"/>
              </a:ext>
            </a:extLst>
          </p:cNvPr>
          <p:cNvSpPr txBox="1"/>
          <p:nvPr/>
        </p:nvSpPr>
        <p:spPr>
          <a:xfrm>
            <a:off x="14627556" y="568867"/>
            <a:ext cx="27498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6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6600000" scaled="0"/>
                </a:gradFill>
                <a:latin typeface="+mn-lt"/>
              </a:rPr>
              <a:t>2020</a:t>
            </a:r>
            <a:endParaRPr lang="uk-UA" sz="6600" b="1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6600000" scaled="0"/>
              </a:gradFill>
              <a:latin typeface="+mn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99C21C-7DA8-4069-A1EF-58DE02CCE97E}"/>
              </a:ext>
            </a:extLst>
          </p:cNvPr>
          <p:cNvSpPr txBox="1"/>
          <p:nvPr/>
        </p:nvSpPr>
        <p:spPr>
          <a:xfrm>
            <a:off x="8763000" y="8874888"/>
            <a:ext cx="8614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www.company.com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15070BE-C2BE-41E6-9208-25E49D6EB44D}"/>
              </a:ext>
            </a:extLst>
          </p:cNvPr>
          <p:cNvGrpSpPr/>
          <p:nvPr/>
        </p:nvGrpSpPr>
        <p:grpSpPr>
          <a:xfrm flipH="1">
            <a:off x="16415829" y="7878160"/>
            <a:ext cx="961555" cy="930449"/>
            <a:chOff x="16326070" y="1104900"/>
            <a:chExt cx="1154972" cy="1117609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7115863-C6CA-497E-9F5E-54671C24D1C5}"/>
                </a:ext>
              </a:extLst>
            </p:cNvPr>
            <p:cNvSpPr/>
            <p:nvPr/>
          </p:nvSpPr>
          <p:spPr>
            <a:xfrm>
              <a:off x="16326070" y="2003287"/>
              <a:ext cx="774440" cy="219222"/>
            </a:xfrm>
            <a:custGeom>
              <a:avLst/>
              <a:gdLst>
                <a:gd name="connsiteX0" fmla="*/ 1465759 w 1465758"/>
                <a:gd name="connsiteY0" fmla="*/ 83180 h 414915"/>
                <a:gd name="connsiteX1" fmla="*/ 1395919 w 1465758"/>
                <a:gd name="connsiteY1" fmla="*/ 289207 h 414915"/>
                <a:gd name="connsiteX2" fmla="*/ 627683 w 1465758"/>
                <a:gd name="connsiteY2" fmla="*/ 338095 h 414915"/>
                <a:gd name="connsiteX3" fmla="*/ 0 w 1465758"/>
                <a:gd name="connsiteY3" fmla="*/ 291826 h 414915"/>
                <a:gd name="connsiteX4" fmla="*/ 686174 w 1465758"/>
                <a:gd name="connsiteY4" fmla="*/ 222859 h 414915"/>
                <a:gd name="connsiteX5" fmla="*/ 1131402 w 1465758"/>
                <a:gd name="connsiteY5" fmla="*/ 311905 h 414915"/>
                <a:gd name="connsiteX6" fmla="*/ 1378459 w 1465758"/>
                <a:gd name="connsiteY6" fmla="*/ 18578 h 414915"/>
                <a:gd name="connsiteX7" fmla="*/ 1465759 w 1465758"/>
                <a:gd name="connsiteY7" fmla="*/ 83180 h 41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65758" h="414915">
                  <a:moveTo>
                    <a:pt x="1465759" y="83180"/>
                  </a:moveTo>
                  <a:cubicBezTo>
                    <a:pt x="1456156" y="219367"/>
                    <a:pt x="1422109" y="264763"/>
                    <a:pt x="1395919" y="289207"/>
                  </a:cubicBezTo>
                  <a:cubicBezTo>
                    <a:pt x="1292033" y="384363"/>
                    <a:pt x="1102593" y="490869"/>
                    <a:pt x="627683" y="338095"/>
                  </a:cubicBezTo>
                  <a:cubicBezTo>
                    <a:pt x="290707" y="228970"/>
                    <a:pt x="148409" y="250795"/>
                    <a:pt x="0" y="291826"/>
                  </a:cubicBezTo>
                  <a:cubicBezTo>
                    <a:pt x="233090" y="55244"/>
                    <a:pt x="485385" y="153893"/>
                    <a:pt x="686174" y="222859"/>
                  </a:cubicBezTo>
                  <a:cubicBezTo>
                    <a:pt x="772601" y="252541"/>
                    <a:pt x="964660" y="335476"/>
                    <a:pt x="1131402" y="311905"/>
                  </a:cubicBezTo>
                  <a:cubicBezTo>
                    <a:pt x="1314731" y="286588"/>
                    <a:pt x="1464886" y="153020"/>
                    <a:pt x="1378459" y="18578"/>
                  </a:cubicBezTo>
                  <a:cubicBezTo>
                    <a:pt x="1347904" y="-30309"/>
                    <a:pt x="1443934" y="26435"/>
                    <a:pt x="1465759" y="83180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2B129B3-0D1F-470C-B529-83AF550D6A12}"/>
                </a:ext>
              </a:extLst>
            </p:cNvPr>
            <p:cNvSpPr/>
            <p:nvPr/>
          </p:nvSpPr>
          <p:spPr>
            <a:xfrm>
              <a:off x="17223203" y="1752507"/>
              <a:ext cx="257839" cy="247219"/>
            </a:xfrm>
            <a:custGeom>
              <a:avLst/>
              <a:gdLst>
                <a:gd name="connsiteX0" fmla="*/ 57617 w 488003"/>
                <a:gd name="connsiteY0" fmla="*/ 467904 h 467904"/>
                <a:gd name="connsiteX1" fmla="*/ 0 w 488003"/>
                <a:gd name="connsiteY1" fmla="*/ 90770 h 467904"/>
                <a:gd name="connsiteX2" fmla="*/ 488004 w 488003"/>
                <a:gd name="connsiteY2" fmla="*/ 87278 h 467904"/>
                <a:gd name="connsiteX3" fmla="*/ 57617 w 488003"/>
                <a:gd name="connsiteY3" fmla="*/ 467904 h 46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003" h="467904">
                  <a:moveTo>
                    <a:pt x="57617" y="467904"/>
                  </a:moveTo>
                  <a:cubicBezTo>
                    <a:pt x="115235" y="333463"/>
                    <a:pt x="95156" y="197276"/>
                    <a:pt x="0" y="90770"/>
                  </a:cubicBezTo>
                  <a:cubicBezTo>
                    <a:pt x="108251" y="-10497"/>
                    <a:pt x="331738" y="-47163"/>
                    <a:pt x="488004" y="87278"/>
                  </a:cubicBezTo>
                  <a:cubicBezTo>
                    <a:pt x="273247" y="86405"/>
                    <a:pt x="244439" y="335209"/>
                    <a:pt x="57617" y="467904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18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2D4399E-C791-4122-820D-A930AB95E4FE}"/>
                </a:ext>
              </a:extLst>
            </p:cNvPr>
            <p:cNvSpPr/>
            <p:nvPr/>
          </p:nvSpPr>
          <p:spPr>
            <a:xfrm>
              <a:off x="16747443" y="1104900"/>
              <a:ext cx="494576" cy="958940"/>
            </a:xfrm>
            <a:custGeom>
              <a:avLst/>
              <a:gdLst>
                <a:gd name="connsiteX0" fmla="*/ 620224 w 936069"/>
                <a:gd name="connsiteY0" fmla="*/ 1111323 h 1814957"/>
                <a:gd name="connsiteX1" fmla="*/ 79840 w 936069"/>
                <a:gd name="connsiteY1" fmla="*/ 0 h 1814957"/>
                <a:gd name="connsiteX2" fmla="*/ 837600 w 936069"/>
                <a:gd name="connsiteY2" fmla="*/ 1814957 h 1814957"/>
                <a:gd name="connsiteX3" fmla="*/ 620224 w 936069"/>
                <a:gd name="connsiteY3" fmla="*/ 1111323 h 1814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6069" h="1814957">
                  <a:moveTo>
                    <a:pt x="620224" y="1111323"/>
                  </a:moveTo>
                  <a:cubicBezTo>
                    <a:pt x="311184" y="855535"/>
                    <a:pt x="-58093" y="625938"/>
                    <a:pt x="79840" y="0"/>
                  </a:cubicBezTo>
                  <a:cubicBezTo>
                    <a:pt x="-342690" y="1139259"/>
                    <a:pt x="1060214" y="1175052"/>
                    <a:pt x="837600" y="1814957"/>
                  </a:cubicBezTo>
                  <a:cubicBezTo>
                    <a:pt x="952835" y="1653453"/>
                    <a:pt x="1050611" y="1468378"/>
                    <a:pt x="620224" y="1111323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87E89F3-B292-4683-B5FF-2EE0E62A3341}"/>
                </a:ext>
              </a:extLst>
            </p:cNvPr>
            <p:cNvSpPr/>
            <p:nvPr/>
          </p:nvSpPr>
          <p:spPr>
            <a:xfrm>
              <a:off x="16812470" y="1711906"/>
              <a:ext cx="310422" cy="444184"/>
            </a:xfrm>
            <a:custGeom>
              <a:avLst/>
              <a:gdLst>
                <a:gd name="connsiteX0" fmla="*/ 1290 w 587526"/>
                <a:gd name="connsiteY0" fmla="*/ 0 h 840694"/>
                <a:gd name="connsiteX1" fmla="*/ 475326 w 587526"/>
                <a:gd name="connsiteY1" fmla="*/ 840694 h 840694"/>
                <a:gd name="connsiteX2" fmla="*/ 325171 w 587526"/>
                <a:gd name="connsiteY2" fmla="*/ 309913 h 840694"/>
                <a:gd name="connsiteX3" fmla="*/ 1290 w 587526"/>
                <a:gd name="connsiteY3" fmla="*/ 0 h 840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526" h="840694">
                  <a:moveTo>
                    <a:pt x="1290" y="0"/>
                  </a:moveTo>
                  <a:cubicBezTo>
                    <a:pt x="-34503" y="456576"/>
                    <a:pt x="688337" y="454830"/>
                    <a:pt x="475326" y="840694"/>
                  </a:cubicBezTo>
                  <a:cubicBezTo>
                    <a:pt x="603656" y="721094"/>
                    <a:pt x="694448" y="584034"/>
                    <a:pt x="325171" y="309913"/>
                  </a:cubicBezTo>
                  <a:cubicBezTo>
                    <a:pt x="242237" y="247931"/>
                    <a:pt x="73748" y="109124"/>
                    <a:pt x="1290" y="0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C582B02-E30F-4A56-B2A9-C8FCD5E3DEC6}"/>
                </a:ext>
              </a:extLst>
            </p:cNvPr>
            <p:cNvSpPr/>
            <p:nvPr/>
          </p:nvSpPr>
          <p:spPr>
            <a:xfrm>
              <a:off x="16755388" y="1471594"/>
              <a:ext cx="422984" cy="642522"/>
            </a:xfrm>
            <a:custGeom>
              <a:avLst/>
              <a:gdLst>
                <a:gd name="connsiteX0" fmla="*/ 702963 w 800569"/>
                <a:gd name="connsiteY0" fmla="*/ 1216082 h 1216082"/>
                <a:gd name="connsiteX1" fmla="*/ 655822 w 800569"/>
                <a:gd name="connsiteY1" fmla="*/ 707999 h 1216082"/>
                <a:gd name="connsiteX2" fmla="*/ 655822 w 800569"/>
                <a:gd name="connsiteY2" fmla="*/ 707999 h 1216082"/>
                <a:gd name="connsiteX3" fmla="*/ 3694 w 800569"/>
                <a:gd name="connsiteY3" fmla="*/ 0 h 1216082"/>
                <a:gd name="connsiteX4" fmla="*/ 392177 w 800569"/>
                <a:gd name="connsiteY4" fmla="*/ 661730 h 1216082"/>
                <a:gd name="connsiteX5" fmla="*/ 702963 w 800569"/>
                <a:gd name="connsiteY5" fmla="*/ 1216082 h 121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0569" h="1216082">
                  <a:moveTo>
                    <a:pt x="702963" y="1216082"/>
                  </a:moveTo>
                  <a:cubicBezTo>
                    <a:pt x="849627" y="1123545"/>
                    <a:pt x="828675" y="893074"/>
                    <a:pt x="655822" y="707999"/>
                  </a:cubicBezTo>
                  <a:cubicBezTo>
                    <a:pt x="655822" y="707999"/>
                    <a:pt x="655822" y="707999"/>
                    <a:pt x="655822" y="707999"/>
                  </a:cubicBezTo>
                  <a:cubicBezTo>
                    <a:pt x="450668" y="487131"/>
                    <a:pt x="65677" y="318643"/>
                    <a:pt x="3694" y="0"/>
                  </a:cubicBezTo>
                  <a:cubicBezTo>
                    <a:pt x="-32099" y="316897"/>
                    <a:pt x="199245" y="501972"/>
                    <a:pt x="392177" y="661730"/>
                  </a:cubicBezTo>
                  <a:cubicBezTo>
                    <a:pt x="574633" y="824107"/>
                    <a:pt x="856611" y="983866"/>
                    <a:pt x="702963" y="1216082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CD4CE2C-783F-4FD5-8452-EC24CB0B4917}"/>
                </a:ext>
              </a:extLst>
            </p:cNvPr>
            <p:cNvSpPr/>
            <p:nvPr/>
          </p:nvSpPr>
          <p:spPr>
            <a:xfrm>
              <a:off x="16447379" y="2001669"/>
              <a:ext cx="545660" cy="141507"/>
            </a:xfrm>
            <a:custGeom>
              <a:avLst/>
              <a:gdLst>
                <a:gd name="connsiteX0" fmla="*/ 1032753 w 1032753"/>
                <a:gd name="connsiteY0" fmla="*/ 225921 h 267826"/>
                <a:gd name="connsiteX1" fmla="*/ 0 w 1032753"/>
                <a:gd name="connsiteY1" fmla="*/ 122034 h 267826"/>
                <a:gd name="connsiteX2" fmla="*/ 658239 w 1032753"/>
                <a:gd name="connsiteY2" fmla="*/ 117669 h 267826"/>
                <a:gd name="connsiteX3" fmla="*/ 1032753 w 1032753"/>
                <a:gd name="connsiteY3" fmla="*/ 225921 h 267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2753" h="267826">
                  <a:moveTo>
                    <a:pt x="1032753" y="225921"/>
                  </a:moveTo>
                  <a:cubicBezTo>
                    <a:pt x="713237" y="397901"/>
                    <a:pt x="378880" y="-24629"/>
                    <a:pt x="0" y="122034"/>
                  </a:cubicBezTo>
                  <a:cubicBezTo>
                    <a:pt x="211265" y="-74390"/>
                    <a:pt x="412054" y="-1931"/>
                    <a:pt x="658239" y="117669"/>
                  </a:cubicBezTo>
                  <a:cubicBezTo>
                    <a:pt x="805774" y="189255"/>
                    <a:pt x="890455" y="232032"/>
                    <a:pt x="1032753" y="225921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003A7AB-70DA-44A8-825D-84E07C836EF8}"/>
                </a:ext>
              </a:extLst>
            </p:cNvPr>
            <p:cNvSpPr/>
            <p:nvPr/>
          </p:nvSpPr>
          <p:spPr>
            <a:xfrm>
              <a:off x="16589444" y="1940278"/>
              <a:ext cx="448336" cy="154346"/>
            </a:xfrm>
            <a:custGeom>
              <a:avLst/>
              <a:gdLst>
                <a:gd name="connsiteX0" fmla="*/ 848551 w 848551"/>
                <a:gd name="connsiteY0" fmla="*/ 264417 h 292126"/>
                <a:gd name="connsiteX1" fmla="*/ 0 w 848551"/>
                <a:gd name="connsiteY1" fmla="*/ 78469 h 292126"/>
                <a:gd name="connsiteX2" fmla="*/ 513321 w 848551"/>
                <a:gd name="connsiteY2" fmla="*/ 125611 h 292126"/>
                <a:gd name="connsiteX3" fmla="*/ 848551 w 848551"/>
                <a:gd name="connsiteY3" fmla="*/ 264417 h 29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8551" h="292126">
                  <a:moveTo>
                    <a:pt x="848551" y="264417"/>
                  </a:moveTo>
                  <a:cubicBezTo>
                    <a:pt x="579669" y="396240"/>
                    <a:pt x="370150" y="11249"/>
                    <a:pt x="0" y="78469"/>
                  </a:cubicBezTo>
                  <a:cubicBezTo>
                    <a:pt x="179837" y="-81289"/>
                    <a:pt x="366658" y="38312"/>
                    <a:pt x="513321" y="125611"/>
                  </a:cubicBezTo>
                  <a:cubicBezTo>
                    <a:pt x="635540" y="198070"/>
                    <a:pt x="721967" y="272274"/>
                    <a:pt x="848551" y="264417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1982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DA4CDD71-D1A1-429D-969C-38E1A2B884B4}"/>
              </a:ext>
            </a:extLst>
          </p:cNvPr>
          <p:cNvSpPr/>
          <p:nvPr/>
        </p:nvSpPr>
        <p:spPr>
          <a:xfrm>
            <a:off x="6477000" y="-1333500"/>
            <a:ext cx="7808965" cy="12954000"/>
          </a:xfrm>
          <a:custGeom>
            <a:avLst/>
            <a:gdLst>
              <a:gd name="connsiteX0" fmla="*/ 4964975 w 7808965"/>
              <a:gd name="connsiteY0" fmla="*/ 0 h 12954000"/>
              <a:gd name="connsiteX1" fmla="*/ 7808965 w 7808965"/>
              <a:gd name="connsiteY1" fmla="*/ 0 h 12954000"/>
              <a:gd name="connsiteX2" fmla="*/ 5305690 w 7808965"/>
              <a:gd name="connsiteY2" fmla="*/ 1444196 h 12954000"/>
              <a:gd name="connsiteX3" fmla="*/ 3231297 w 7808965"/>
              <a:gd name="connsiteY3" fmla="*/ 5032804 h 12954000"/>
              <a:gd name="connsiteX4" fmla="*/ 3231297 w 7808965"/>
              <a:gd name="connsiteY4" fmla="*/ 7921196 h 12954000"/>
              <a:gd name="connsiteX5" fmla="*/ 5305690 w 7808965"/>
              <a:gd name="connsiteY5" fmla="*/ 11509804 h 12954000"/>
              <a:gd name="connsiteX6" fmla="*/ 7808965 w 7808965"/>
              <a:gd name="connsiteY6" fmla="*/ 12954000 h 12954000"/>
              <a:gd name="connsiteX7" fmla="*/ 4964975 w 7808965"/>
              <a:gd name="connsiteY7" fmla="*/ 12954000 h 12954000"/>
              <a:gd name="connsiteX8" fmla="*/ 2461700 w 7808965"/>
              <a:gd name="connsiteY8" fmla="*/ 11509804 h 12954000"/>
              <a:gd name="connsiteX9" fmla="*/ 387308 w 7808965"/>
              <a:gd name="connsiteY9" fmla="*/ 7921196 h 12954000"/>
              <a:gd name="connsiteX10" fmla="*/ 387308 w 7808965"/>
              <a:gd name="connsiteY10" fmla="*/ 5032804 h 12954000"/>
              <a:gd name="connsiteX11" fmla="*/ 2461700 w 7808965"/>
              <a:gd name="connsiteY11" fmla="*/ 1444196 h 12954000"/>
              <a:gd name="connsiteX12" fmla="*/ 4964975 w 7808965"/>
              <a:gd name="connsiteY12" fmla="*/ 0 h 129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808965" h="12954000">
                <a:moveTo>
                  <a:pt x="4964975" y="0"/>
                </a:moveTo>
                <a:lnTo>
                  <a:pt x="7808965" y="0"/>
                </a:lnTo>
                <a:cubicBezTo>
                  <a:pt x="6776145" y="0"/>
                  <a:pt x="5822099" y="551420"/>
                  <a:pt x="5305690" y="1444196"/>
                </a:cubicBezTo>
                <a:lnTo>
                  <a:pt x="3231297" y="5032804"/>
                </a:lnTo>
                <a:cubicBezTo>
                  <a:pt x="2714888" y="5925580"/>
                  <a:pt x="2714888" y="7028421"/>
                  <a:pt x="3231297" y="7921196"/>
                </a:cubicBezTo>
                <a:lnTo>
                  <a:pt x="5305690" y="11509804"/>
                </a:lnTo>
                <a:cubicBezTo>
                  <a:pt x="5822099" y="12402579"/>
                  <a:pt x="6776145" y="12954000"/>
                  <a:pt x="7808965" y="12954000"/>
                </a:cubicBezTo>
                <a:lnTo>
                  <a:pt x="4964975" y="12954000"/>
                </a:lnTo>
                <a:cubicBezTo>
                  <a:pt x="3932155" y="12954000"/>
                  <a:pt x="2978109" y="12402579"/>
                  <a:pt x="2461700" y="11509804"/>
                </a:cubicBezTo>
                <a:lnTo>
                  <a:pt x="387308" y="7921196"/>
                </a:lnTo>
                <a:cubicBezTo>
                  <a:pt x="-129102" y="7028421"/>
                  <a:pt x="-129102" y="5925580"/>
                  <a:pt x="387308" y="5032804"/>
                </a:cubicBezTo>
                <a:lnTo>
                  <a:pt x="2461700" y="1444196"/>
                </a:lnTo>
                <a:cubicBezTo>
                  <a:pt x="2978109" y="551420"/>
                  <a:pt x="3932155" y="0"/>
                  <a:pt x="49649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0" name="Picture Placeholder 79">
            <a:extLst>
              <a:ext uri="{FF2B5EF4-FFF2-40B4-BE49-F238E27FC236}">
                <a16:creationId xmlns:a16="http://schemas.microsoft.com/office/drawing/2014/main" id="{4EA78511-B2F1-4661-86F6-E05A130BA01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92" r="27292"/>
          <a:stretch/>
        </p:blipFill>
        <p:spPr/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36BCEC6-31CC-433A-9215-2E3FCC3DB5DF}"/>
              </a:ext>
            </a:extLst>
          </p:cNvPr>
          <p:cNvSpPr/>
          <p:nvPr/>
        </p:nvSpPr>
        <p:spPr>
          <a:xfrm>
            <a:off x="7162801" y="-1333500"/>
            <a:ext cx="7808965" cy="12954000"/>
          </a:xfrm>
          <a:custGeom>
            <a:avLst/>
            <a:gdLst>
              <a:gd name="connsiteX0" fmla="*/ 4964975 w 7808965"/>
              <a:gd name="connsiteY0" fmla="*/ 0 h 12954000"/>
              <a:gd name="connsiteX1" fmla="*/ 7808965 w 7808965"/>
              <a:gd name="connsiteY1" fmla="*/ 0 h 12954000"/>
              <a:gd name="connsiteX2" fmla="*/ 5305690 w 7808965"/>
              <a:gd name="connsiteY2" fmla="*/ 1444196 h 12954000"/>
              <a:gd name="connsiteX3" fmla="*/ 3231297 w 7808965"/>
              <a:gd name="connsiteY3" fmla="*/ 5032804 h 12954000"/>
              <a:gd name="connsiteX4" fmla="*/ 3231297 w 7808965"/>
              <a:gd name="connsiteY4" fmla="*/ 7921196 h 12954000"/>
              <a:gd name="connsiteX5" fmla="*/ 5305690 w 7808965"/>
              <a:gd name="connsiteY5" fmla="*/ 11509804 h 12954000"/>
              <a:gd name="connsiteX6" fmla="*/ 7808965 w 7808965"/>
              <a:gd name="connsiteY6" fmla="*/ 12954000 h 12954000"/>
              <a:gd name="connsiteX7" fmla="*/ 4964975 w 7808965"/>
              <a:gd name="connsiteY7" fmla="*/ 12954000 h 12954000"/>
              <a:gd name="connsiteX8" fmla="*/ 2461700 w 7808965"/>
              <a:gd name="connsiteY8" fmla="*/ 11509804 h 12954000"/>
              <a:gd name="connsiteX9" fmla="*/ 387308 w 7808965"/>
              <a:gd name="connsiteY9" fmla="*/ 7921196 h 12954000"/>
              <a:gd name="connsiteX10" fmla="*/ 387308 w 7808965"/>
              <a:gd name="connsiteY10" fmla="*/ 5032804 h 12954000"/>
              <a:gd name="connsiteX11" fmla="*/ 2461700 w 7808965"/>
              <a:gd name="connsiteY11" fmla="*/ 1444196 h 12954000"/>
              <a:gd name="connsiteX12" fmla="*/ 4964975 w 7808965"/>
              <a:gd name="connsiteY12" fmla="*/ 0 h 129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808965" h="12954000">
                <a:moveTo>
                  <a:pt x="4964975" y="0"/>
                </a:moveTo>
                <a:lnTo>
                  <a:pt x="7808965" y="0"/>
                </a:lnTo>
                <a:cubicBezTo>
                  <a:pt x="6776145" y="0"/>
                  <a:pt x="5822099" y="551420"/>
                  <a:pt x="5305690" y="1444196"/>
                </a:cubicBezTo>
                <a:lnTo>
                  <a:pt x="3231297" y="5032804"/>
                </a:lnTo>
                <a:cubicBezTo>
                  <a:pt x="2714888" y="5925580"/>
                  <a:pt x="2714888" y="7028421"/>
                  <a:pt x="3231297" y="7921196"/>
                </a:cubicBezTo>
                <a:lnTo>
                  <a:pt x="5305690" y="11509804"/>
                </a:lnTo>
                <a:cubicBezTo>
                  <a:pt x="5822099" y="12402579"/>
                  <a:pt x="6776145" y="12954000"/>
                  <a:pt x="7808965" y="12954000"/>
                </a:cubicBezTo>
                <a:lnTo>
                  <a:pt x="4964975" y="12954000"/>
                </a:lnTo>
                <a:cubicBezTo>
                  <a:pt x="3932155" y="12954000"/>
                  <a:pt x="2978109" y="12402579"/>
                  <a:pt x="2461700" y="11509804"/>
                </a:cubicBezTo>
                <a:lnTo>
                  <a:pt x="387308" y="7921196"/>
                </a:lnTo>
                <a:cubicBezTo>
                  <a:pt x="-129102" y="7028421"/>
                  <a:pt x="-129102" y="5925580"/>
                  <a:pt x="387308" y="5032804"/>
                </a:cubicBezTo>
                <a:lnTo>
                  <a:pt x="2461700" y="1444196"/>
                </a:lnTo>
                <a:cubicBezTo>
                  <a:pt x="2978109" y="551420"/>
                  <a:pt x="3932155" y="0"/>
                  <a:pt x="4964975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1C03C8-3F0D-46B0-8A6F-BBA021B72C01}"/>
              </a:ext>
            </a:extLst>
          </p:cNvPr>
          <p:cNvSpPr txBox="1"/>
          <p:nvPr/>
        </p:nvSpPr>
        <p:spPr>
          <a:xfrm>
            <a:off x="1070882" y="3866228"/>
            <a:ext cx="6019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8000" dirty="0">
                <a:gradFill>
                  <a:gsLst>
                    <a:gs pos="100000">
                      <a:schemeClr val="accent3"/>
                    </a:gs>
                    <a:gs pos="0">
                      <a:schemeClr val="accent2"/>
                    </a:gs>
                  </a:gsLst>
                  <a:lin ang="6600000" scaled="0"/>
                </a:gradFill>
              </a:rPr>
              <a:t>YES, YOU</a:t>
            </a:r>
          </a:p>
          <a:p>
            <a:pPr algn="l"/>
            <a:r>
              <a:rPr lang="en-US" sz="8000" dirty="0">
                <a:gradFill>
                  <a:gsLst>
                    <a:gs pos="100000">
                      <a:schemeClr val="accent3"/>
                    </a:gs>
                    <a:gs pos="0">
                      <a:schemeClr val="accent2"/>
                    </a:gs>
                  </a:gsLst>
                  <a:lin ang="6600000" scaled="0"/>
                </a:gradFill>
              </a:rPr>
              <a:t>CAN!</a:t>
            </a:r>
            <a:endParaRPr lang="uk-UA" sz="8000" dirty="0"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99812C-36C1-457E-BB28-188C7D3901B2}"/>
              </a:ext>
            </a:extLst>
          </p:cNvPr>
          <p:cNvSpPr txBox="1"/>
          <p:nvPr/>
        </p:nvSpPr>
        <p:spPr>
          <a:xfrm>
            <a:off x="1070882" y="1673462"/>
            <a:ext cx="5787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JOIN 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296364-D11D-4311-8F5B-8883F421685E}"/>
              </a:ext>
            </a:extLst>
          </p:cNvPr>
          <p:cNvSpPr txBox="1"/>
          <p:nvPr/>
        </p:nvSpPr>
        <p:spPr>
          <a:xfrm>
            <a:off x="1070882" y="667324"/>
            <a:ext cx="27498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6600" b="1" dirty="0">
                <a:solidFill>
                  <a:schemeClr val="tx1"/>
                </a:solidFill>
                <a:latin typeface="+mn-lt"/>
              </a:rPr>
              <a:t>2020</a:t>
            </a:r>
            <a:endParaRPr lang="uk-UA" sz="6600" b="1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6AA221-6ABD-482E-84F5-E62772BC35BC}"/>
              </a:ext>
            </a:extLst>
          </p:cNvPr>
          <p:cNvGrpSpPr/>
          <p:nvPr/>
        </p:nvGrpSpPr>
        <p:grpSpPr>
          <a:xfrm>
            <a:off x="1070882" y="7440221"/>
            <a:ext cx="1154972" cy="1447800"/>
            <a:chOff x="16326070" y="1104900"/>
            <a:chExt cx="1154972" cy="14478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C3DCB6E-CEA4-4B56-B13E-AF47522AB28A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331E5BE2-46F2-4DAE-914C-2687222B5A55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DCEBD81-0325-4D47-8493-43F1CB0B45CB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F83FDDF6-5FC0-4F87-B90F-5E6FFFF06A03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BD7CDDD-AF75-4BC9-94CE-5CC02A0FE299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2F339BB-F397-408D-A97D-B54E9DFC9C6E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2DE83810-FD44-4756-AD07-FFFF2DE83326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6EB3D91-A96A-470C-9F4D-B84BCD02438C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A87DAE7-BEC1-449F-B99A-41650D714858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708EF08-DB44-4CD4-98CB-150077F1A895}"/>
              </a:ext>
            </a:extLst>
          </p:cNvPr>
          <p:cNvSpPr txBox="1"/>
          <p:nvPr/>
        </p:nvSpPr>
        <p:spPr>
          <a:xfrm>
            <a:off x="1070882" y="8973345"/>
            <a:ext cx="5787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www.company.com</a:t>
            </a:r>
          </a:p>
        </p:txBody>
      </p:sp>
    </p:spTree>
    <p:extLst>
      <p:ext uri="{BB962C8B-B14F-4D97-AF65-F5344CB8AC3E}">
        <p14:creationId xmlns:p14="http://schemas.microsoft.com/office/powerpoint/2010/main" val="235135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FBAC362D-23D5-4F66-9625-253F07B61FA2}"/>
              </a:ext>
            </a:extLst>
          </p:cNvPr>
          <p:cNvGrpSpPr/>
          <p:nvPr/>
        </p:nvGrpSpPr>
        <p:grpSpPr>
          <a:xfrm>
            <a:off x="7449190" y="-581681"/>
            <a:ext cx="3790095" cy="11592581"/>
            <a:chOff x="7157129" y="-724848"/>
            <a:chExt cx="3790095" cy="11592581"/>
          </a:xfrm>
          <a:solidFill>
            <a:schemeClr val="bg2"/>
          </a:solidFill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57C7F17-D379-41AD-89FD-7FEDF07DDEB2}"/>
                </a:ext>
              </a:extLst>
            </p:cNvPr>
            <p:cNvSpPr/>
            <p:nvPr/>
          </p:nvSpPr>
          <p:spPr>
            <a:xfrm>
              <a:off x="7589560" y="5522346"/>
              <a:ext cx="2413894" cy="5345387"/>
            </a:xfrm>
            <a:custGeom>
              <a:avLst/>
              <a:gdLst>
                <a:gd name="connsiteX0" fmla="*/ 29678 w 2413894"/>
                <a:gd name="connsiteY0" fmla="*/ 444673 h 5345387"/>
                <a:gd name="connsiteX1" fmla="*/ 798688 w 2413894"/>
                <a:gd name="connsiteY1" fmla="*/ 5035165 h 5345387"/>
                <a:gd name="connsiteX2" fmla="*/ 1203818 w 2413894"/>
                <a:gd name="connsiteY2" fmla="*/ 5304760 h 5345387"/>
                <a:gd name="connsiteX3" fmla="*/ 1903588 w 2413894"/>
                <a:gd name="connsiteY3" fmla="*/ 5344537 h 5345387"/>
                <a:gd name="connsiteX4" fmla="*/ 2348494 w 2413894"/>
                <a:gd name="connsiteY4" fmla="*/ 4622669 h 5345387"/>
                <a:gd name="connsiteX5" fmla="*/ 988731 w 2413894"/>
                <a:gd name="connsiteY5" fmla="*/ 460878 h 5345387"/>
                <a:gd name="connsiteX6" fmla="*/ 445120 w 2413894"/>
                <a:gd name="connsiteY6" fmla="*/ 4186 h 5345387"/>
                <a:gd name="connsiteX7" fmla="*/ 445120 w 2413894"/>
                <a:gd name="connsiteY7" fmla="*/ 4186 h 5345387"/>
                <a:gd name="connsiteX8" fmla="*/ 29678 w 2413894"/>
                <a:gd name="connsiteY8" fmla="*/ 444673 h 534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3894" h="5345387">
                  <a:moveTo>
                    <a:pt x="29678" y="444673"/>
                  </a:moveTo>
                  <a:cubicBezTo>
                    <a:pt x="-35143" y="1254933"/>
                    <a:pt x="-71973" y="3203977"/>
                    <a:pt x="798688" y="5035165"/>
                  </a:cubicBezTo>
                  <a:cubicBezTo>
                    <a:pt x="873821" y="5192797"/>
                    <a:pt x="1029980" y="5294448"/>
                    <a:pt x="1203818" y="5304760"/>
                  </a:cubicBezTo>
                  <a:lnTo>
                    <a:pt x="1903588" y="5344537"/>
                  </a:lnTo>
                  <a:cubicBezTo>
                    <a:pt x="2286620" y="5366635"/>
                    <a:pt x="2540010" y="4954139"/>
                    <a:pt x="2348494" y="4622669"/>
                  </a:cubicBezTo>
                  <a:cubicBezTo>
                    <a:pt x="1824035" y="3722544"/>
                    <a:pt x="1065337" y="2144746"/>
                    <a:pt x="988731" y="460878"/>
                  </a:cubicBezTo>
                  <a:cubicBezTo>
                    <a:pt x="975472" y="178023"/>
                    <a:pt x="725028" y="-32644"/>
                    <a:pt x="445120" y="4186"/>
                  </a:cubicBezTo>
                  <a:lnTo>
                    <a:pt x="445120" y="4186"/>
                  </a:lnTo>
                  <a:cubicBezTo>
                    <a:pt x="221194" y="36596"/>
                    <a:pt x="47356" y="217800"/>
                    <a:pt x="29678" y="44467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C6AE991-E208-4676-9C81-E9674F2F32EE}"/>
                </a:ext>
              </a:extLst>
            </p:cNvPr>
            <p:cNvSpPr/>
            <p:nvPr/>
          </p:nvSpPr>
          <p:spPr>
            <a:xfrm>
              <a:off x="7652720" y="5291165"/>
              <a:ext cx="2810742" cy="3066441"/>
            </a:xfrm>
            <a:custGeom>
              <a:avLst/>
              <a:gdLst>
                <a:gd name="connsiteX0" fmla="*/ 1752036 w 2810742"/>
                <a:gd name="connsiteY0" fmla="*/ 2981412 h 3066441"/>
                <a:gd name="connsiteX1" fmla="*/ 15133 w 2810742"/>
                <a:gd name="connsiteY1" fmla="*/ 602193 h 3066441"/>
                <a:gd name="connsiteX2" fmla="*/ 234640 w 2810742"/>
                <a:gd name="connsiteY2" fmla="*/ 235366 h 3066441"/>
                <a:gd name="connsiteX3" fmla="*/ 1556100 w 2810742"/>
                <a:gd name="connsiteY3" fmla="*/ 4074 h 3066441"/>
                <a:gd name="connsiteX4" fmla="*/ 1855160 w 2810742"/>
                <a:gd name="connsiteY4" fmla="*/ 152867 h 3066441"/>
                <a:gd name="connsiteX5" fmla="*/ 2778856 w 2810742"/>
                <a:gd name="connsiteY5" fmla="*/ 1935440 h 3066441"/>
                <a:gd name="connsiteX6" fmla="*/ 2749392 w 2810742"/>
                <a:gd name="connsiteY6" fmla="*/ 2241865 h 3066441"/>
                <a:gd name="connsiteX7" fmla="*/ 2174844 w 2810742"/>
                <a:gd name="connsiteY7" fmla="*/ 2960787 h 3066441"/>
                <a:gd name="connsiteX8" fmla="*/ 1752036 w 2810742"/>
                <a:gd name="connsiteY8" fmla="*/ 2981412 h 306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0742" h="3066441">
                  <a:moveTo>
                    <a:pt x="1752036" y="2981412"/>
                  </a:moveTo>
                  <a:cubicBezTo>
                    <a:pt x="1293871" y="2507041"/>
                    <a:pt x="271470" y="1393301"/>
                    <a:pt x="15133" y="602193"/>
                  </a:cubicBezTo>
                  <a:cubicBezTo>
                    <a:pt x="-39375" y="431302"/>
                    <a:pt x="57856" y="266303"/>
                    <a:pt x="234640" y="235366"/>
                  </a:cubicBezTo>
                  <a:lnTo>
                    <a:pt x="1556100" y="4074"/>
                  </a:lnTo>
                  <a:cubicBezTo>
                    <a:pt x="1676903" y="-16551"/>
                    <a:pt x="1799178" y="42377"/>
                    <a:pt x="1855160" y="152867"/>
                  </a:cubicBezTo>
                  <a:lnTo>
                    <a:pt x="2778856" y="1935440"/>
                  </a:lnTo>
                  <a:cubicBezTo>
                    <a:pt x="2830418" y="2034143"/>
                    <a:pt x="2818633" y="2154946"/>
                    <a:pt x="2749392" y="2241865"/>
                  </a:cubicBezTo>
                  <a:lnTo>
                    <a:pt x="2174844" y="2960787"/>
                  </a:lnTo>
                  <a:cubicBezTo>
                    <a:pt x="2068774" y="3093375"/>
                    <a:pt x="1869892" y="3102214"/>
                    <a:pt x="1752036" y="2981412"/>
                  </a:cubicBezTo>
                  <a:close/>
                </a:path>
              </a:pathLst>
            </a:custGeom>
            <a:grpFill/>
            <a:ln w="147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FDACD7B-3700-4490-B399-1EA525B67D07}"/>
                </a:ext>
              </a:extLst>
            </p:cNvPr>
            <p:cNvSpPr/>
            <p:nvPr/>
          </p:nvSpPr>
          <p:spPr>
            <a:xfrm>
              <a:off x="7157129" y="-724848"/>
              <a:ext cx="3790095" cy="9167586"/>
            </a:xfrm>
            <a:custGeom>
              <a:avLst/>
              <a:gdLst>
                <a:gd name="connsiteX0" fmla="*/ 1724641 w 3790095"/>
                <a:gd name="connsiteY0" fmla="*/ 389516 h 9167586"/>
                <a:gd name="connsiteX1" fmla="*/ 3750291 w 3790095"/>
                <a:gd name="connsiteY1" fmla="*/ 8511270 h 9167586"/>
                <a:gd name="connsiteX2" fmla="*/ 3295072 w 3790095"/>
                <a:gd name="connsiteY2" fmla="*/ 9166844 h 9167586"/>
                <a:gd name="connsiteX3" fmla="*/ 2551106 w 3790095"/>
                <a:gd name="connsiteY3" fmla="*/ 9124121 h 9167586"/>
                <a:gd name="connsiteX4" fmla="*/ 2151869 w 3790095"/>
                <a:gd name="connsiteY4" fmla="*/ 8850106 h 9167586"/>
                <a:gd name="connsiteX5" fmla="*/ 23095 w 3790095"/>
                <a:gd name="connsiteY5" fmla="*/ 180322 h 9167586"/>
                <a:gd name="connsiteX6" fmla="*/ 247021 w 3790095"/>
                <a:gd name="connsiteY6" fmla="*/ 2065 h 9167586"/>
                <a:gd name="connsiteX7" fmla="*/ 1556696 w 3790095"/>
                <a:gd name="connsiteY7" fmla="*/ 193581 h 9167586"/>
                <a:gd name="connsiteX8" fmla="*/ 1724641 w 3790095"/>
                <a:gd name="connsiteY8" fmla="*/ 389516 h 916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90095" h="9167586">
                  <a:moveTo>
                    <a:pt x="1724641" y="389516"/>
                  </a:moveTo>
                  <a:cubicBezTo>
                    <a:pt x="1714328" y="1108438"/>
                    <a:pt x="1807140" y="4066625"/>
                    <a:pt x="3750291" y="8511270"/>
                  </a:cubicBezTo>
                  <a:cubicBezTo>
                    <a:pt x="3890245" y="8830954"/>
                    <a:pt x="3642747" y="9185995"/>
                    <a:pt x="3295072" y="9166844"/>
                  </a:cubicBezTo>
                  <a:lnTo>
                    <a:pt x="2551106" y="9124121"/>
                  </a:lnTo>
                  <a:cubicBezTo>
                    <a:pt x="2377268" y="9113808"/>
                    <a:pt x="2222582" y="9007738"/>
                    <a:pt x="2151869" y="8850106"/>
                  </a:cubicBezTo>
                  <a:cubicBezTo>
                    <a:pt x="1652454" y="7743732"/>
                    <a:pt x="-228823" y="3331498"/>
                    <a:pt x="23095" y="180322"/>
                  </a:cubicBezTo>
                  <a:cubicBezTo>
                    <a:pt x="31934" y="66886"/>
                    <a:pt x="135058" y="-14140"/>
                    <a:pt x="247021" y="2065"/>
                  </a:cubicBezTo>
                  <a:lnTo>
                    <a:pt x="1556696" y="193581"/>
                  </a:lnTo>
                  <a:cubicBezTo>
                    <a:pt x="1653927" y="208313"/>
                    <a:pt x="1726114" y="290812"/>
                    <a:pt x="1724641" y="38951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E4BBD1B-285F-4B5D-BB4D-9AC6977948C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7" r="26667"/>
          <a:stretch/>
        </p:blipFill>
        <p:spPr/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9D8FC24-A572-400C-87B3-80CA1D4B4F58}"/>
              </a:ext>
            </a:extLst>
          </p:cNvPr>
          <p:cNvSpPr txBox="1"/>
          <p:nvPr/>
        </p:nvSpPr>
        <p:spPr>
          <a:xfrm>
            <a:off x="10716935" y="3481722"/>
            <a:ext cx="59817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EXPLORE</a:t>
            </a:r>
          </a:p>
          <a:p>
            <a:pPr algn="r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UNKNOWN</a:t>
            </a:r>
            <a:endParaRPr lang="uk-UA" sz="6600" dirty="0"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10631C9-CC81-474C-9682-AA5FE977758B}"/>
              </a:ext>
            </a:extLst>
          </p:cNvPr>
          <p:cNvGrpSpPr/>
          <p:nvPr/>
        </p:nvGrpSpPr>
        <p:grpSpPr>
          <a:xfrm>
            <a:off x="15316200" y="1819299"/>
            <a:ext cx="1154972" cy="1447800"/>
            <a:chOff x="16199578" y="342900"/>
            <a:chExt cx="1154972" cy="144780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A16643D-DEC5-4C40-A105-615466B0B93E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DD5569C3-0804-480D-9649-C345C307B7F1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FEF3D3-FE8C-48BF-9AA3-1CB82FD53FC6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9B1E34B-CD5D-476A-9B46-A86B0218E663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288AB18-20A5-4E4B-9D87-740F50032804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53377D52-A5CA-433A-A915-B3B889469387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4006BCB-A3C7-4C39-9CC5-69078F1C2D9A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985834E-B1EC-42F5-8B8C-0619AB480EB3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532D8AA-A776-4493-A50B-D7E9F90BFADD}"/>
                </a:ext>
              </a:extLst>
            </p:cNvPr>
            <p:cNvSpPr txBox="1"/>
            <p:nvPr/>
          </p:nvSpPr>
          <p:spPr>
            <a:xfrm>
              <a:off x="16260233" y="1513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2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24AF309-2359-4EBA-8A8F-376B0A627151}"/>
              </a:ext>
            </a:extLst>
          </p:cNvPr>
          <p:cNvSpPr txBox="1"/>
          <p:nvPr/>
        </p:nvSpPr>
        <p:spPr>
          <a:xfrm>
            <a:off x="10759450" y="5605380"/>
            <a:ext cx="59817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presentation template. Advance,  clean and professional design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57425E-4E93-46A5-BC16-1925F8ACC0BB}"/>
              </a:ext>
            </a:extLst>
          </p:cNvPr>
          <p:cNvGrpSpPr/>
          <p:nvPr/>
        </p:nvGrpSpPr>
        <p:grpSpPr>
          <a:xfrm>
            <a:off x="7157129" y="-724848"/>
            <a:ext cx="3790095" cy="11592581"/>
            <a:chOff x="7157129" y="-724848"/>
            <a:chExt cx="3790095" cy="1159258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104D70F-0E06-4C98-8D69-0939EC8501A0}"/>
                </a:ext>
              </a:extLst>
            </p:cNvPr>
            <p:cNvSpPr/>
            <p:nvPr/>
          </p:nvSpPr>
          <p:spPr>
            <a:xfrm>
              <a:off x="7589560" y="5522346"/>
              <a:ext cx="2413894" cy="5345387"/>
            </a:xfrm>
            <a:custGeom>
              <a:avLst/>
              <a:gdLst>
                <a:gd name="connsiteX0" fmla="*/ 29678 w 2413894"/>
                <a:gd name="connsiteY0" fmla="*/ 444673 h 5345387"/>
                <a:gd name="connsiteX1" fmla="*/ 798688 w 2413894"/>
                <a:gd name="connsiteY1" fmla="*/ 5035165 h 5345387"/>
                <a:gd name="connsiteX2" fmla="*/ 1203818 w 2413894"/>
                <a:gd name="connsiteY2" fmla="*/ 5304760 h 5345387"/>
                <a:gd name="connsiteX3" fmla="*/ 1903588 w 2413894"/>
                <a:gd name="connsiteY3" fmla="*/ 5344537 h 5345387"/>
                <a:gd name="connsiteX4" fmla="*/ 2348494 w 2413894"/>
                <a:gd name="connsiteY4" fmla="*/ 4622669 h 5345387"/>
                <a:gd name="connsiteX5" fmla="*/ 988731 w 2413894"/>
                <a:gd name="connsiteY5" fmla="*/ 460878 h 5345387"/>
                <a:gd name="connsiteX6" fmla="*/ 445120 w 2413894"/>
                <a:gd name="connsiteY6" fmla="*/ 4186 h 5345387"/>
                <a:gd name="connsiteX7" fmla="*/ 445120 w 2413894"/>
                <a:gd name="connsiteY7" fmla="*/ 4186 h 5345387"/>
                <a:gd name="connsiteX8" fmla="*/ 29678 w 2413894"/>
                <a:gd name="connsiteY8" fmla="*/ 444673 h 534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13894" h="5345387">
                  <a:moveTo>
                    <a:pt x="29678" y="444673"/>
                  </a:moveTo>
                  <a:cubicBezTo>
                    <a:pt x="-35143" y="1254933"/>
                    <a:pt x="-71973" y="3203977"/>
                    <a:pt x="798688" y="5035165"/>
                  </a:cubicBezTo>
                  <a:cubicBezTo>
                    <a:pt x="873821" y="5192797"/>
                    <a:pt x="1029980" y="5294448"/>
                    <a:pt x="1203818" y="5304760"/>
                  </a:cubicBezTo>
                  <a:lnTo>
                    <a:pt x="1903588" y="5344537"/>
                  </a:lnTo>
                  <a:cubicBezTo>
                    <a:pt x="2286620" y="5366635"/>
                    <a:pt x="2540010" y="4954139"/>
                    <a:pt x="2348494" y="4622669"/>
                  </a:cubicBezTo>
                  <a:cubicBezTo>
                    <a:pt x="1824035" y="3722544"/>
                    <a:pt x="1065337" y="2144746"/>
                    <a:pt x="988731" y="460878"/>
                  </a:cubicBezTo>
                  <a:cubicBezTo>
                    <a:pt x="975472" y="178023"/>
                    <a:pt x="725028" y="-32644"/>
                    <a:pt x="445120" y="4186"/>
                  </a:cubicBezTo>
                  <a:lnTo>
                    <a:pt x="445120" y="4186"/>
                  </a:lnTo>
                  <a:cubicBezTo>
                    <a:pt x="221194" y="36596"/>
                    <a:pt x="47356" y="217800"/>
                    <a:pt x="29678" y="444673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3FF0EB7-CD42-4BAA-ACB5-578336D4C902}"/>
                </a:ext>
              </a:extLst>
            </p:cNvPr>
            <p:cNvSpPr/>
            <p:nvPr/>
          </p:nvSpPr>
          <p:spPr>
            <a:xfrm>
              <a:off x="7652720" y="5291165"/>
              <a:ext cx="2810742" cy="3066441"/>
            </a:xfrm>
            <a:custGeom>
              <a:avLst/>
              <a:gdLst>
                <a:gd name="connsiteX0" fmla="*/ 1752036 w 2810742"/>
                <a:gd name="connsiteY0" fmla="*/ 2981412 h 3066441"/>
                <a:gd name="connsiteX1" fmla="*/ 15133 w 2810742"/>
                <a:gd name="connsiteY1" fmla="*/ 602193 h 3066441"/>
                <a:gd name="connsiteX2" fmla="*/ 234640 w 2810742"/>
                <a:gd name="connsiteY2" fmla="*/ 235366 h 3066441"/>
                <a:gd name="connsiteX3" fmla="*/ 1556100 w 2810742"/>
                <a:gd name="connsiteY3" fmla="*/ 4074 h 3066441"/>
                <a:gd name="connsiteX4" fmla="*/ 1855160 w 2810742"/>
                <a:gd name="connsiteY4" fmla="*/ 152867 h 3066441"/>
                <a:gd name="connsiteX5" fmla="*/ 2778856 w 2810742"/>
                <a:gd name="connsiteY5" fmla="*/ 1935440 h 3066441"/>
                <a:gd name="connsiteX6" fmla="*/ 2749392 w 2810742"/>
                <a:gd name="connsiteY6" fmla="*/ 2241865 h 3066441"/>
                <a:gd name="connsiteX7" fmla="*/ 2174844 w 2810742"/>
                <a:gd name="connsiteY7" fmla="*/ 2960787 h 3066441"/>
                <a:gd name="connsiteX8" fmla="*/ 1752036 w 2810742"/>
                <a:gd name="connsiteY8" fmla="*/ 2981412 h 3066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0742" h="3066441">
                  <a:moveTo>
                    <a:pt x="1752036" y="2981412"/>
                  </a:moveTo>
                  <a:cubicBezTo>
                    <a:pt x="1293871" y="2507041"/>
                    <a:pt x="271470" y="1393301"/>
                    <a:pt x="15133" y="602193"/>
                  </a:cubicBezTo>
                  <a:cubicBezTo>
                    <a:pt x="-39375" y="431302"/>
                    <a:pt x="57856" y="266303"/>
                    <a:pt x="234640" y="235366"/>
                  </a:cubicBezTo>
                  <a:lnTo>
                    <a:pt x="1556100" y="4074"/>
                  </a:lnTo>
                  <a:cubicBezTo>
                    <a:pt x="1676903" y="-16551"/>
                    <a:pt x="1799178" y="42377"/>
                    <a:pt x="1855160" y="152867"/>
                  </a:cubicBezTo>
                  <a:lnTo>
                    <a:pt x="2778856" y="1935440"/>
                  </a:lnTo>
                  <a:cubicBezTo>
                    <a:pt x="2830418" y="2034143"/>
                    <a:pt x="2818633" y="2154946"/>
                    <a:pt x="2749392" y="2241865"/>
                  </a:cubicBezTo>
                  <a:lnTo>
                    <a:pt x="2174844" y="2960787"/>
                  </a:lnTo>
                  <a:cubicBezTo>
                    <a:pt x="2068774" y="3093375"/>
                    <a:pt x="1869892" y="3102214"/>
                    <a:pt x="1752036" y="2981412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47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0D61B51-4427-4E75-9857-5B7E332A29D1}"/>
                </a:ext>
              </a:extLst>
            </p:cNvPr>
            <p:cNvSpPr/>
            <p:nvPr/>
          </p:nvSpPr>
          <p:spPr>
            <a:xfrm>
              <a:off x="7157129" y="-724848"/>
              <a:ext cx="3790095" cy="9167586"/>
            </a:xfrm>
            <a:custGeom>
              <a:avLst/>
              <a:gdLst>
                <a:gd name="connsiteX0" fmla="*/ 1724641 w 3790095"/>
                <a:gd name="connsiteY0" fmla="*/ 389516 h 9167586"/>
                <a:gd name="connsiteX1" fmla="*/ 3750291 w 3790095"/>
                <a:gd name="connsiteY1" fmla="*/ 8511270 h 9167586"/>
                <a:gd name="connsiteX2" fmla="*/ 3295072 w 3790095"/>
                <a:gd name="connsiteY2" fmla="*/ 9166844 h 9167586"/>
                <a:gd name="connsiteX3" fmla="*/ 2551106 w 3790095"/>
                <a:gd name="connsiteY3" fmla="*/ 9124121 h 9167586"/>
                <a:gd name="connsiteX4" fmla="*/ 2151869 w 3790095"/>
                <a:gd name="connsiteY4" fmla="*/ 8850106 h 9167586"/>
                <a:gd name="connsiteX5" fmla="*/ 23095 w 3790095"/>
                <a:gd name="connsiteY5" fmla="*/ 180322 h 9167586"/>
                <a:gd name="connsiteX6" fmla="*/ 247021 w 3790095"/>
                <a:gd name="connsiteY6" fmla="*/ 2065 h 9167586"/>
                <a:gd name="connsiteX7" fmla="*/ 1556696 w 3790095"/>
                <a:gd name="connsiteY7" fmla="*/ 193581 h 9167586"/>
                <a:gd name="connsiteX8" fmla="*/ 1724641 w 3790095"/>
                <a:gd name="connsiteY8" fmla="*/ 389516 h 916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90095" h="9167586">
                  <a:moveTo>
                    <a:pt x="1724641" y="389516"/>
                  </a:moveTo>
                  <a:cubicBezTo>
                    <a:pt x="1714328" y="1108438"/>
                    <a:pt x="1807140" y="4066625"/>
                    <a:pt x="3750291" y="8511270"/>
                  </a:cubicBezTo>
                  <a:cubicBezTo>
                    <a:pt x="3890245" y="8830954"/>
                    <a:pt x="3642747" y="9185995"/>
                    <a:pt x="3295072" y="9166844"/>
                  </a:cubicBezTo>
                  <a:lnTo>
                    <a:pt x="2551106" y="9124121"/>
                  </a:lnTo>
                  <a:cubicBezTo>
                    <a:pt x="2377268" y="9113808"/>
                    <a:pt x="2222582" y="9007738"/>
                    <a:pt x="2151869" y="8850106"/>
                  </a:cubicBezTo>
                  <a:cubicBezTo>
                    <a:pt x="1652454" y="7743732"/>
                    <a:pt x="-228823" y="3331498"/>
                    <a:pt x="23095" y="180322"/>
                  </a:cubicBezTo>
                  <a:cubicBezTo>
                    <a:pt x="31934" y="66886"/>
                    <a:pt x="135058" y="-14140"/>
                    <a:pt x="247021" y="2065"/>
                  </a:cubicBezTo>
                  <a:lnTo>
                    <a:pt x="1556696" y="193581"/>
                  </a:lnTo>
                  <a:cubicBezTo>
                    <a:pt x="1653927" y="208313"/>
                    <a:pt x="1726114" y="290812"/>
                    <a:pt x="1724641" y="389516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005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rallelogram 2">
            <a:extLst>
              <a:ext uri="{FF2B5EF4-FFF2-40B4-BE49-F238E27FC236}">
                <a16:creationId xmlns:a16="http://schemas.microsoft.com/office/drawing/2014/main" id="{26B5F259-AB7F-4BCC-B222-EA125EEE58E3}"/>
              </a:ext>
            </a:extLst>
          </p:cNvPr>
          <p:cNvSpPr/>
          <p:nvPr/>
        </p:nvSpPr>
        <p:spPr>
          <a:xfrm>
            <a:off x="10744200" y="-993000"/>
            <a:ext cx="12279556" cy="12273000"/>
          </a:xfrm>
          <a:prstGeom prst="parallelogram">
            <a:avLst/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Placeholder 40">
            <a:extLst>
              <a:ext uri="{FF2B5EF4-FFF2-40B4-BE49-F238E27FC236}">
                <a16:creationId xmlns:a16="http://schemas.microsoft.com/office/drawing/2014/main" id="{0970863F-8D97-41F3-9068-026A0251D98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14" r="11614"/>
          <a:stretch/>
        </p:blipFill>
        <p:spPr/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08E69C7-BFEE-451C-BAD8-E8C351806048}"/>
              </a:ext>
            </a:extLst>
          </p:cNvPr>
          <p:cNvSpPr txBox="1"/>
          <p:nvPr/>
        </p:nvSpPr>
        <p:spPr>
          <a:xfrm>
            <a:off x="2233751" y="5653886"/>
            <a:ext cx="6072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presentation template. Advance, clean and professional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15F833-3423-4A8E-920F-364DA85A56A9}"/>
              </a:ext>
            </a:extLst>
          </p:cNvPr>
          <p:cNvSpPr txBox="1"/>
          <p:nvPr/>
        </p:nvSpPr>
        <p:spPr>
          <a:xfrm>
            <a:off x="2938455" y="3838604"/>
            <a:ext cx="5090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44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rPr>
              <a:t>COMPANY NAME</a:t>
            </a:r>
            <a:endParaRPr lang="uk-UA" sz="4400" dirty="0">
              <a:gradFill>
                <a:gsLst>
                  <a:gs pos="100000">
                    <a:schemeClr val="accent5"/>
                  </a:gs>
                  <a:gs pos="0">
                    <a:schemeClr val="accent6"/>
                  </a:gs>
                </a:gsLst>
                <a:lin ang="6600000" scaled="0"/>
              </a:gra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04CDF7-6A58-48E7-8C44-26BF5BE02F23}"/>
              </a:ext>
            </a:extLst>
          </p:cNvPr>
          <p:cNvGrpSpPr/>
          <p:nvPr/>
        </p:nvGrpSpPr>
        <p:grpSpPr>
          <a:xfrm>
            <a:off x="2233751" y="2705100"/>
            <a:ext cx="2290821" cy="2402672"/>
            <a:chOff x="5564270" y="7633442"/>
            <a:chExt cx="2290821" cy="240267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AA8E867-55E6-495F-8037-70BB356E6309}"/>
                </a:ext>
              </a:extLst>
            </p:cNvPr>
            <p:cNvSpPr/>
            <p:nvPr/>
          </p:nvSpPr>
          <p:spPr>
            <a:xfrm>
              <a:off x="5564270" y="7633442"/>
              <a:ext cx="2290821" cy="240267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solidFill>
              <a:srgbClr val="FA71CD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E504B9B-761F-47CA-B7F1-563887A940C0}"/>
                </a:ext>
              </a:extLst>
            </p:cNvPr>
            <p:cNvSpPr/>
            <p:nvPr/>
          </p:nvSpPr>
          <p:spPr>
            <a:xfrm>
              <a:off x="5564270" y="7633442"/>
              <a:ext cx="2290821" cy="240267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F159FBD-C192-4715-8AB8-D70C9690FBFD}"/>
                </a:ext>
              </a:extLst>
            </p:cNvPr>
            <p:cNvSpPr/>
            <p:nvPr/>
          </p:nvSpPr>
          <p:spPr>
            <a:xfrm>
              <a:off x="5564270" y="7633442"/>
              <a:ext cx="2290821" cy="2397000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solidFill>
              <a:srgbClr val="764BA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5296448-B296-488D-B6A6-2518EB561EC0}"/>
                </a:ext>
              </a:extLst>
            </p:cNvPr>
            <p:cNvSpPr/>
            <p:nvPr/>
          </p:nvSpPr>
          <p:spPr>
            <a:xfrm>
              <a:off x="5564270" y="7633442"/>
              <a:ext cx="2290821" cy="2397000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4372089-0A9C-4854-9CCB-E1403C1F1460}"/>
                </a:ext>
              </a:extLst>
            </p:cNvPr>
            <p:cNvSpPr/>
            <p:nvPr/>
          </p:nvSpPr>
          <p:spPr>
            <a:xfrm>
              <a:off x="5564920" y="7633442"/>
              <a:ext cx="2290171" cy="1243748"/>
            </a:xfrm>
            <a:custGeom>
              <a:avLst/>
              <a:gdLst>
                <a:gd name="connsiteX0" fmla="*/ 900819 w 2290171"/>
                <a:gd name="connsiteY0" fmla="*/ 380874 h 1243748"/>
                <a:gd name="connsiteX1" fmla="*/ 1760941 w 2290171"/>
                <a:gd name="connsiteY1" fmla="*/ 841899 h 1243748"/>
                <a:gd name="connsiteX2" fmla="*/ 2099486 w 2290171"/>
                <a:gd name="connsiteY2" fmla="*/ 978143 h 1243748"/>
                <a:gd name="connsiteX3" fmla="*/ 2110495 w 2290171"/>
                <a:gd name="connsiteY3" fmla="*/ 975390 h 1243748"/>
                <a:gd name="connsiteX4" fmla="*/ 2261877 w 2290171"/>
                <a:gd name="connsiteY4" fmla="*/ 634094 h 1243748"/>
                <a:gd name="connsiteX5" fmla="*/ 1787089 w 2290171"/>
                <a:gd name="connsiteY5" fmla="*/ 151049 h 1243748"/>
                <a:gd name="connsiteX6" fmla="*/ 181069 w 2290171"/>
                <a:gd name="connsiteY6" fmla="*/ 565284 h 1243748"/>
                <a:gd name="connsiteX7" fmla="*/ 788 w 2290171"/>
                <a:gd name="connsiteY7" fmla="*/ 1243748 h 1243748"/>
                <a:gd name="connsiteX8" fmla="*/ 900819 w 2290171"/>
                <a:gd name="connsiteY8" fmla="*/ 380874 h 1243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0171" h="1243748">
                  <a:moveTo>
                    <a:pt x="900819" y="380874"/>
                  </a:moveTo>
                  <a:cubicBezTo>
                    <a:pt x="1401755" y="364359"/>
                    <a:pt x="1638460" y="651984"/>
                    <a:pt x="1760941" y="841899"/>
                  </a:cubicBezTo>
                  <a:cubicBezTo>
                    <a:pt x="1836632" y="957500"/>
                    <a:pt x="1965994" y="1011171"/>
                    <a:pt x="2099486" y="978143"/>
                  </a:cubicBezTo>
                  <a:lnTo>
                    <a:pt x="2110495" y="975390"/>
                  </a:lnTo>
                  <a:cubicBezTo>
                    <a:pt x="2260500" y="938233"/>
                    <a:pt x="2334815" y="770337"/>
                    <a:pt x="2261877" y="634094"/>
                  </a:cubicBezTo>
                  <a:cubicBezTo>
                    <a:pt x="2157286" y="438674"/>
                    <a:pt x="1996271" y="269402"/>
                    <a:pt x="1787089" y="151049"/>
                  </a:cubicBezTo>
                  <a:cubicBezTo>
                    <a:pt x="1231106" y="-159971"/>
                    <a:pt x="518237" y="24439"/>
                    <a:pt x="181069" y="565284"/>
                  </a:cubicBezTo>
                  <a:cubicBezTo>
                    <a:pt x="48955" y="777218"/>
                    <a:pt x="-7469" y="1012547"/>
                    <a:pt x="788" y="1243748"/>
                  </a:cubicBezTo>
                  <a:cubicBezTo>
                    <a:pt x="-8846" y="746942"/>
                    <a:pt x="399884" y="397388"/>
                    <a:pt x="900819" y="380874"/>
                  </a:cubicBez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CF5FE76-6136-4E46-8219-55850D2E058C}"/>
                </a:ext>
              </a:extLst>
            </p:cNvPr>
            <p:cNvSpPr/>
            <p:nvPr/>
          </p:nvSpPr>
          <p:spPr>
            <a:xfrm>
              <a:off x="5565541" y="7968327"/>
              <a:ext cx="2288533" cy="907486"/>
            </a:xfrm>
            <a:custGeom>
              <a:avLst/>
              <a:gdLst>
                <a:gd name="connsiteX0" fmla="*/ 2109874 w 2288533"/>
                <a:gd name="connsiteY0" fmla="*/ 595091 h 907486"/>
                <a:gd name="connsiteX1" fmla="*/ 2098865 w 2288533"/>
                <a:gd name="connsiteY1" fmla="*/ 597843 h 907486"/>
                <a:gd name="connsiteX2" fmla="*/ 1760321 w 2288533"/>
                <a:gd name="connsiteY2" fmla="*/ 461600 h 907486"/>
                <a:gd name="connsiteX3" fmla="*/ 900199 w 2288533"/>
                <a:gd name="connsiteY3" fmla="*/ 574 h 907486"/>
                <a:gd name="connsiteX4" fmla="*/ 167 w 2288533"/>
                <a:gd name="connsiteY4" fmla="*/ 863449 h 907486"/>
                <a:gd name="connsiteX5" fmla="*/ 167 w 2288533"/>
                <a:gd name="connsiteY5" fmla="*/ 841430 h 907486"/>
                <a:gd name="connsiteX6" fmla="*/ 167 w 2288533"/>
                <a:gd name="connsiteY6" fmla="*/ 907487 h 907486"/>
                <a:gd name="connsiteX7" fmla="*/ 900199 w 2288533"/>
                <a:gd name="connsiteY7" fmla="*/ 45989 h 907486"/>
                <a:gd name="connsiteX8" fmla="*/ 1760321 w 2288533"/>
                <a:gd name="connsiteY8" fmla="*/ 507014 h 907486"/>
                <a:gd name="connsiteX9" fmla="*/ 2098865 w 2288533"/>
                <a:gd name="connsiteY9" fmla="*/ 643257 h 907486"/>
                <a:gd name="connsiteX10" fmla="*/ 2109874 w 2288533"/>
                <a:gd name="connsiteY10" fmla="*/ 640505 h 907486"/>
                <a:gd name="connsiteX11" fmla="*/ 2287403 w 2288533"/>
                <a:gd name="connsiteY11" fmla="*/ 388661 h 907486"/>
                <a:gd name="connsiteX12" fmla="*/ 2109874 w 2288533"/>
                <a:gd name="connsiteY12" fmla="*/ 595091 h 9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88533" h="907486">
                  <a:moveTo>
                    <a:pt x="2109874" y="595091"/>
                  </a:moveTo>
                  <a:lnTo>
                    <a:pt x="2098865" y="597843"/>
                  </a:lnTo>
                  <a:cubicBezTo>
                    <a:pt x="1965374" y="630872"/>
                    <a:pt x="1836011" y="577200"/>
                    <a:pt x="1760321" y="461600"/>
                  </a:cubicBezTo>
                  <a:cubicBezTo>
                    <a:pt x="1637839" y="273061"/>
                    <a:pt x="1401134" y="-14564"/>
                    <a:pt x="900199" y="574"/>
                  </a:cubicBezTo>
                  <a:cubicBezTo>
                    <a:pt x="399263" y="18465"/>
                    <a:pt x="-9467" y="366642"/>
                    <a:pt x="167" y="863449"/>
                  </a:cubicBezTo>
                  <a:cubicBezTo>
                    <a:pt x="167" y="856568"/>
                    <a:pt x="167" y="849687"/>
                    <a:pt x="167" y="841430"/>
                  </a:cubicBezTo>
                  <a:cubicBezTo>
                    <a:pt x="167" y="863449"/>
                    <a:pt x="167" y="885468"/>
                    <a:pt x="167" y="907487"/>
                  </a:cubicBezTo>
                  <a:cubicBezTo>
                    <a:pt x="-9467" y="410680"/>
                    <a:pt x="399263" y="61127"/>
                    <a:pt x="900199" y="45989"/>
                  </a:cubicBezTo>
                  <a:cubicBezTo>
                    <a:pt x="1401134" y="29474"/>
                    <a:pt x="1637839" y="317099"/>
                    <a:pt x="1760321" y="507014"/>
                  </a:cubicBezTo>
                  <a:cubicBezTo>
                    <a:pt x="1836011" y="622614"/>
                    <a:pt x="1965374" y="676286"/>
                    <a:pt x="2098865" y="643257"/>
                  </a:cubicBezTo>
                  <a:lnTo>
                    <a:pt x="2109874" y="640505"/>
                  </a:lnTo>
                  <a:cubicBezTo>
                    <a:pt x="2228227" y="611605"/>
                    <a:pt x="2298413" y="500133"/>
                    <a:pt x="2287403" y="388661"/>
                  </a:cubicBezTo>
                  <a:cubicBezTo>
                    <a:pt x="2279146" y="483619"/>
                    <a:pt x="2213089" y="570319"/>
                    <a:pt x="2109874" y="595091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6600000" scaled="0"/>
            </a:gra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B876A6E-7E17-4F9A-824E-896A667F8B5A}"/>
                </a:ext>
              </a:extLst>
            </p:cNvPr>
            <p:cNvSpPr/>
            <p:nvPr/>
          </p:nvSpPr>
          <p:spPr>
            <a:xfrm>
              <a:off x="7057503" y="9789608"/>
              <a:ext cx="173400" cy="173400"/>
            </a:xfrm>
            <a:custGeom>
              <a:avLst/>
              <a:gdLst>
                <a:gd name="connsiteX0" fmla="*/ 173401 w 173400"/>
                <a:gd name="connsiteY0" fmla="*/ 86700 h 173400"/>
                <a:gd name="connsiteX1" fmla="*/ 86700 w 173400"/>
                <a:gd name="connsiteY1" fmla="*/ 173401 h 173400"/>
                <a:gd name="connsiteX2" fmla="*/ 0 w 173400"/>
                <a:gd name="connsiteY2" fmla="*/ 86700 h 173400"/>
                <a:gd name="connsiteX3" fmla="*/ 86700 w 173400"/>
                <a:gd name="connsiteY3" fmla="*/ 0 h 173400"/>
                <a:gd name="connsiteX4" fmla="*/ 173401 w 173400"/>
                <a:gd name="connsiteY4" fmla="*/ 86700 h 1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400" h="173400">
                  <a:moveTo>
                    <a:pt x="173401" y="86700"/>
                  </a:moveTo>
                  <a:cubicBezTo>
                    <a:pt x="173401" y="134867"/>
                    <a:pt x="134867" y="173401"/>
                    <a:pt x="86700" y="173401"/>
                  </a:cubicBezTo>
                  <a:cubicBezTo>
                    <a:pt x="38534" y="173401"/>
                    <a:pt x="0" y="134867"/>
                    <a:pt x="0" y="86700"/>
                  </a:cubicBezTo>
                  <a:cubicBezTo>
                    <a:pt x="0" y="38534"/>
                    <a:pt x="38534" y="0"/>
                    <a:pt x="86700" y="0"/>
                  </a:cubicBezTo>
                  <a:cubicBezTo>
                    <a:pt x="134867" y="0"/>
                    <a:pt x="173401" y="39910"/>
                    <a:pt x="173401" y="86700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B7437B5-4C73-40EC-BC2E-7E0DBC15EB80}"/>
                </a:ext>
              </a:extLst>
            </p:cNvPr>
            <p:cNvSpPr/>
            <p:nvPr/>
          </p:nvSpPr>
          <p:spPr>
            <a:xfrm>
              <a:off x="5829760" y="9050591"/>
              <a:ext cx="1161342" cy="911041"/>
            </a:xfrm>
            <a:custGeom>
              <a:avLst/>
              <a:gdLst>
                <a:gd name="connsiteX0" fmla="*/ 1054343 w 1161342"/>
                <a:gd name="connsiteY0" fmla="*/ 817460 h 911041"/>
                <a:gd name="connsiteX1" fmla="*/ 371750 w 1161342"/>
                <a:gd name="connsiteY1" fmla="*/ 675712 h 911041"/>
                <a:gd name="connsiteX2" fmla="*/ 178 w 1161342"/>
                <a:gd name="connsiteY2" fmla="*/ 0 h 911041"/>
                <a:gd name="connsiteX3" fmla="*/ 371750 w 1161342"/>
                <a:gd name="connsiteY3" fmla="*/ 704612 h 911041"/>
                <a:gd name="connsiteX4" fmla="*/ 1054343 w 1161342"/>
                <a:gd name="connsiteY4" fmla="*/ 846360 h 911041"/>
                <a:gd name="connsiteX5" fmla="*/ 1160310 w 1161342"/>
                <a:gd name="connsiteY5" fmla="*/ 909665 h 911041"/>
                <a:gd name="connsiteX6" fmla="*/ 1160310 w 1161342"/>
                <a:gd name="connsiteY6" fmla="*/ 911041 h 911041"/>
                <a:gd name="connsiteX7" fmla="*/ 1160310 w 1161342"/>
                <a:gd name="connsiteY7" fmla="*/ 880765 h 911041"/>
                <a:gd name="connsiteX8" fmla="*/ 1054343 w 1161342"/>
                <a:gd name="connsiteY8" fmla="*/ 817460 h 91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1342" h="911041">
                  <a:moveTo>
                    <a:pt x="1054343" y="817460"/>
                  </a:moveTo>
                  <a:cubicBezTo>
                    <a:pt x="823142" y="884894"/>
                    <a:pt x="590565" y="817460"/>
                    <a:pt x="371750" y="675712"/>
                  </a:cubicBezTo>
                  <a:cubicBezTo>
                    <a:pt x="126788" y="517450"/>
                    <a:pt x="2930" y="265606"/>
                    <a:pt x="178" y="0"/>
                  </a:cubicBezTo>
                  <a:cubicBezTo>
                    <a:pt x="-5327" y="275239"/>
                    <a:pt x="117154" y="540845"/>
                    <a:pt x="371750" y="704612"/>
                  </a:cubicBezTo>
                  <a:cubicBezTo>
                    <a:pt x="591942" y="846360"/>
                    <a:pt x="823142" y="913794"/>
                    <a:pt x="1054343" y="846360"/>
                  </a:cubicBezTo>
                  <a:cubicBezTo>
                    <a:pt x="1101134" y="832598"/>
                    <a:pt x="1150677" y="861498"/>
                    <a:pt x="1160310" y="909665"/>
                  </a:cubicBezTo>
                  <a:cubicBezTo>
                    <a:pt x="1160310" y="909665"/>
                    <a:pt x="1160310" y="909665"/>
                    <a:pt x="1160310" y="911041"/>
                  </a:cubicBezTo>
                  <a:cubicBezTo>
                    <a:pt x="1161686" y="901408"/>
                    <a:pt x="1161686" y="890398"/>
                    <a:pt x="1160310" y="880765"/>
                  </a:cubicBezTo>
                  <a:cubicBezTo>
                    <a:pt x="1150677" y="832598"/>
                    <a:pt x="1101134" y="803698"/>
                    <a:pt x="1054343" y="817460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C396189-615B-4074-84AE-8530CE9FAE9F}"/>
                </a:ext>
              </a:extLst>
            </p:cNvPr>
            <p:cNvSpPr/>
            <p:nvPr/>
          </p:nvSpPr>
          <p:spPr>
            <a:xfrm>
              <a:off x="7284576" y="9705660"/>
              <a:ext cx="126609" cy="126609"/>
            </a:xfrm>
            <a:custGeom>
              <a:avLst/>
              <a:gdLst>
                <a:gd name="connsiteX0" fmla="*/ 126610 w 126609"/>
                <a:gd name="connsiteY0" fmla="*/ 63305 h 126609"/>
                <a:gd name="connsiteX1" fmla="*/ 63305 w 126609"/>
                <a:gd name="connsiteY1" fmla="*/ 126610 h 126609"/>
                <a:gd name="connsiteX2" fmla="*/ 0 w 126609"/>
                <a:gd name="connsiteY2" fmla="*/ 63305 h 126609"/>
                <a:gd name="connsiteX3" fmla="*/ 63305 w 126609"/>
                <a:gd name="connsiteY3" fmla="*/ 0 h 126609"/>
                <a:gd name="connsiteX4" fmla="*/ 126610 w 126609"/>
                <a:gd name="connsiteY4" fmla="*/ 63305 h 1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09" h="126609">
                  <a:moveTo>
                    <a:pt x="126610" y="63305"/>
                  </a:moveTo>
                  <a:cubicBezTo>
                    <a:pt x="126610" y="99086"/>
                    <a:pt x="97710" y="126610"/>
                    <a:pt x="63305" y="126610"/>
                  </a:cubicBezTo>
                  <a:cubicBezTo>
                    <a:pt x="27524" y="126610"/>
                    <a:pt x="0" y="97710"/>
                    <a:pt x="0" y="63305"/>
                  </a:cubicBezTo>
                  <a:cubicBezTo>
                    <a:pt x="0" y="27524"/>
                    <a:pt x="28900" y="0"/>
                    <a:pt x="63305" y="0"/>
                  </a:cubicBezTo>
                  <a:cubicBezTo>
                    <a:pt x="97710" y="0"/>
                    <a:pt x="126610" y="27524"/>
                    <a:pt x="126610" y="63305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7D5F8BF-0274-4E79-927A-B56BB4E96E5B}"/>
                </a:ext>
              </a:extLst>
            </p:cNvPr>
            <p:cNvSpPr/>
            <p:nvPr/>
          </p:nvSpPr>
          <p:spPr>
            <a:xfrm>
              <a:off x="7449719" y="9623088"/>
              <a:ext cx="82571" cy="82571"/>
            </a:xfrm>
            <a:custGeom>
              <a:avLst/>
              <a:gdLst>
                <a:gd name="connsiteX0" fmla="*/ 82572 w 82571"/>
                <a:gd name="connsiteY0" fmla="*/ 41286 h 82571"/>
                <a:gd name="connsiteX1" fmla="*/ 41286 w 82571"/>
                <a:gd name="connsiteY1" fmla="*/ 82572 h 82571"/>
                <a:gd name="connsiteX2" fmla="*/ 0 w 82571"/>
                <a:gd name="connsiteY2" fmla="*/ 41286 h 82571"/>
                <a:gd name="connsiteX3" fmla="*/ 41286 w 82571"/>
                <a:gd name="connsiteY3" fmla="*/ 0 h 82571"/>
                <a:gd name="connsiteX4" fmla="*/ 82572 w 82571"/>
                <a:gd name="connsiteY4" fmla="*/ 41286 h 8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71" h="82571">
                  <a:moveTo>
                    <a:pt x="82572" y="41286"/>
                  </a:moveTo>
                  <a:cubicBezTo>
                    <a:pt x="82572" y="64088"/>
                    <a:pt x="64087" y="82572"/>
                    <a:pt x="41286" y="82572"/>
                  </a:cubicBezTo>
                  <a:cubicBezTo>
                    <a:pt x="18484" y="82572"/>
                    <a:pt x="0" y="64088"/>
                    <a:pt x="0" y="41286"/>
                  </a:cubicBezTo>
                  <a:cubicBezTo>
                    <a:pt x="0" y="18484"/>
                    <a:pt x="18484" y="0"/>
                    <a:pt x="41286" y="0"/>
                  </a:cubicBezTo>
                  <a:cubicBezTo>
                    <a:pt x="64087" y="0"/>
                    <a:pt x="82572" y="18484"/>
                    <a:pt x="82572" y="41286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D0A5822-267F-4A72-8C2F-B3468D783200}"/>
                </a:ext>
              </a:extLst>
            </p:cNvPr>
            <p:cNvSpPr/>
            <p:nvPr/>
          </p:nvSpPr>
          <p:spPr>
            <a:xfrm>
              <a:off x="5753290" y="8180689"/>
              <a:ext cx="903740" cy="1851129"/>
            </a:xfrm>
            <a:custGeom>
              <a:avLst/>
              <a:gdLst>
                <a:gd name="connsiteX0" fmla="*/ 149585 w 903740"/>
                <a:gd name="connsiteY0" fmla="*/ 419886 h 1851129"/>
                <a:gd name="connsiteX1" fmla="*/ 874840 w 903740"/>
                <a:gd name="connsiteY1" fmla="*/ 146 h 1851129"/>
                <a:gd name="connsiteX2" fmla="*/ 115180 w 903740"/>
                <a:gd name="connsiteY2" fmla="*/ 419886 h 1851129"/>
                <a:gd name="connsiteX3" fmla="*/ 799149 w 903740"/>
                <a:gd name="connsiteY3" fmla="*/ 1837367 h 1851129"/>
                <a:gd name="connsiteX4" fmla="*/ 903740 w 903740"/>
                <a:gd name="connsiteY4" fmla="*/ 1851129 h 1851129"/>
                <a:gd name="connsiteX5" fmla="*/ 149585 w 903740"/>
                <a:gd name="connsiteY5" fmla="*/ 419886 h 185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3740" h="1851129">
                  <a:moveTo>
                    <a:pt x="149585" y="419886"/>
                  </a:moveTo>
                  <a:cubicBezTo>
                    <a:pt x="310600" y="155656"/>
                    <a:pt x="588591" y="7027"/>
                    <a:pt x="874840" y="146"/>
                  </a:cubicBezTo>
                  <a:cubicBezTo>
                    <a:pt x="576206" y="-5358"/>
                    <a:pt x="283076" y="144647"/>
                    <a:pt x="115180" y="419886"/>
                  </a:cubicBezTo>
                  <a:cubicBezTo>
                    <a:pt x="-73358" y="728154"/>
                    <a:pt x="-139416" y="1625433"/>
                    <a:pt x="799149" y="1837367"/>
                  </a:cubicBezTo>
                  <a:cubicBezTo>
                    <a:pt x="833554" y="1844248"/>
                    <a:pt x="869335" y="1848377"/>
                    <a:pt x="903740" y="1851129"/>
                  </a:cubicBezTo>
                  <a:cubicBezTo>
                    <a:pt x="-109140" y="1669472"/>
                    <a:pt x="-43082" y="735035"/>
                    <a:pt x="149585" y="419886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22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F6764BE4-920A-4A3B-BE78-692088E663C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6" name="Pentagon 5">
            <a:extLst>
              <a:ext uri="{FF2B5EF4-FFF2-40B4-BE49-F238E27FC236}">
                <a16:creationId xmlns:a16="http://schemas.microsoft.com/office/drawing/2014/main" id="{D00A1B42-F0BD-4CED-AED9-783D83C8E3C4}"/>
              </a:ext>
            </a:extLst>
          </p:cNvPr>
          <p:cNvSpPr/>
          <p:nvPr/>
        </p:nvSpPr>
        <p:spPr>
          <a:xfrm>
            <a:off x="-1320545" y="839429"/>
            <a:ext cx="11383280" cy="10687653"/>
          </a:xfrm>
          <a:custGeom>
            <a:avLst/>
            <a:gdLst>
              <a:gd name="connsiteX0" fmla="*/ 8 w 7696200"/>
              <a:gd name="connsiteY0" fmla="*/ 1975435 h 5171769"/>
              <a:gd name="connsiteX1" fmla="*/ 3848100 w 7696200"/>
              <a:gd name="connsiteY1" fmla="*/ 0 h 5171769"/>
              <a:gd name="connsiteX2" fmla="*/ 7696192 w 7696200"/>
              <a:gd name="connsiteY2" fmla="*/ 1975435 h 5171769"/>
              <a:gd name="connsiteX3" fmla="*/ 6226352 w 7696200"/>
              <a:gd name="connsiteY3" fmla="*/ 5171756 h 5171769"/>
              <a:gd name="connsiteX4" fmla="*/ 1469848 w 7696200"/>
              <a:gd name="connsiteY4" fmla="*/ 5171756 h 5171769"/>
              <a:gd name="connsiteX5" fmla="*/ 8 w 7696200"/>
              <a:gd name="connsiteY5" fmla="*/ 1975435 h 5171769"/>
              <a:gd name="connsiteX0" fmla="*/ 0 w 7696184"/>
              <a:gd name="connsiteY0" fmla="*/ 5013603 h 8209924"/>
              <a:gd name="connsiteX1" fmla="*/ 6827266 w 7696184"/>
              <a:gd name="connsiteY1" fmla="*/ 0 h 8209924"/>
              <a:gd name="connsiteX2" fmla="*/ 7696184 w 7696184"/>
              <a:gd name="connsiteY2" fmla="*/ 5013603 h 8209924"/>
              <a:gd name="connsiteX3" fmla="*/ 6226344 w 7696184"/>
              <a:gd name="connsiteY3" fmla="*/ 8209924 h 8209924"/>
              <a:gd name="connsiteX4" fmla="*/ 1469840 w 7696184"/>
              <a:gd name="connsiteY4" fmla="*/ 8209924 h 8209924"/>
              <a:gd name="connsiteX5" fmla="*/ 0 w 7696184"/>
              <a:gd name="connsiteY5" fmla="*/ 5013603 h 8209924"/>
              <a:gd name="connsiteX0" fmla="*/ 0 w 9348003"/>
              <a:gd name="connsiteY0" fmla="*/ 5013603 h 8209924"/>
              <a:gd name="connsiteX1" fmla="*/ 6827266 w 9348003"/>
              <a:gd name="connsiteY1" fmla="*/ 0 h 8209924"/>
              <a:gd name="connsiteX2" fmla="*/ 9348003 w 9348003"/>
              <a:gd name="connsiteY2" fmla="*/ 4276183 h 8209924"/>
              <a:gd name="connsiteX3" fmla="*/ 6226344 w 9348003"/>
              <a:gd name="connsiteY3" fmla="*/ 8209924 h 8209924"/>
              <a:gd name="connsiteX4" fmla="*/ 1469840 w 9348003"/>
              <a:gd name="connsiteY4" fmla="*/ 8209924 h 8209924"/>
              <a:gd name="connsiteX5" fmla="*/ 0 w 9348003"/>
              <a:gd name="connsiteY5" fmla="*/ 5013603 h 8209924"/>
              <a:gd name="connsiteX0" fmla="*/ 0 w 9348003"/>
              <a:gd name="connsiteY0" fmla="*/ 4984106 h 8180427"/>
              <a:gd name="connsiteX1" fmla="*/ 6797769 w 9348003"/>
              <a:gd name="connsiteY1" fmla="*/ 0 h 8180427"/>
              <a:gd name="connsiteX2" fmla="*/ 9348003 w 9348003"/>
              <a:gd name="connsiteY2" fmla="*/ 4246686 h 8180427"/>
              <a:gd name="connsiteX3" fmla="*/ 6226344 w 9348003"/>
              <a:gd name="connsiteY3" fmla="*/ 8180427 h 8180427"/>
              <a:gd name="connsiteX4" fmla="*/ 1469840 w 9348003"/>
              <a:gd name="connsiteY4" fmla="*/ 8180427 h 8180427"/>
              <a:gd name="connsiteX5" fmla="*/ 0 w 9348003"/>
              <a:gd name="connsiteY5" fmla="*/ 4984106 h 8180427"/>
              <a:gd name="connsiteX0" fmla="*/ 0 w 9348003"/>
              <a:gd name="connsiteY0" fmla="*/ 4984106 h 10687653"/>
              <a:gd name="connsiteX1" fmla="*/ 6797769 w 9348003"/>
              <a:gd name="connsiteY1" fmla="*/ 0 h 10687653"/>
              <a:gd name="connsiteX2" fmla="*/ 9348003 w 9348003"/>
              <a:gd name="connsiteY2" fmla="*/ 4246686 h 10687653"/>
              <a:gd name="connsiteX3" fmla="*/ 5193957 w 9348003"/>
              <a:gd name="connsiteY3" fmla="*/ 10687653 h 10687653"/>
              <a:gd name="connsiteX4" fmla="*/ 1469840 w 9348003"/>
              <a:gd name="connsiteY4" fmla="*/ 8180427 h 10687653"/>
              <a:gd name="connsiteX5" fmla="*/ 0 w 9348003"/>
              <a:gd name="connsiteY5" fmla="*/ 4984106 h 10687653"/>
              <a:gd name="connsiteX0" fmla="*/ 1627321 w 10975324"/>
              <a:gd name="connsiteY0" fmla="*/ 4984106 h 10687653"/>
              <a:gd name="connsiteX1" fmla="*/ 8425090 w 10975324"/>
              <a:gd name="connsiteY1" fmla="*/ 0 h 10687653"/>
              <a:gd name="connsiteX2" fmla="*/ 10975324 w 10975324"/>
              <a:gd name="connsiteY2" fmla="*/ 4246686 h 10687653"/>
              <a:gd name="connsiteX3" fmla="*/ 6821278 w 10975324"/>
              <a:gd name="connsiteY3" fmla="*/ 10687653 h 10687653"/>
              <a:gd name="connsiteX4" fmla="*/ 0 w 10975324"/>
              <a:gd name="connsiteY4" fmla="*/ 10451679 h 10687653"/>
              <a:gd name="connsiteX5" fmla="*/ 1627321 w 10975324"/>
              <a:gd name="connsiteY5" fmla="*/ 4984106 h 10687653"/>
              <a:gd name="connsiteX0" fmla="*/ 0 w 11383280"/>
              <a:gd name="connsiteY0" fmla="*/ 4364673 h 10687653"/>
              <a:gd name="connsiteX1" fmla="*/ 8833046 w 11383280"/>
              <a:gd name="connsiteY1" fmla="*/ 0 h 10687653"/>
              <a:gd name="connsiteX2" fmla="*/ 11383280 w 11383280"/>
              <a:gd name="connsiteY2" fmla="*/ 4246686 h 10687653"/>
              <a:gd name="connsiteX3" fmla="*/ 7229234 w 11383280"/>
              <a:gd name="connsiteY3" fmla="*/ 10687653 h 10687653"/>
              <a:gd name="connsiteX4" fmla="*/ 407956 w 11383280"/>
              <a:gd name="connsiteY4" fmla="*/ 10451679 h 10687653"/>
              <a:gd name="connsiteX5" fmla="*/ 0 w 11383280"/>
              <a:gd name="connsiteY5" fmla="*/ 4364673 h 10687653"/>
              <a:gd name="connsiteX0" fmla="*/ 0 w 11383280"/>
              <a:gd name="connsiteY0" fmla="*/ 4364673 h 10687653"/>
              <a:gd name="connsiteX1" fmla="*/ 8951033 w 11383280"/>
              <a:gd name="connsiteY1" fmla="*/ 0 h 10687653"/>
              <a:gd name="connsiteX2" fmla="*/ 11383280 w 11383280"/>
              <a:gd name="connsiteY2" fmla="*/ 4246686 h 10687653"/>
              <a:gd name="connsiteX3" fmla="*/ 7229234 w 11383280"/>
              <a:gd name="connsiteY3" fmla="*/ 10687653 h 10687653"/>
              <a:gd name="connsiteX4" fmla="*/ 407956 w 11383280"/>
              <a:gd name="connsiteY4" fmla="*/ 10451679 h 10687653"/>
              <a:gd name="connsiteX5" fmla="*/ 0 w 11383280"/>
              <a:gd name="connsiteY5" fmla="*/ 4364673 h 10687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83280" h="10687653">
                <a:moveTo>
                  <a:pt x="0" y="4364673"/>
                </a:moveTo>
                <a:lnTo>
                  <a:pt x="8951033" y="0"/>
                </a:lnTo>
                <a:lnTo>
                  <a:pt x="11383280" y="4246686"/>
                </a:lnTo>
                <a:lnTo>
                  <a:pt x="7229234" y="10687653"/>
                </a:lnTo>
                <a:lnTo>
                  <a:pt x="407956" y="10451679"/>
                </a:lnTo>
                <a:lnTo>
                  <a:pt x="0" y="4364673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66FD156A-41C9-402C-B50C-C5FCAC2622AA}"/>
              </a:ext>
            </a:extLst>
          </p:cNvPr>
          <p:cNvSpPr/>
          <p:nvPr/>
        </p:nvSpPr>
        <p:spPr>
          <a:xfrm rot="16200000">
            <a:off x="11906249" y="3905249"/>
            <a:ext cx="4686300" cy="8077201"/>
          </a:xfrm>
          <a:prstGeom prst="rtTriangle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3863DDBF-87C4-464C-B53C-8D170B7C2AF2}"/>
              </a:ext>
            </a:extLst>
          </p:cNvPr>
          <p:cNvSpPr/>
          <p:nvPr/>
        </p:nvSpPr>
        <p:spPr>
          <a:xfrm rot="5400000">
            <a:off x="4066769" y="-4066768"/>
            <a:ext cx="5171768" cy="13305305"/>
          </a:xfrm>
          <a:prstGeom prst="rtTriangle">
            <a:avLst/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F3D9F0-3105-4C92-9FB5-65C90537E7DC}"/>
              </a:ext>
            </a:extLst>
          </p:cNvPr>
          <p:cNvSpPr txBox="1"/>
          <p:nvPr/>
        </p:nvSpPr>
        <p:spPr>
          <a:xfrm>
            <a:off x="1524000" y="2793660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6000" dirty="0">
                <a:gradFill>
                  <a:gsLst>
                    <a:gs pos="100000">
                      <a:schemeClr val="accent4"/>
                    </a:gs>
                    <a:gs pos="0">
                      <a:schemeClr val="accent5"/>
                    </a:gs>
                  </a:gsLst>
                  <a:lin ang="6600000" scaled="0"/>
                </a:gradFill>
              </a:rPr>
              <a:t>WAVE IT UP</a:t>
            </a:r>
            <a:endParaRPr lang="uk-UA" sz="6000" dirty="0">
              <a:gradFill>
                <a:gsLst>
                  <a:gs pos="100000">
                    <a:schemeClr val="accent4"/>
                  </a:gs>
                  <a:gs pos="0">
                    <a:schemeClr val="accent5"/>
                  </a:gs>
                </a:gsLst>
                <a:lin ang="6600000" scaled="0"/>
              </a:gra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1115E7-6867-463A-BF8E-B8AEB0D3FC0B}"/>
              </a:ext>
            </a:extLst>
          </p:cNvPr>
          <p:cNvGrpSpPr/>
          <p:nvPr/>
        </p:nvGrpSpPr>
        <p:grpSpPr>
          <a:xfrm>
            <a:off x="1826527" y="979770"/>
            <a:ext cx="1154972" cy="1447800"/>
            <a:chOff x="1826527" y="979770"/>
            <a:chExt cx="1154972" cy="14478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2993637-EFA1-4585-B668-E93CC96F51D7}"/>
                </a:ext>
              </a:extLst>
            </p:cNvPr>
            <p:cNvSpPr/>
            <p:nvPr/>
          </p:nvSpPr>
          <p:spPr>
            <a:xfrm>
              <a:off x="2723660" y="1627377"/>
              <a:ext cx="257839" cy="247219"/>
            </a:xfrm>
            <a:custGeom>
              <a:avLst/>
              <a:gdLst>
                <a:gd name="connsiteX0" fmla="*/ 57617 w 488003"/>
                <a:gd name="connsiteY0" fmla="*/ 467904 h 467904"/>
                <a:gd name="connsiteX1" fmla="*/ 0 w 488003"/>
                <a:gd name="connsiteY1" fmla="*/ 90770 h 467904"/>
                <a:gd name="connsiteX2" fmla="*/ 488004 w 488003"/>
                <a:gd name="connsiteY2" fmla="*/ 87278 h 467904"/>
                <a:gd name="connsiteX3" fmla="*/ 57617 w 488003"/>
                <a:gd name="connsiteY3" fmla="*/ 467904 h 467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003" h="467904">
                  <a:moveTo>
                    <a:pt x="57617" y="467904"/>
                  </a:moveTo>
                  <a:cubicBezTo>
                    <a:pt x="115235" y="333463"/>
                    <a:pt x="95156" y="197276"/>
                    <a:pt x="0" y="90770"/>
                  </a:cubicBezTo>
                  <a:cubicBezTo>
                    <a:pt x="108251" y="-10497"/>
                    <a:pt x="331738" y="-47163"/>
                    <a:pt x="488004" y="87278"/>
                  </a:cubicBezTo>
                  <a:cubicBezTo>
                    <a:pt x="273247" y="86405"/>
                    <a:pt x="244439" y="335209"/>
                    <a:pt x="57617" y="467904"/>
                  </a:cubicBezTo>
                  <a:close/>
                </a:path>
              </a:pathLst>
            </a:custGeom>
            <a:solidFill>
              <a:schemeClr val="accent3"/>
            </a:solidFill>
            <a:ln w="87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88EF60C-C377-4565-84BD-6042168A41B3}"/>
                </a:ext>
              </a:extLst>
            </p:cNvPr>
            <p:cNvGrpSpPr/>
            <p:nvPr/>
          </p:nvGrpSpPr>
          <p:grpSpPr>
            <a:xfrm>
              <a:off x="2247900" y="979770"/>
              <a:ext cx="494576" cy="1051190"/>
              <a:chOff x="2247900" y="979770"/>
              <a:chExt cx="494576" cy="1051190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72D033B-EBBC-42CC-9963-66D04FE15F48}"/>
                  </a:ext>
                </a:extLst>
              </p:cNvPr>
              <p:cNvSpPr/>
              <p:nvPr/>
            </p:nvSpPr>
            <p:spPr>
              <a:xfrm>
                <a:off x="2247900" y="97977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46B4C5D-EE7B-4BF6-8602-B61C09356919}"/>
                  </a:ext>
                </a:extLst>
              </p:cNvPr>
              <p:cNvSpPr/>
              <p:nvPr/>
            </p:nvSpPr>
            <p:spPr>
              <a:xfrm>
                <a:off x="2312927" y="158677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32D8BCB-F059-4239-8BB6-39B7E36D8274}"/>
                  </a:ext>
                </a:extLst>
              </p:cNvPr>
              <p:cNvSpPr/>
              <p:nvPr/>
            </p:nvSpPr>
            <p:spPr>
              <a:xfrm>
                <a:off x="2255845" y="134646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5E595B7-4471-4697-A053-0E66F4CA9C21}"/>
                </a:ext>
              </a:extLst>
            </p:cNvPr>
            <p:cNvGrpSpPr/>
            <p:nvPr/>
          </p:nvGrpSpPr>
          <p:grpSpPr>
            <a:xfrm>
              <a:off x="1826527" y="1815148"/>
              <a:ext cx="774440" cy="282231"/>
              <a:chOff x="1826527" y="1815148"/>
              <a:chExt cx="774440" cy="282231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46B4CF7-E5E6-434D-B4E0-6CC0AB21B70A}"/>
                  </a:ext>
                </a:extLst>
              </p:cNvPr>
              <p:cNvSpPr/>
              <p:nvPr/>
            </p:nvSpPr>
            <p:spPr>
              <a:xfrm>
                <a:off x="1826527" y="187815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A4CCEBA-6FC9-4932-B40C-498F5B7FAC5D}"/>
                  </a:ext>
                </a:extLst>
              </p:cNvPr>
              <p:cNvSpPr/>
              <p:nvPr/>
            </p:nvSpPr>
            <p:spPr>
              <a:xfrm>
                <a:off x="1947836" y="187653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FC64CE9-C7BC-4CF4-967A-21B8276F9C3D}"/>
                  </a:ext>
                </a:extLst>
              </p:cNvPr>
              <p:cNvSpPr/>
              <p:nvPr/>
            </p:nvSpPr>
            <p:spPr>
              <a:xfrm>
                <a:off x="2089901" y="181514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/>
                  </a:gs>
                  <a:gs pos="0">
                    <a:schemeClr val="accent5"/>
                  </a:gs>
                </a:gsLst>
                <a:lin ang="186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667154D-61CD-4FA9-BC89-384F406E6B47}"/>
                </a:ext>
              </a:extLst>
            </p:cNvPr>
            <p:cNvSpPr txBox="1"/>
            <p:nvPr/>
          </p:nvSpPr>
          <p:spPr>
            <a:xfrm>
              <a:off x="1887182" y="215057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32" name="Freeform 264">
            <a:extLst>
              <a:ext uri="{FF2B5EF4-FFF2-40B4-BE49-F238E27FC236}">
                <a16:creationId xmlns:a16="http://schemas.microsoft.com/office/drawing/2014/main" id="{93181138-E745-4396-8A1D-0CDEBB7DEBF2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6487048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05198B-FE53-4CBB-B865-1D9CF0E4D0B2}"/>
              </a:ext>
            </a:extLst>
          </p:cNvPr>
          <p:cNvSpPr txBox="1"/>
          <p:nvPr/>
        </p:nvSpPr>
        <p:spPr>
          <a:xfrm>
            <a:off x="2983372" y="6487048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fbwave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4" name="Freeform 269">
            <a:extLst>
              <a:ext uri="{FF2B5EF4-FFF2-40B4-BE49-F238E27FC236}">
                <a16:creationId xmlns:a16="http://schemas.microsoft.com/office/drawing/2014/main" id="{8210D541-5CEF-41C6-8ED0-05080E9630BB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7301047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F28DC7-BDF0-4DA0-9575-95D253074620}"/>
              </a:ext>
            </a:extLst>
          </p:cNvPr>
          <p:cNvSpPr txBox="1"/>
          <p:nvPr/>
        </p:nvSpPr>
        <p:spPr>
          <a:xfrm>
            <a:off x="2971890" y="7301047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linksurf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6" name="Freeform 263">
            <a:extLst>
              <a:ext uri="{FF2B5EF4-FFF2-40B4-BE49-F238E27FC236}">
                <a16:creationId xmlns:a16="http://schemas.microsoft.com/office/drawing/2014/main" id="{D656EBF2-472C-4A28-AEFC-87EAE1067AF8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8115045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9900A6-34A1-439A-A2C7-E27C501ADE29}"/>
              </a:ext>
            </a:extLst>
          </p:cNvPr>
          <p:cNvSpPr txBox="1"/>
          <p:nvPr/>
        </p:nvSpPr>
        <p:spPr>
          <a:xfrm>
            <a:off x="2983371" y="8115045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twboards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923245-A122-4917-8A7A-A1E24A3488C1}"/>
              </a:ext>
            </a:extLst>
          </p:cNvPr>
          <p:cNvSpPr txBox="1"/>
          <p:nvPr/>
        </p:nvSpPr>
        <p:spPr>
          <a:xfrm>
            <a:off x="1524000" y="3857203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creative multipurpose presentation template. Advance, 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clean and professional</a:t>
            </a:r>
          </a:p>
        </p:txBody>
      </p:sp>
    </p:spTree>
    <p:extLst>
      <p:ext uri="{BB962C8B-B14F-4D97-AF65-F5344CB8AC3E}">
        <p14:creationId xmlns:p14="http://schemas.microsoft.com/office/powerpoint/2010/main" val="361559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Placeholder 76">
            <a:extLst>
              <a:ext uri="{FF2B5EF4-FFF2-40B4-BE49-F238E27FC236}">
                <a16:creationId xmlns:a16="http://schemas.microsoft.com/office/drawing/2014/main" id="{9A5D40BB-0E68-4327-97F9-3C7E2261D26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A595ECC9-30B9-4A95-9A71-3DBA142FE120}"/>
              </a:ext>
            </a:extLst>
          </p:cNvPr>
          <p:cNvSpPr/>
          <p:nvPr/>
        </p:nvSpPr>
        <p:spPr>
          <a:xfrm rot="16200000">
            <a:off x="3604787" y="-4396214"/>
            <a:ext cx="10782300" cy="18584127"/>
          </a:xfrm>
          <a:prstGeom prst="rtTriangle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09FD8FDA-EAE8-45DE-9168-8E36BA441236}"/>
              </a:ext>
            </a:extLst>
          </p:cNvPr>
          <p:cNvSpPr/>
          <p:nvPr/>
        </p:nvSpPr>
        <p:spPr>
          <a:xfrm rot="5400000">
            <a:off x="1695450" y="-1695450"/>
            <a:ext cx="4686300" cy="8077200"/>
          </a:xfrm>
          <a:prstGeom prst="rtTriangle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CB23AA0-2CBC-4A67-A581-C1BBD351C577}"/>
              </a:ext>
            </a:extLst>
          </p:cNvPr>
          <p:cNvSpPr/>
          <p:nvPr/>
        </p:nvSpPr>
        <p:spPr>
          <a:xfrm rot="5400000">
            <a:off x="6047194" y="515245"/>
            <a:ext cx="1706201" cy="1440338"/>
          </a:xfrm>
          <a:prstGeom prst="triangle">
            <a:avLst>
              <a:gd name="adj" fmla="val 51531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BF5802A-AF1E-4C52-B439-34E4A522A072}"/>
              </a:ext>
            </a:extLst>
          </p:cNvPr>
          <p:cNvSpPr/>
          <p:nvPr/>
        </p:nvSpPr>
        <p:spPr>
          <a:xfrm rot="5400000">
            <a:off x="2641046" y="5940109"/>
            <a:ext cx="4177027" cy="3526155"/>
          </a:xfrm>
          <a:prstGeom prst="triangle">
            <a:avLst>
              <a:gd name="adj" fmla="val 51531"/>
            </a:avLst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5FDD661-6634-4A65-8453-DB9767C035ED}"/>
              </a:ext>
            </a:extLst>
          </p:cNvPr>
          <p:cNvSpPr/>
          <p:nvPr/>
        </p:nvSpPr>
        <p:spPr>
          <a:xfrm rot="5400000">
            <a:off x="-399758" y="399758"/>
            <a:ext cx="5130959" cy="4331445"/>
          </a:xfrm>
          <a:prstGeom prst="triangle">
            <a:avLst>
              <a:gd name="adj" fmla="val 51531"/>
            </a:avLst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31920167-CD77-40A1-B7F4-9AA21E4A80F3}"/>
              </a:ext>
            </a:extLst>
          </p:cNvPr>
          <p:cNvSpPr/>
          <p:nvPr/>
        </p:nvSpPr>
        <p:spPr>
          <a:xfrm rot="5400000">
            <a:off x="3507074" y="2174118"/>
            <a:ext cx="6938564" cy="5857384"/>
          </a:xfrm>
          <a:prstGeom prst="triangle">
            <a:avLst>
              <a:gd name="adj" fmla="val 51531"/>
            </a:avLst>
          </a:prstGeom>
          <a:solidFill>
            <a:schemeClr val="bg2">
              <a:lumMod val="25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9C63CE-61DE-46EB-AC30-D775AB7559BC}"/>
              </a:ext>
            </a:extLst>
          </p:cNvPr>
          <p:cNvGrpSpPr/>
          <p:nvPr/>
        </p:nvGrpSpPr>
        <p:grpSpPr>
          <a:xfrm>
            <a:off x="4710672" y="4148378"/>
            <a:ext cx="4083807" cy="1683582"/>
            <a:chOff x="4710672" y="4148378"/>
            <a:chExt cx="4083807" cy="168358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D8A2E06-4794-4EC7-9B66-D5F9487B8602}"/>
                </a:ext>
              </a:extLst>
            </p:cNvPr>
            <p:cNvSpPr txBox="1"/>
            <p:nvPr/>
          </p:nvSpPr>
          <p:spPr>
            <a:xfrm>
              <a:off x="5268324" y="4851013"/>
              <a:ext cx="35261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uk-UA"/>
              </a:defPPr>
              <a:lvl1pPr algn="ctr">
                <a:defRPr sz="16600">
                  <a:gradFill>
                    <a:gsLst>
                      <a:gs pos="100000">
                        <a:schemeClr val="accent6"/>
                      </a:gs>
                      <a:gs pos="80000">
                        <a:schemeClr val="accent5"/>
                      </a:gs>
                      <a:gs pos="60000">
                        <a:schemeClr val="accent4"/>
                      </a:gs>
                      <a:gs pos="40000">
                        <a:schemeClr val="accent3"/>
                      </a:gs>
                      <a:gs pos="20000">
                        <a:schemeClr val="accent2"/>
                      </a:gs>
                      <a:gs pos="1000">
                        <a:schemeClr val="accent1"/>
                      </a:gs>
                    </a:gsLst>
                    <a:lin ang="9000000" scaled="0"/>
                  </a:gradFill>
                  <a:latin typeface="+mj-lt"/>
                </a:defRPr>
              </a:lvl1pPr>
            </a:lstStyle>
            <a:p>
              <a:pPr algn="l"/>
              <a:r>
                <a:rPr lang="en-US" sz="3200" dirty="0">
                  <a:gradFill>
                    <a:gsLst>
                      <a:gs pos="100000">
                        <a:schemeClr val="accent5"/>
                      </a:gs>
                      <a:gs pos="0">
                        <a:schemeClr val="accent6"/>
                      </a:gs>
                    </a:gsLst>
                    <a:lin ang="6600000" scaled="0"/>
                  </a:gradFill>
                </a:rPr>
                <a:t>COMPANY NAME</a:t>
              </a:r>
              <a:endParaRPr lang="uk-UA" sz="3200" dirty="0">
                <a:gradFill>
                  <a:gsLst>
                    <a:gs pos="100000">
                      <a:schemeClr val="accent5"/>
                    </a:gs>
                    <a:gs pos="0">
                      <a:schemeClr val="accent6"/>
                    </a:gs>
                  </a:gsLst>
                  <a:lin ang="6600000" scaled="0"/>
                </a:gra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DAAFB36-64FD-400A-ABA5-7E89455ECC1F}"/>
                </a:ext>
              </a:extLst>
            </p:cNvPr>
            <p:cNvSpPr/>
            <p:nvPr/>
          </p:nvSpPr>
          <p:spPr>
            <a:xfrm>
              <a:off x="4710672" y="4148378"/>
              <a:ext cx="1605207" cy="168358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solidFill>
              <a:srgbClr val="FA71CD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94CE68D-5826-4FC9-B86A-DF6BFF15A64D}"/>
                </a:ext>
              </a:extLst>
            </p:cNvPr>
            <p:cNvSpPr/>
            <p:nvPr/>
          </p:nvSpPr>
          <p:spPr>
            <a:xfrm>
              <a:off x="4710672" y="4148378"/>
              <a:ext cx="1605207" cy="1683582"/>
            </a:xfrm>
            <a:custGeom>
              <a:avLst/>
              <a:gdLst>
                <a:gd name="connsiteX0" fmla="*/ 1319833 w 2290821"/>
                <a:gd name="connsiteY0" fmla="*/ 2234609 h 2402672"/>
                <a:gd name="connsiteX1" fmla="*/ 637240 w 2290821"/>
                <a:gd name="connsiteY1" fmla="*/ 2092861 h 2402672"/>
                <a:gd name="connsiteX2" fmla="*/ 381268 w 2290821"/>
                <a:gd name="connsiteY2" fmla="*/ 961628 h 2402672"/>
                <a:gd name="connsiteX3" fmla="*/ 1522134 w 2290821"/>
                <a:gd name="connsiteY3" fmla="*/ 669875 h 2402672"/>
                <a:gd name="connsiteX4" fmla="*/ 1739573 w 2290821"/>
                <a:gd name="connsiteY4" fmla="*/ 857037 h 2402672"/>
                <a:gd name="connsiteX5" fmla="*/ 2100136 w 2290821"/>
                <a:gd name="connsiteY5" fmla="*/ 978143 h 2402672"/>
                <a:gd name="connsiteX6" fmla="*/ 2111145 w 2290821"/>
                <a:gd name="connsiteY6" fmla="*/ 975390 h 2402672"/>
                <a:gd name="connsiteX7" fmla="*/ 2262527 w 2290821"/>
                <a:gd name="connsiteY7" fmla="*/ 634094 h 2402672"/>
                <a:gd name="connsiteX8" fmla="*/ 1787739 w 2290821"/>
                <a:gd name="connsiteY8" fmla="*/ 151049 h 2402672"/>
                <a:gd name="connsiteX9" fmla="*/ 181719 w 2290821"/>
                <a:gd name="connsiteY9" fmla="*/ 565284 h 2402672"/>
                <a:gd name="connsiteX10" fmla="*/ 583569 w 2290821"/>
                <a:gd name="connsiteY10" fmla="*/ 2230481 h 2402672"/>
                <a:gd name="connsiteX11" fmla="*/ 1358366 w 2290821"/>
                <a:gd name="connsiteY11" fmla="*/ 2392871 h 2402672"/>
                <a:gd name="connsiteX12" fmla="*/ 1425800 w 2290821"/>
                <a:gd name="connsiteY12" fmla="*/ 2297914 h 2402672"/>
                <a:gd name="connsiteX13" fmla="*/ 1425800 w 2290821"/>
                <a:gd name="connsiteY13" fmla="*/ 2297914 h 2402672"/>
                <a:gd name="connsiteX14" fmla="*/ 1319833 w 2290821"/>
                <a:gd name="connsiteY14" fmla="*/ 2234609 h 2402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90821" h="2402672">
                  <a:moveTo>
                    <a:pt x="1319833" y="2234609"/>
                  </a:moveTo>
                  <a:cubicBezTo>
                    <a:pt x="1088632" y="2302043"/>
                    <a:pt x="856055" y="2234609"/>
                    <a:pt x="637240" y="2092861"/>
                  </a:cubicBezTo>
                  <a:cubicBezTo>
                    <a:pt x="250529" y="1843770"/>
                    <a:pt x="165205" y="1359349"/>
                    <a:pt x="381268" y="961628"/>
                  </a:cubicBezTo>
                  <a:cubicBezTo>
                    <a:pt x="608340" y="54188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825779" y="2376357"/>
                    <a:pt x="1098266" y="2425900"/>
                    <a:pt x="1358366" y="2392871"/>
                  </a:cubicBezTo>
                  <a:cubicBezTo>
                    <a:pt x="1403781" y="2387367"/>
                    <a:pt x="1435433" y="2343329"/>
                    <a:pt x="1425800" y="2297914"/>
                  </a:cubicBezTo>
                  <a:lnTo>
                    <a:pt x="1425800" y="2297914"/>
                  </a:lnTo>
                  <a:cubicBezTo>
                    <a:pt x="1416167" y="2249747"/>
                    <a:pt x="1366624" y="2220847"/>
                    <a:pt x="1319833" y="2234609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2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DD1F714-E528-419F-897D-31558A476961}"/>
                </a:ext>
              </a:extLst>
            </p:cNvPr>
            <p:cNvSpPr/>
            <p:nvPr/>
          </p:nvSpPr>
          <p:spPr>
            <a:xfrm>
              <a:off x="4710672" y="4148378"/>
              <a:ext cx="1605207" cy="1679608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solidFill>
              <a:srgbClr val="764BA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ADEEC10-873B-4D42-839C-0B50ED034A39}"/>
                </a:ext>
              </a:extLst>
            </p:cNvPr>
            <p:cNvSpPr/>
            <p:nvPr/>
          </p:nvSpPr>
          <p:spPr>
            <a:xfrm>
              <a:off x="4710672" y="4148378"/>
              <a:ext cx="1605207" cy="1679608"/>
            </a:xfrm>
            <a:custGeom>
              <a:avLst/>
              <a:gdLst>
                <a:gd name="connsiteX0" fmla="*/ 338606 w 2290821"/>
                <a:gd name="connsiteY0" fmla="*/ 967133 h 2397000"/>
                <a:gd name="connsiteX1" fmla="*/ 1522134 w 2290821"/>
                <a:gd name="connsiteY1" fmla="*/ 669875 h 2397000"/>
                <a:gd name="connsiteX2" fmla="*/ 1739573 w 2290821"/>
                <a:gd name="connsiteY2" fmla="*/ 857037 h 2397000"/>
                <a:gd name="connsiteX3" fmla="*/ 2100136 w 2290821"/>
                <a:gd name="connsiteY3" fmla="*/ 978143 h 2397000"/>
                <a:gd name="connsiteX4" fmla="*/ 2111145 w 2290821"/>
                <a:gd name="connsiteY4" fmla="*/ 975390 h 2397000"/>
                <a:gd name="connsiteX5" fmla="*/ 2262527 w 2290821"/>
                <a:gd name="connsiteY5" fmla="*/ 634094 h 2397000"/>
                <a:gd name="connsiteX6" fmla="*/ 1787739 w 2290821"/>
                <a:gd name="connsiteY6" fmla="*/ 151049 h 2397000"/>
                <a:gd name="connsiteX7" fmla="*/ 181719 w 2290821"/>
                <a:gd name="connsiteY7" fmla="*/ 565284 h 2397000"/>
                <a:gd name="connsiteX8" fmla="*/ 583569 w 2290821"/>
                <a:gd name="connsiteY8" fmla="*/ 2230481 h 2397000"/>
                <a:gd name="connsiteX9" fmla="*/ 1092761 w 2290821"/>
                <a:gd name="connsiteY9" fmla="*/ 2397000 h 2397000"/>
                <a:gd name="connsiteX10" fmla="*/ 338606 w 2290821"/>
                <a:gd name="connsiteY10" fmla="*/ 967133 h 239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0821" h="2397000">
                  <a:moveTo>
                    <a:pt x="338606" y="967133"/>
                  </a:moveTo>
                  <a:cubicBezTo>
                    <a:pt x="587697" y="559779"/>
                    <a:pt x="1113404" y="424912"/>
                    <a:pt x="1522134" y="669875"/>
                  </a:cubicBezTo>
                  <a:cubicBezTo>
                    <a:pt x="1607458" y="720794"/>
                    <a:pt x="1680396" y="784099"/>
                    <a:pt x="1739573" y="857037"/>
                  </a:cubicBezTo>
                  <a:cubicBezTo>
                    <a:pt x="1827649" y="963004"/>
                    <a:pt x="1966645" y="1011171"/>
                    <a:pt x="2100136" y="978143"/>
                  </a:cubicBezTo>
                  <a:lnTo>
                    <a:pt x="2111145" y="975390"/>
                  </a:lnTo>
                  <a:cubicBezTo>
                    <a:pt x="2261151" y="938233"/>
                    <a:pt x="2335465" y="770337"/>
                    <a:pt x="2262527" y="634094"/>
                  </a:cubicBezTo>
                  <a:cubicBezTo>
                    <a:pt x="2157936" y="438674"/>
                    <a:pt x="1996921" y="269402"/>
                    <a:pt x="1787739" y="151049"/>
                  </a:cubicBezTo>
                  <a:cubicBezTo>
                    <a:pt x="1231756" y="-159971"/>
                    <a:pt x="518887" y="24439"/>
                    <a:pt x="181719" y="565284"/>
                  </a:cubicBezTo>
                  <a:cubicBezTo>
                    <a:pt x="-173339" y="1136405"/>
                    <a:pt x="8319" y="1885055"/>
                    <a:pt x="583569" y="2230481"/>
                  </a:cubicBezTo>
                  <a:cubicBezTo>
                    <a:pt x="744583" y="2326814"/>
                    <a:pt x="917984" y="2381862"/>
                    <a:pt x="1092761" y="2397000"/>
                  </a:cubicBezTo>
                  <a:cubicBezTo>
                    <a:pt x="79881" y="2216719"/>
                    <a:pt x="145938" y="1282282"/>
                    <a:pt x="338606" y="967133"/>
                  </a:cubicBez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6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529A094-8FDE-44D4-B3FD-76680B7577BD}"/>
                </a:ext>
              </a:extLst>
            </p:cNvPr>
            <p:cNvSpPr/>
            <p:nvPr/>
          </p:nvSpPr>
          <p:spPr>
            <a:xfrm>
              <a:off x="4711127" y="4148378"/>
              <a:ext cx="1604752" cy="871510"/>
            </a:xfrm>
            <a:custGeom>
              <a:avLst/>
              <a:gdLst>
                <a:gd name="connsiteX0" fmla="*/ 900819 w 2290171"/>
                <a:gd name="connsiteY0" fmla="*/ 380874 h 1243748"/>
                <a:gd name="connsiteX1" fmla="*/ 1760941 w 2290171"/>
                <a:gd name="connsiteY1" fmla="*/ 841899 h 1243748"/>
                <a:gd name="connsiteX2" fmla="*/ 2099486 w 2290171"/>
                <a:gd name="connsiteY2" fmla="*/ 978143 h 1243748"/>
                <a:gd name="connsiteX3" fmla="*/ 2110495 w 2290171"/>
                <a:gd name="connsiteY3" fmla="*/ 975390 h 1243748"/>
                <a:gd name="connsiteX4" fmla="*/ 2261877 w 2290171"/>
                <a:gd name="connsiteY4" fmla="*/ 634094 h 1243748"/>
                <a:gd name="connsiteX5" fmla="*/ 1787089 w 2290171"/>
                <a:gd name="connsiteY5" fmla="*/ 151049 h 1243748"/>
                <a:gd name="connsiteX6" fmla="*/ 181069 w 2290171"/>
                <a:gd name="connsiteY6" fmla="*/ 565284 h 1243748"/>
                <a:gd name="connsiteX7" fmla="*/ 788 w 2290171"/>
                <a:gd name="connsiteY7" fmla="*/ 1243748 h 1243748"/>
                <a:gd name="connsiteX8" fmla="*/ 900819 w 2290171"/>
                <a:gd name="connsiteY8" fmla="*/ 380874 h 1243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0171" h="1243748">
                  <a:moveTo>
                    <a:pt x="900819" y="380874"/>
                  </a:moveTo>
                  <a:cubicBezTo>
                    <a:pt x="1401755" y="364359"/>
                    <a:pt x="1638460" y="651984"/>
                    <a:pt x="1760941" y="841899"/>
                  </a:cubicBezTo>
                  <a:cubicBezTo>
                    <a:pt x="1836632" y="957500"/>
                    <a:pt x="1965994" y="1011171"/>
                    <a:pt x="2099486" y="978143"/>
                  </a:cubicBezTo>
                  <a:lnTo>
                    <a:pt x="2110495" y="975390"/>
                  </a:lnTo>
                  <a:cubicBezTo>
                    <a:pt x="2260500" y="938233"/>
                    <a:pt x="2334815" y="770337"/>
                    <a:pt x="2261877" y="634094"/>
                  </a:cubicBezTo>
                  <a:cubicBezTo>
                    <a:pt x="2157286" y="438674"/>
                    <a:pt x="1996271" y="269402"/>
                    <a:pt x="1787089" y="151049"/>
                  </a:cubicBezTo>
                  <a:cubicBezTo>
                    <a:pt x="1231106" y="-159971"/>
                    <a:pt x="518237" y="24439"/>
                    <a:pt x="181069" y="565284"/>
                  </a:cubicBezTo>
                  <a:cubicBezTo>
                    <a:pt x="48955" y="777218"/>
                    <a:pt x="-7469" y="1012547"/>
                    <a:pt x="788" y="1243748"/>
                  </a:cubicBezTo>
                  <a:cubicBezTo>
                    <a:pt x="-8846" y="746942"/>
                    <a:pt x="399884" y="397388"/>
                    <a:pt x="900819" y="380874"/>
                  </a:cubicBezTo>
                  <a:close/>
                </a:path>
              </a:pathLst>
            </a:custGeom>
            <a:gradFill>
              <a:gsLst>
                <a:gs pos="100000">
                  <a:schemeClr val="accent6"/>
                </a:gs>
                <a:gs pos="0">
                  <a:schemeClr val="accent5"/>
                </a:gs>
              </a:gsLst>
              <a:lin ang="18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9E56158-45D1-4CA4-8662-1FD7C8D93766}"/>
                </a:ext>
              </a:extLst>
            </p:cNvPr>
            <p:cNvSpPr/>
            <p:nvPr/>
          </p:nvSpPr>
          <p:spPr>
            <a:xfrm>
              <a:off x="4711563" y="4383036"/>
              <a:ext cx="1603604" cy="635887"/>
            </a:xfrm>
            <a:custGeom>
              <a:avLst/>
              <a:gdLst>
                <a:gd name="connsiteX0" fmla="*/ 2109874 w 2288533"/>
                <a:gd name="connsiteY0" fmla="*/ 595091 h 907486"/>
                <a:gd name="connsiteX1" fmla="*/ 2098865 w 2288533"/>
                <a:gd name="connsiteY1" fmla="*/ 597843 h 907486"/>
                <a:gd name="connsiteX2" fmla="*/ 1760321 w 2288533"/>
                <a:gd name="connsiteY2" fmla="*/ 461600 h 907486"/>
                <a:gd name="connsiteX3" fmla="*/ 900199 w 2288533"/>
                <a:gd name="connsiteY3" fmla="*/ 574 h 907486"/>
                <a:gd name="connsiteX4" fmla="*/ 167 w 2288533"/>
                <a:gd name="connsiteY4" fmla="*/ 863449 h 907486"/>
                <a:gd name="connsiteX5" fmla="*/ 167 w 2288533"/>
                <a:gd name="connsiteY5" fmla="*/ 841430 h 907486"/>
                <a:gd name="connsiteX6" fmla="*/ 167 w 2288533"/>
                <a:gd name="connsiteY6" fmla="*/ 907487 h 907486"/>
                <a:gd name="connsiteX7" fmla="*/ 900199 w 2288533"/>
                <a:gd name="connsiteY7" fmla="*/ 45989 h 907486"/>
                <a:gd name="connsiteX8" fmla="*/ 1760321 w 2288533"/>
                <a:gd name="connsiteY8" fmla="*/ 507014 h 907486"/>
                <a:gd name="connsiteX9" fmla="*/ 2098865 w 2288533"/>
                <a:gd name="connsiteY9" fmla="*/ 643257 h 907486"/>
                <a:gd name="connsiteX10" fmla="*/ 2109874 w 2288533"/>
                <a:gd name="connsiteY10" fmla="*/ 640505 h 907486"/>
                <a:gd name="connsiteX11" fmla="*/ 2287403 w 2288533"/>
                <a:gd name="connsiteY11" fmla="*/ 388661 h 907486"/>
                <a:gd name="connsiteX12" fmla="*/ 2109874 w 2288533"/>
                <a:gd name="connsiteY12" fmla="*/ 595091 h 90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88533" h="907486">
                  <a:moveTo>
                    <a:pt x="2109874" y="595091"/>
                  </a:moveTo>
                  <a:lnTo>
                    <a:pt x="2098865" y="597843"/>
                  </a:lnTo>
                  <a:cubicBezTo>
                    <a:pt x="1965374" y="630872"/>
                    <a:pt x="1836011" y="577200"/>
                    <a:pt x="1760321" y="461600"/>
                  </a:cubicBezTo>
                  <a:cubicBezTo>
                    <a:pt x="1637839" y="273061"/>
                    <a:pt x="1401134" y="-14564"/>
                    <a:pt x="900199" y="574"/>
                  </a:cubicBezTo>
                  <a:cubicBezTo>
                    <a:pt x="399263" y="18465"/>
                    <a:pt x="-9467" y="366642"/>
                    <a:pt x="167" y="863449"/>
                  </a:cubicBezTo>
                  <a:cubicBezTo>
                    <a:pt x="167" y="856568"/>
                    <a:pt x="167" y="849687"/>
                    <a:pt x="167" y="841430"/>
                  </a:cubicBezTo>
                  <a:cubicBezTo>
                    <a:pt x="167" y="863449"/>
                    <a:pt x="167" y="885468"/>
                    <a:pt x="167" y="907487"/>
                  </a:cubicBezTo>
                  <a:cubicBezTo>
                    <a:pt x="-9467" y="410680"/>
                    <a:pt x="399263" y="61127"/>
                    <a:pt x="900199" y="45989"/>
                  </a:cubicBezTo>
                  <a:cubicBezTo>
                    <a:pt x="1401134" y="29474"/>
                    <a:pt x="1637839" y="317099"/>
                    <a:pt x="1760321" y="507014"/>
                  </a:cubicBezTo>
                  <a:cubicBezTo>
                    <a:pt x="1836011" y="622614"/>
                    <a:pt x="1965374" y="676286"/>
                    <a:pt x="2098865" y="643257"/>
                  </a:cubicBezTo>
                  <a:lnTo>
                    <a:pt x="2109874" y="640505"/>
                  </a:lnTo>
                  <a:cubicBezTo>
                    <a:pt x="2228227" y="611605"/>
                    <a:pt x="2298413" y="500133"/>
                    <a:pt x="2287403" y="388661"/>
                  </a:cubicBezTo>
                  <a:cubicBezTo>
                    <a:pt x="2279146" y="483619"/>
                    <a:pt x="2213089" y="570319"/>
                    <a:pt x="2109874" y="595091"/>
                  </a:cubicBezTo>
                  <a:close/>
                </a:path>
              </a:pathLst>
            </a:custGeom>
            <a:gradFill>
              <a:gsLst>
                <a:gs pos="100000">
                  <a:schemeClr val="accent5"/>
                </a:gs>
                <a:gs pos="0">
                  <a:schemeClr val="accent4"/>
                </a:gs>
              </a:gsLst>
              <a:lin ang="6600000" scaled="0"/>
            </a:gra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E28AD7F-11F3-4ED0-8131-E133B767D5A4}"/>
                </a:ext>
              </a:extLst>
            </p:cNvPr>
            <p:cNvSpPr/>
            <p:nvPr/>
          </p:nvSpPr>
          <p:spPr>
            <a:xfrm>
              <a:off x="5756999" y="5659230"/>
              <a:ext cx="121504" cy="121504"/>
            </a:xfrm>
            <a:custGeom>
              <a:avLst/>
              <a:gdLst>
                <a:gd name="connsiteX0" fmla="*/ 173401 w 173400"/>
                <a:gd name="connsiteY0" fmla="*/ 86700 h 173400"/>
                <a:gd name="connsiteX1" fmla="*/ 86700 w 173400"/>
                <a:gd name="connsiteY1" fmla="*/ 173401 h 173400"/>
                <a:gd name="connsiteX2" fmla="*/ 0 w 173400"/>
                <a:gd name="connsiteY2" fmla="*/ 86700 h 173400"/>
                <a:gd name="connsiteX3" fmla="*/ 86700 w 173400"/>
                <a:gd name="connsiteY3" fmla="*/ 0 h 173400"/>
                <a:gd name="connsiteX4" fmla="*/ 173401 w 173400"/>
                <a:gd name="connsiteY4" fmla="*/ 86700 h 1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400" h="173400">
                  <a:moveTo>
                    <a:pt x="173401" y="86700"/>
                  </a:moveTo>
                  <a:cubicBezTo>
                    <a:pt x="173401" y="134867"/>
                    <a:pt x="134867" y="173401"/>
                    <a:pt x="86700" y="173401"/>
                  </a:cubicBezTo>
                  <a:cubicBezTo>
                    <a:pt x="38534" y="173401"/>
                    <a:pt x="0" y="134867"/>
                    <a:pt x="0" y="86700"/>
                  </a:cubicBezTo>
                  <a:cubicBezTo>
                    <a:pt x="0" y="38534"/>
                    <a:pt x="38534" y="0"/>
                    <a:pt x="86700" y="0"/>
                  </a:cubicBezTo>
                  <a:cubicBezTo>
                    <a:pt x="134867" y="0"/>
                    <a:pt x="173401" y="39910"/>
                    <a:pt x="173401" y="86700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EFA0D97-B166-4C79-B3C6-93A18F4FB3E5}"/>
                </a:ext>
              </a:extLst>
            </p:cNvPr>
            <p:cNvSpPr/>
            <p:nvPr/>
          </p:nvSpPr>
          <p:spPr>
            <a:xfrm>
              <a:off x="4896704" y="5141392"/>
              <a:ext cx="813767" cy="638378"/>
            </a:xfrm>
            <a:custGeom>
              <a:avLst/>
              <a:gdLst>
                <a:gd name="connsiteX0" fmla="*/ 1054343 w 1161342"/>
                <a:gd name="connsiteY0" fmla="*/ 817460 h 911041"/>
                <a:gd name="connsiteX1" fmla="*/ 371750 w 1161342"/>
                <a:gd name="connsiteY1" fmla="*/ 675712 h 911041"/>
                <a:gd name="connsiteX2" fmla="*/ 178 w 1161342"/>
                <a:gd name="connsiteY2" fmla="*/ 0 h 911041"/>
                <a:gd name="connsiteX3" fmla="*/ 371750 w 1161342"/>
                <a:gd name="connsiteY3" fmla="*/ 704612 h 911041"/>
                <a:gd name="connsiteX4" fmla="*/ 1054343 w 1161342"/>
                <a:gd name="connsiteY4" fmla="*/ 846360 h 911041"/>
                <a:gd name="connsiteX5" fmla="*/ 1160310 w 1161342"/>
                <a:gd name="connsiteY5" fmla="*/ 909665 h 911041"/>
                <a:gd name="connsiteX6" fmla="*/ 1160310 w 1161342"/>
                <a:gd name="connsiteY6" fmla="*/ 911041 h 911041"/>
                <a:gd name="connsiteX7" fmla="*/ 1160310 w 1161342"/>
                <a:gd name="connsiteY7" fmla="*/ 880765 h 911041"/>
                <a:gd name="connsiteX8" fmla="*/ 1054343 w 1161342"/>
                <a:gd name="connsiteY8" fmla="*/ 817460 h 91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1342" h="911041">
                  <a:moveTo>
                    <a:pt x="1054343" y="817460"/>
                  </a:moveTo>
                  <a:cubicBezTo>
                    <a:pt x="823142" y="884894"/>
                    <a:pt x="590565" y="817460"/>
                    <a:pt x="371750" y="675712"/>
                  </a:cubicBezTo>
                  <a:cubicBezTo>
                    <a:pt x="126788" y="517450"/>
                    <a:pt x="2930" y="265606"/>
                    <a:pt x="178" y="0"/>
                  </a:cubicBezTo>
                  <a:cubicBezTo>
                    <a:pt x="-5327" y="275239"/>
                    <a:pt x="117154" y="540845"/>
                    <a:pt x="371750" y="704612"/>
                  </a:cubicBezTo>
                  <a:cubicBezTo>
                    <a:pt x="591942" y="846360"/>
                    <a:pt x="823142" y="913794"/>
                    <a:pt x="1054343" y="846360"/>
                  </a:cubicBezTo>
                  <a:cubicBezTo>
                    <a:pt x="1101134" y="832598"/>
                    <a:pt x="1150677" y="861498"/>
                    <a:pt x="1160310" y="909665"/>
                  </a:cubicBezTo>
                  <a:cubicBezTo>
                    <a:pt x="1160310" y="909665"/>
                    <a:pt x="1160310" y="909665"/>
                    <a:pt x="1160310" y="911041"/>
                  </a:cubicBezTo>
                  <a:cubicBezTo>
                    <a:pt x="1161686" y="901408"/>
                    <a:pt x="1161686" y="890398"/>
                    <a:pt x="1160310" y="880765"/>
                  </a:cubicBezTo>
                  <a:cubicBezTo>
                    <a:pt x="1150677" y="832598"/>
                    <a:pt x="1101134" y="803698"/>
                    <a:pt x="1054343" y="817460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CB45EBC-1D19-455F-A2DD-B2B4B60916B3}"/>
                </a:ext>
              </a:extLst>
            </p:cNvPr>
            <p:cNvSpPr/>
            <p:nvPr/>
          </p:nvSpPr>
          <p:spPr>
            <a:xfrm>
              <a:off x="5916112" y="5600407"/>
              <a:ext cx="88717" cy="88716"/>
            </a:xfrm>
            <a:custGeom>
              <a:avLst/>
              <a:gdLst>
                <a:gd name="connsiteX0" fmla="*/ 126610 w 126609"/>
                <a:gd name="connsiteY0" fmla="*/ 63305 h 126609"/>
                <a:gd name="connsiteX1" fmla="*/ 63305 w 126609"/>
                <a:gd name="connsiteY1" fmla="*/ 126610 h 126609"/>
                <a:gd name="connsiteX2" fmla="*/ 0 w 126609"/>
                <a:gd name="connsiteY2" fmla="*/ 63305 h 126609"/>
                <a:gd name="connsiteX3" fmla="*/ 63305 w 126609"/>
                <a:gd name="connsiteY3" fmla="*/ 0 h 126609"/>
                <a:gd name="connsiteX4" fmla="*/ 126610 w 126609"/>
                <a:gd name="connsiteY4" fmla="*/ 63305 h 12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609" h="126609">
                  <a:moveTo>
                    <a:pt x="126610" y="63305"/>
                  </a:moveTo>
                  <a:cubicBezTo>
                    <a:pt x="126610" y="99086"/>
                    <a:pt x="97710" y="126610"/>
                    <a:pt x="63305" y="126610"/>
                  </a:cubicBezTo>
                  <a:cubicBezTo>
                    <a:pt x="27524" y="126610"/>
                    <a:pt x="0" y="97710"/>
                    <a:pt x="0" y="63305"/>
                  </a:cubicBezTo>
                  <a:cubicBezTo>
                    <a:pt x="0" y="27524"/>
                    <a:pt x="28900" y="0"/>
                    <a:pt x="63305" y="0"/>
                  </a:cubicBezTo>
                  <a:cubicBezTo>
                    <a:pt x="97710" y="0"/>
                    <a:pt x="126610" y="27524"/>
                    <a:pt x="126610" y="63305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E5A4689-850A-4E23-823E-287837337605}"/>
                </a:ext>
              </a:extLst>
            </p:cNvPr>
            <p:cNvSpPr/>
            <p:nvPr/>
          </p:nvSpPr>
          <p:spPr>
            <a:xfrm>
              <a:off x="6031830" y="5542548"/>
              <a:ext cx="57859" cy="57859"/>
            </a:xfrm>
            <a:custGeom>
              <a:avLst/>
              <a:gdLst>
                <a:gd name="connsiteX0" fmla="*/ 82572 w 82571"/>
                <a:gd name="connsiteY0" fmla="*/ 41286 h 82571"/>
                <a:gd name="connsiteX1" fmla="*/ 41286 w 82571"/>
                <a:gd name="connsiteY1" fmla="*/ 82572 h 82571"/>
                <a:gd name="connsiteX2" fmla="*/ 0 w 82571"/>
                <a:gd name="connsiteY2" fmla="*/ 41286 h 82571"/>
                <a:gd name="connsiteX3" fmla="*/ 41286 w 82571"/>
                <a:gd name="connsiteY3" fmla="*/ 0 h 82571"/>
                <a:gd name="connsiteX4" fmla="*/ 82572 w 82571"/>
                <a:gd name="connsiteY4" fmla="*/ 41286 h 8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571" h="82571">
                  <a:moveTo>
                    <a:pt x="82572" y="41286"/>
                  </a:moveTo>
                  <a:cubicBezTo>
                    <a:pt x="82572" y="64088"/>
                    <a:pt x="64087" y="82572"/>
                    <a:pt x="41286" y="82572"/>
                  </a:cubicBezTo>
                  <a:cubicBezTo>
                    <a:pt x="18484" y="82572"/>
                    <a:pt x="0" y="64088"/>
                    <a:pt x="0" y="41286"/>
                  </a:cubicBezTo>
                  <a:cubicBezTo>
                    <a:pt x="0" y="18484"/>
                    <a:pt x="18484" y="0"/>
                    <a:pt x="41286" y="0"/>
                  </a:cubicBezTo>
                  <a:cubicBezTo>
                    <a:pt x="64087" y="0"/>
                    <a:pt x="82572" y="18484"/>
                    <a:pt x="82572" y="41286"/>
                  </a:cubicBezTo>
                  <a:close/>
                </a:path>
              </a:pathLst>
            </a:custGeom>
            <a:solidFill>
              <a:schemeClr val="accent3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7DE8DAE-D9FA-480A-9710-C9FD332CA8F7}"/>
                </a:ext>
              </a:extLst>
            </p:cNvPr>
            <p:cNvSpPr/>
            <p:nvPr/>
          </p:nvSpPr>
          <p:spPr>
            <a:xfrm>
              <a:off x="4843121" y="4531841"/>
              <a:ext cx="633262" cy="1297109"/>
            </a:xfrm>
            <a:custGeom>
              <a:avLst/>
              <a:gdLst>
                <a:gd name="connsiteX0" fmla="*/ 149585 w 903740"/>
                <a:gd name="connsiteY0" fmla="*/ 419886 h 1851129"/>
                <a:gd name="connsiteX1" fmla="*/ 874840 w 903740"/>
                <a:gd name="connsiteY1" fmla="*/ 146 h 1851129"/>
                <a:gd name="connsiteX2" fmla="*/ 115180 w 903740"/>
                <a:gd name="connsiteY2" fmla="*/ 419886 h 1851129"/>
                <a:gd name="connsiteX3" fmla="*/ 799149 w 903740"/>
                <a:gd name="connsiteY3" fmla="*/ 1837367 h 1851129"/>
                <a:gd name="connsiteX4" fmla="*/ 903740 w 903740"/>
                <a:gd name="connsiteY4" fmla="*/ 1851129 h 1851129"/>
                <a:gd name="connsiteX5" fmla="*/ 149585 w 903740"/>
                <a:gd name="connsiteY5" fmla="*/ 419886 h 185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3740" h="1851129">
                  <a:moveTo>
                    <a:pt x="149585" y="419886"/>
                  </a:moveTo>
                  <a:cubicBezTo>
                    <a:pt x="310600" y="155656"/>
                    <a:pt x="588591" y="7027"/>
                    <a:pt x="874840" y="146"/>
                  </a:cubicBezTo>
                  <a:cubicBezTo>
                    <a:pt x="576206" y="-5358"/>
                    <a:pt x="283076" y="144647"/>
                    <a:pt x="115180" y="419886"/>
                  </a:cubicBezTo>
                  <a:cubicBezTo>
                    <a:pt x="-73358" y="728154"/>
                    <a:pt x="-139416" y="1625433"/>
                    <a:pt x="799149" y="1837367"/>
                  </a:cubicBezTo>
                  <a:cubicBezTo>
                    <a:pt x="833554" y="1844248"/>
                    <a:pt x="869335" y="1848377"/>
                    <a:pt x="903740" y="1851129"/>
                  </a:cubicBezTo>
                  <a:cubicBezTo>
                    <a:pt x="-109140" y="1669472"/>
                    <a:pt x="-43082" y="735035"/>
                    <a:pt x="149585" y="419886"/>
                  </a:cubicBezTo>
                  <a:close/>
                </a:path>
              </a:pathLst>
            </a:custGeom>
            <a:solidFill>
              <a:schemeClr val="accent2"/>
            </a:solidFill>
            <a:ln w="137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4446C905-C60E-460B-83C1-BA88C31ACB77}"/>
              </a:ext>
            </a:extLst>
          </p:cNvPr>
          <p:cNvSpPr txBox="1"/>
          <p:nvPr/>
        </p:nvSpPr>
        <p:spPr>
          <a:xfrm>
            <a:off x="11119083" y="3565465"/>
            <a:ext cx="59817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EXPLORE</a:t>
            </a:r>
          </a:p>
          <a:p>
            <a:pPr algn="r"/>
            <a:r>
              <a:rPr lang="en-US" sz="6600" dirty="0">
                <a:gradFill>
                  <a:gsLst>
                    <a:gs pos="100000">
                      <a:schemeClr val="accent2"/>
                    </a:gs>
                    <a:gs pos="0">
                      <a:schemeClr val="accent1"/>
                    </a:gs>
                  </a:gsLst>
                  <a:lin ang="6600000" scaled="0"/>
                </a:gradFill>
              </a:rPr>
              <a:t>UNKNOWN</a:t>
            </a:r>
            <a:endParaRPr lang="uk-UA" sz="6600" dirty="0"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2B705D7-1A24-4A2C-8EEE-AF6D429E6476}"/>
              </a:ext>
            </a:extLst>
          </p:cNvPr>
          <p:cNvSpPr txBox="1"/>
          <p:nvPr/>
        </p:nvSpPr>
        <p:spPr>
          <a:xfrm>
            <a:off x="10249629" y="5689123"/>
            <a:ext cx="6893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</a:t>
            </a:r>
          </a:p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presentation template. Advance,  clean and professional design </a:t>
            </a:r>
          </a:p>
        </p:txBody>
      </p:sp>
      <p:sp>
        <p:nvSpPr>
          <p:cNvPr id="93" name="Freeform 269">
            <a:extLst>
              <a:ext uri="{FF2B5EF4-FFF2-40B4-BE49-F238E27FC236}">
                <a16:creationId xmlns:a16="http://schemas.microsoft.com/office/drawing/2014/main" id="{8AAC7266-EC9B-493B-8659-B9DD14AA1CDB}"/>
              </a:ext>
            </a:extLst>
          </p:cNvPr>
          <p:cNvSpPr>
            <a:spLocks noEditPoints="1"/>
          </p:cNvSpPr>
          <p:nvPr/>
        </p:nvSpPr>
        <p:spPr bwMode="auto">
          <a:xfrm>
            <a:off x="8821511" y="902970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A7E0E8B-BE85-4C6B-A047-D1D418EE1122}"/>
              </a:ext>
            </a:extLst>
          </p:cNvPr>
          <p:cNvSpPr txBox="1"/>
          <p:nvPr/>
        </p:nvSpPr>
        <p:spPr>
          <a:xfrm>
            <a:off x="9495811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inrunner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96" name="Freeform 263">
            <a:extLst>
              <a:ext uri="{FF2B5EF4-FFF2-40B4-BE49-F238E27FC236}">
                <a16:creationId xmlns:a16="http://schemas.microsoft.com/office/drawing/2014/main" id="{4D077516-C41A-49CE-80A1-BD380A6EA783}"/>
              </a:ext>
            </a:extLst>
          </p:cNvPr>
          <p:cNvSpPr>
            <a:spLocks noEditPoints="1"/>
          </p:cNvSpPr>
          <p:nvPr/>
        </p:nvSpPr>
        <p:spPr bwMode="auto">
          <a:xfrm>
            <a:off x="11801188" y="9029700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48C56CA-8D0C-4CED-A5D6-2FFE0CC54472}"/>
              </a:ext>
            </a:extLst>
          </p:cNvPr>
          <p:cNvSpPr txBox="1"/>
          <p:nvPr/>
        </p:nvSpPr>
        <p:spPr>
          <a:xfrm>
            <a:off x="12486969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twrunner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99" name="Freeform 264">
            <a:extLst>
              <a:ext uri="{FF2B5EF4-FFF2-40B4-BE49-F238E27FC236}">
                <a16:creationId xmlns:a16="http://schemas.microsoft.com/office/drawing/2014/main" id="{A394C971-28FD-4231-B08B-664204F11AC5}"/>
              </a:ext>
            </a:extLst>
          </p:cNvPr>
          <p:cNvSpPr>
            <a:spLocks noEditPoints="1"/>
          </p:cNvSpPr>
          <p:nvPr/>
        </p:nvSpPr>
        <p:spPr bwMode="auto">
          <a:xfrm>
            <a:off x="14792345" y="9029700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03CFC1D-BAD2-4277-AD95-BD8DB8452936}"/>
              </a:ext>
            </a:extLst>
          </p:cNvPr>
          <p:cNvSpPr txBox="1"/>
          <p:nvPr/>
        </p:nvSpPr>
        <p:spPr>
          <a:xfrm>
            <a:off x="15478127" y="9029700"/>
            <a:ext cx="183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fbrunner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85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C0CC377E-61C7-454A-BEA5-259E96C5674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3" r="15833"/>
          <a:stretch/>
        </p:blipFill>
        <p:spPr/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718EA13-F7ED-4361-8391-C44F2A445DEA}"/>
              </a:ext>
            </a:extLst>
          </p:cNvPr>
          <p:cNvSpPr/>
          <p:nvPr/>
        </p:nvSpPr>
        <p:spPr>
          <a:xfrm rot="16200000" flipH="1" flipV="1">
            <a:off x="1981200" y="-457200"/>
            <a:ext cx="10287001" cy="11201400"/>
          </a:xfrm>
          <a:custGeom>
            <a:avLst/>
            <a:gdLst>
              <a:gd name="connsiteX0" fmla="*/ 0 w 10287001"/>
              <a:gd name="connsiteY0" fmla="*/ 6848525 h 11201400"/>
              <a:gd name="connsiteX1" fmla="*/ 0 w 10287001"/>
              <a:gd name="connsiteY1" fmla="*/ 0 h 11201400"/>
              <a:gd name="connsiteX2" fmla="*/ 10287001 w 10287001"/>
              <a:gd name="connsiteY2" fmla="*/ 6848525 h 11201400"/>
              <a:gd name="connsiteX3" fmla="*/ 0 w 10287001"/>
              <a:gd name="connsiteY3" fmla="*/ 11201400 h 11201400"/>
              <a:gd name="connsiteX4" fmla="*/ 0 w 10287001"/>
              <a:gd name="connsiteY4" fmla="*/ 6848526 h 11201400"/>
              <a:gd name="connsiteX5" fmla="*/ 10287001 w 10287001"/>
              <a:gd name="connsiteY5" fmla="*/ 6848526 h 11201400"/>
              <a:gd name="connsiteX6" fmla="*/ 10287001 w 10287001"/>
              <a:gd name="connsiteY6" fmla="*/ 7086601 h 11201400"/>
              <a:gd name="connsiteX7" fmla="*/ 1 w 10287001"/>
              <a:gd name="connsiteY7" fmla="*/ 7086601 h 11201400"/>
              <a:gd name="connsiteX8" fmla="*/ 1 w 10287001"/>
              <a:gd name="connsiteY8" fmla="*/ 11201400 h 1120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87001" h="11201400">
                <a:moveTo>
                  <a:pt x="0" y="6848525"/>
                </a:moveTo>
                <a:lnTo>
                  <a:pt x="0" y="0"/>
                </a:lnTo>
                <a:lnTo>
                  <a:pt x="10287001" y="6848525"/>
                </a:lnTo>
                <a:close/>
                <a:moveTo>
                  <a:pt x="0" y="11201400"/>
                </a:moveTo>
                <a:lnTo>
                  <a:pt x="0" y="6848526"/>
                </a:lnTo>
                <a:lnTo>
                  <a:pt x="10287001" y="6848526"/>
                </a:lnTo>
                <a:lnTo>
                  <a:pt x="10287001" y="7086601"/>
                </a:lnTo>
                <a:lnTo>
                  <a:pt x="1" y="7086601"/>
                </a:lnTo>
                <a:lnTo>
                  <a:pt x="1" y="1120140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75C570B1-2DBE-4CEE-9716-00C021C4E67D}"/>
              </a:ext>
            </a:extLst>
          </p:cNvPr>
          <p:cNvSpPr/>
          <p:nvPr/>
        </p:nvSpPr>
        <p:spPr>
          <a:xfrm rot="10800000">
            <a:off x="15544800" y="0"/>
            <a:ext cx="2743200" cy="2743200"/>
          </a:xfrm>
          <a:prstGeom prst="rtTriangle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F64A5D-1F6A-4355-89B3-9CC3F91E558F}"/>
              </a:ext>
            </a:extLst>
          </p:cNvPr>
          <p:cNvSpPr txBox="1"/>
          <p:nvPr/>
        </p:nvSpPr>
        <p:spPr>
          <a:xfrm>
            <a:off x="1524000" y="2793660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6000" dirty="0">
                <a:gradFill>
                  <a:gsLst>
                    <a:gs pos="100000">
                      <a:schemeClr val="accent3"/>
                    </a:gs>
                    <a:gs pos="0">
                      <a:schemeClr val="accent2"/>
                    </a:gs>
                  </a:gsLst>
                  <a:lin ang="6600000" scaled="0"/>
                </a:gradFill>
              </a:rPr>
              <a:t>WE STYLE YOU</a:t>
            </a:r>
            <a:endParaRPr lang="uk-UA" sz="6000" dirty="0"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BAEC75-2A2C-4C68-A899-E548407B2599}"/>
              </a:ext>
            </a:extLst>
          </p:cNvPr>
          <p:cNvSpPr txBox="1"/>
          <p:nvPr/>
        </p:nvSpPr>
        <p:spPr>
          <a:xfrm>
            <a:off x="1524000" y="3857203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creative multipurpose presentation template. Advance, 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clean and professional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DDBF590-5B47-495B-9358-203B35FF3232}"/>
              </a:ext>
            </a:extLst>
          </p:cNvPr>
          <p:cNvGrpSpPr/>
          <p:nvPr/>
        </p:nvGrpSpPr>
        <p:grpSpPr>
          <a:xfrm>
            <a:off x="1826527" y="979770"/>
            <a:ext cx="1154972" cy="1447800"/>
            <a:chOff x="16326070" y="1104900"/>
            <a:chExt cx="1154972" cy="144780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0B13F16-E869-4CEB-B3B7-2BCECBD03AF2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C38CC8E-3802-4096-A2A2-03F60A60A02D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3B183F9-C2A6-43C1-9DB8-23461DD5F6C3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725CFE8-E474-4BE6-B313-89F0F174045B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BB1F9F4-BD0A-403B-95A0-CB0570823F23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FE7B05A-82FA-438C-9CEC-72F3EF8E8EBF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1C96A861-EFD4-4AB9-9E2C-320FE97373F0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69C5A9-1B84-4D30-A113-AD86885D26BB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2FF2E4-C6E3-4FE0-8809-6BF4463CF956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8CF20878-0B56-420F-84E5-EA737F230D1F}"/>
              </a:ext>
            </a:extLst>
          </p:cNvPr>
          <p:cNvSpPr/>
          <p:nvPr/>
        </p:nvSpPr>
        <p:spPr>
          <a:xfrm>
            <a:off x="4597399" y="6187706"/>
            <a:ext cx="5465725" cy="4099294"/>
          </a:xfrm>
          <a:prstGeom prst="triangl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264">
            <a:extLst>
              <a:ext uri="{FF2B5EF4-FFF2-40B4-BE49-F238E27FC236}">
                <a16:creationId xmlns:a16="http://schemas.microsoft.com/office/drawing/2014/main" id="{FAEF1B51-21A1-4038-B1ED-534987F8A5BF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6487048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672B30-0453-4147-B3BA-C5BEF1107139}"/>
              </a:ext>
            </a:extLst>
          </p:cNvPr>
          <p:cNvSpPr txBox="1"/>
          <p:nvPr/>
        </p:nvSpPr>
        <p:spPr>
          <a:xfrm>
            <a:off x="2983372" y="6487048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fbookstyle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60" name="Freeform 269">
            <a:extLst>
              <a:ext uri="{FF2B5EF4-FFF2-40B4-BE49-F238E27FC236}">
                <a16:creationId xmlns:a16="http://schemas.microsoft.com/office/drawing/2014/main" id="{9A46C48E-F545-4863-8473-9D2FBA5E683B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7301047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B59B97-948D-4833-8B6E-0A7DA3B63871}"/>
              </a:ext>
            </a:extLst>
          </p:cNvPr>
          <p:cNvSpPr txBox="1"/>
          <p:nvPr/>
        </p:nvSpPr>
        <p:spPr>
          <a:xfrm>
            <a:off x="2971890" y="7301047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linkstyle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63" name="Freeform 263">
            <a:extLst>
              <a:ext uri="{FF2B5EF4-FFF2-40B4-BE49-F238E27FC236}">
                <a16:creationId xmlns:a16="http://schemas.microsoft.com/office/drawing/2014/main" id="{56677E50-176A-4D6D-BFE8-B010EF1D460D}"/>
              </a:ext>
            </a:extLst>
          </p:cNvPr>
          <p:cNvSpPr>
            <a:spLocks noEditPoints="1"/>
          </p:cNvSpPr>
          <p:nvPr/>
        </p:nvSpPr>
        <p:spPr bwMode="auto">
          <a:xfrm>
            <a:off x="2297590" y="8115045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7E1688-F24B-483F-AB49-FB6F2290DE7B}"/>
              </a:ext>
            </a:extLst>
          </p:cNvPr>
          <p:cNvSpPr txBox="1"/>
          <p:nvPr/>
        </p:nvSpPr>
        <p:spPr>
          <a:xfrm>
            <a:off x="2983371" y="8115045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/ </a:t>
            </a:r>
            <a:r>
              <a:rPr lang="en-US" sz="2800" dirty="0" err="1">
                <a:solidFill>
                  <a:schemeClr val="tx2"/>
                </a:solidFill>
              </a:rPr>
              <a:t>twstyle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10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Placeholder 58">
            <a:extLst>
              <a:ext uri="{FF2B5EF4-FFF2-40B4-BE49-F238E27FC236}">
                <a16:creationId xmlns:a16="http://schemas.microsoft.com/office/drawing/2014/main" id="{E79BB202-5454-409E-9967-798BE7B6B4F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3" r="15833"/>
          <a:stretch/>
        </p:blipFill>
        <p:spPr/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718EA13-F7ED-4361-8391-C44F2A445DEA}"/>
              </a:ext>
            </a:extLst>
          </p:cNvPr>
          <p:cNvSpPr/>
          <p:nvPr/>
        </p:nvSpPr>
        <p:spPr>
          <a:xfrm rot="5400000" flipV="1">
            <a:off x="5943600" y="-457200"/>
            <a:ext cx="10287001" cy="11201400"/>
          </a:xfrm>
          <a:custGeom>
            <a:avLst/>
            <a:gdLst>
              <a:gd name="connsiteX0" fmla="*/ 0 w 10287001"/>
              <a:gd name="connsiteY0" fmla="*/ 6848525 h 11201400"/>
              <a:gd name="connsiteX1" fmla="*/ 0 w 10287001"/>
              <a:gd name="connsiteY1" fmla="*/ 0 h 11201400"/>
              <a:gd name="connsiteX2" fmla="*/ 10287001 w 10287001"/>
              <a:gd name="connsiteY2" fmla="*/ 6848525 h 11201400"/>
              <a:gd name="connsiteX3" fmla="*/ 0 w 10287001"/>
              <a:gd name="connsiteY3" fmla="*/ 11201400 h 11201400"/>
              <a:gd name="connsiteX4" fmla="*/ 0 w 10287001"/>
              <a:gd name="connsiteY4" fmla="*/ 6848526 h 11201400"/>
              <a:gd name="connsiteX5" fmla="*/ 10287001 w 10287001"/>
              <a:gd name="connsiteY5" fmla="*/ 6848526 h 11201400"/>
              <a:gd name="connsiteX6" fmla="*/ 10287001 w 10287001"/>
              <a:gd name="connsiteY6" fmla="*/ 7086601 h 11201400"/>
              <a:gd name="connsiteX7" fmla="*/ 1 w 10287001"/>
              <a:gd name="connsiteY7" fmla="*/ 7086601 h 11201400"/>
              <a:gd name="connsiteX8" fmla="*/ 1 w 10287001"/>
              <a:gd name="connsiteY8" fmla="*/ 11201400 h 1120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87001" h="11201400">
                <a:moveTo>
                  <a:pt x="0" y="6848525"/>
                </a:moveTo>
                <a:lnTo>
                  <a:pt x="0" y="0"/>
                </a:lnTo>
                <a:lnTo>
                  <a:pt x="10287001" y="6848525"/>
                </a:lnTo>
                <a:close/>
                <a:moveTo>
                  <a:pt x="0" y="11201400"/>
                </a:moveTo>
                <a:lnTo>
                  <a:pt x="0" y="6848526"/>
                </a:lnTo>
                <a:lnTo>
                  <a:pt x="10287001" y="6848526"/>
                </a:lnTo>
                <a:lnTo>
                  <a:pt x="10287001" y="7086601"/>
                </a:lnTo>
                <a:lnTo>
                  <a:pt x="1" y="7086601"/>
                </a:lnTo>
                <a:lnTo>
                  <a:pt x="1" y="1120140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5" name="Right Triangle 64">
            <a:extLst>
              <a:ext uri="{FF2B5EF4-FFF2-40B4-BE49-F238E27FC236}">
                <a16:creationId xmlns:a16="http://schemas.microsoft.com/office/drawing/2014/main" id="{DC09EBD6-DFF3-4900-82EC-DAE6E5336C35}"/>
              </a:ext>
            </a:extLst>
          </p:cNvPr>
          <p:cNvSpPr/>
          <p:nvPr/>
        </p:nvSpPr>
        <p:spPr>
          <a:xfrm rot="10800000" flipH="1">
            <a:off x="0" y="0"/>
            <a:ext cx="2743200" cy="2743200"/>
          </a:xfrm>
          <a:prstGeom prst="rtTriangle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4E344C17-E909-495F-B0FF-C50D118412E8}"/>
              </a:ext>
            </a:extLst>
          </p:cNvPr>
          <p:cNvSpPr/>
          <p:nvPr/>
        </p:nvSpPr>
        <p:spPr>
          <a:xfrm>
            <a:off x="8276677" y="6187706"/>
            <a:ext cx="5465725" cy="4099294"/>
          </a:xfrm>
          <a:prstGeom prst="triangle">
            <a:avLst/>
          </a:pr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18DF0F5-4574-46BA-B114-DD9346CDB1C6}"/>
              </a:ext>
            </a:extLst>
          </p:cNvPr>
          <p:cNvSpPr txBox="1"/>
          <p:nvPr/>
        </p:nvSpPr>
        <p:spPr>
          <a:xfrm>
            <a:off x="10013025" y="1097488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r"/>
            <a:r>
              <a:rPr lang="en-US" sz="6000" dirty="0">
                <a:gradFill>
                  <a:gsLst>
                    <a:gs pos="100000">
                      <a:schemeClr val="accent2"/>
                    </a:gs>
                    <a:gs pos="1000">
                      <a:schemeClr val="accent1"/>
                    </a:gs>
                  </a:gsLst>
                  <a:lin ang="6600000" scaled="0"/>
                </a:gradFill>
              </a:rPr>
              <a:t>BRAND NAME</a:t>
            </a:r>
            <a:endParaRPr lang="uk-UA" sz="6000" dirty="0">
              <a:gradFill>
                <a:gsLst>
                  <a:gs pos="100000">
                    <a:schemeClr val="accent2"/>
                  </a:gs>
                  <a:gs pos="1000">
                    <a:schemeClr val="accent1"/>
                  </a:gs>
                </a:gsLst>
                <a:lin ang="6600000" scaled="0"/>
              </a:gra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CAACE6F-5F54-49BD-A9CD-E0170FFD2F6C}"/>
              </a:ext>
            </a:extLst>
          </p:cNvPr>
          <p:cNvSpPr txBox="1"/>
          <p:nvPr/>
        </p:nvSpPr>
        <p:spPr>
          <a:xfrm>
            <a:off x="8686800" y="2161031"/>
            <a:ext cx="82638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creative multipurpose presentation template for your brand. Advance, clean and professional.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C8D0DB9-D1A2-4873-BD78-C2D0CF6DA80E}"/>
              </a:ext>
            </a:extLst>
          </p:cNvPr>
          <p:cNvGrpSpPr/>
          <p:nvPr/>
        </p:nvGrpSpPr>
        <p:grpSpPr>
          <a:xfrm>
            <a:off x="15830066" y="7741712"/>
            <a:ext cx="1154972" cy="1447800"/>
            <a:chOff x="16199578" y="342900"/>
            <a:chExt cx="1154972" cy="144780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B625693-DABB-44C9-89B4-1E23850F8430}"/>
                </a:ext>
              </a:extLst>
            </p:cNvPr>
            <p:cNvGrpSpPr/>
            <p:nvPr/>
          </p:nvGrpSpPr>
          <p:grpSpPr>
            <a:xfrm flipH="1">
              <a:off x="16199578" y="342900"/>
              <a:ext cx="1154972" cy="1117609"/>
              <a:chOff x="16326070" y="1104900"/>
              <a:chExt cx="1154972" cy="1117609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DF91ACE0-D1FA-430C-96C5-4111735A4F55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6E238260-5641-4D4B-BED9-61E7947557AF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928587E-68DC-490E-8216-14EF76862060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23AB0991-9BCE-4CF3-9EA5-9FD6CB1759C4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DBCD0CB-AD93-47CC-97F8-BD8103390188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1666C28A-1727-4101-A30D-E5B927F60057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00226DEE-300D-4187-A24A-292C7674A506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F04FE8C-413F-4FF2-BB7E-489630F4B7E2}"/>
                </a:ext>
              </a:extLst>
            </p:cNvPr>
            <p:cNvSpPr txBox="1"/>
            <p:nvPr/>
          </p:nvSpPr>
          <p:spPr>
            <a:xfrm>
              <a:off x="16260233" y="1513701"/>
              <a:ext cx="10336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  <p:sp>
        <p:nvSpPr>
          <p:cNvPr id="90" name="Freeform 264">
            <a:extLst>
              <a:ext uri="{FF2B5EF4-FFF2-40B4-BE49-F238E27FC236}">
                <a16:creationId xmlns:a16="http://schemas.microsoft.com/office/drawing/2014/main" id="{8808ECB8-15B3-4113-B26D-A31F0FF9ECFD}"/>
              </a:ext>
            </a:extLst>
          </p:cNvPr>
          <p:cNvSpPr>
            <a:spLocks noEditPoints="1"/>
          </p:cNvSpPr>
          <p:nvPr/>
        </p:nvSpPr>
        <p:spPr bwMode="auto">
          <a:xfrm>
            <a:off x="16337671" y="4674741"/>
            <a:ext cx="528301" cy="528301"/>
          </a:xfrm>
          <a:custGeom>
            <a:avLst/>
            <a:gdLst>
              <a:gd name="T0" fmla="*/ 88 w 176"/>
              <a:gd name="T1" fmla="*/ 0 h 176"/>
              <a:gd name="T2" fmla="*/ 0 w 176"/>
              <a:gd name="T3" fmla="*/ 88 h 176"/>
              <a:gd name="T4" fmla="*/ 88 w 176"/>
              <a:gd name="T5" fmla="*/ 176 h 176"/>
              <a:gd name="T6" fmla="*/ 176 w 176"/>
              <a:gd name="T7" fmla="*/ 88 h 176"/>
              <a:gd name="T8" fmla="*/ 88 w 176"/>
              <a:gd name="T9" fmla="*/ 0 h 176"/>
              <a:gd name="T10" fmla="*/ 88 w 176"/>
              <a:gd name="T11" fmla="*/ 168 h 176"/>
              <a:gd name="T12" fmla="*/ 8 w 176"/>
              <a:gd name="T13" fmla="*/ 88 h 176"/>
              <a:gd name="T14" fmla="*/ 88 w 176"/>
              <a:gd name="T15" fmla="*/ 8 h 176"/>
              <a:gd name="T16" fmla="*/ 168 w 176"/>
              <a:gd name="T17" fmla="*/ 88 h 176"/>
              <a:gd name="T18" fmla="*/ 88 w 176"/>
              <a:gd name="T19" fmla="*/ 168 h 176"/>
              <a:gd name="T20" fmla="*/ 96 w 176"/>
              <a:gd name="T21" fmla="*/ 69 h 176"/>
              <a:gd name="T22" fmla="*/ 101 w 176"/>
              <a:gd name="T23" fmla="*/ 64 h 176"/>
              <a:gd name="T24" fmla="*/ 108 w 176"/>
              <a:gd name="T25" fmla="*/ 64 h 176"/>
              <a:gd name="T26" fmla="*/ 108 w 176"/>
              <a:gd name="T27" fmla="*/ 52 h 176"/>
              <a:gd name="T28" fmla="*/ 97 w 176"/>
              <a:gd name="T29" fmla="*/ 52 h 176"/>
              <a:gd name="T30" fmla="*/ 80 w 176"/>
              <a:gd name="T31" fmla="*/ 68 h 176"/>
              <a:gd name="T32" fmla="*/ 80 w 176"/>
              <a:gd name="T33" fmla="*/ 76 h 176"/>
              <a:gd name="T34" fmla="*/ 72 w 176"/>
              <a:gd name="T35" fmla="*/ 76 h 176"/>
              <a:gd name="T36" fmla="*/ 72 w 176"/>
              <a:gd name="T37" fmla="*/ 88 h 176"/>
              <a:gd name="T38" fmla="*/ 80 w 176"/>
              <a:gd name="T39" fmla="*/ 88 h 176"/>
              <a:gd name="T40" fmla="*/ 80 w 176"/>
              <a:gd name="T41" fmla="*/ 124 h 176"/>
              <a:gd name="T42" fmla="*/ 96 w 176"/>
              <a:gd name="T43" fmla="*/ 124 h 176"/>
              <a:gd name="T44" fmla="*/ 96 w 176"/>
              <a:gd name="T45" fmla="*/ 88 h 176"/>
              <a:gd name="T46" fmla="*/ 107 w 176"/>
              <a:gd name="T47" fmla="*/ 88 h 176"/>
              <a:gd name="T48" fmla="*/ 108 w 176"/>
              <a:gd name="T49" fmla="*/ 76 h 176"/>
              <a:gd name="T50" fmla="*/ 96 w 176"/>
              <a:gd name="T51" fmla="*/ 76 h 176"/>
              <a:gd name="T52" fmla="*/ 96 w 176"/>
              <a:gd name="T53" fmla="*/ 69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  <a:moveTo>
                  <a:pt x="96" y="69"/>
                </a:moveTo>
                <a:cubicBezTo>
                  <a:pt x="96" y="66"/>
                  <a:pt x="96" y="64"/>
                  <a:pt x="101" y="64"/>
                </a:cubicBezTo>
                <a:cubicBezTo>
                  <a:pt x="108" y="64"/>
                  <a:pt x="108" y="64"/>
                  <a:pt x="108" y="64"/>
                </a:cubicBezTo>
                <a:cubicBezTo>
                  <a:pt x="108" y="52"/>
                  <a:pt x="108" y="52"/>
                  <a:pt x="108" y="52"/>
                </a:cubicBezTo>
                <a:cubicBezTo>
                  <a:pt x="97" y="52"/>
                  <a:pt x="97" y="52"/>
                  <a:pt x="97" y="52"/>
                </a:cubicBezTo>
                <a:cubicBezTo>
                  <a:pt x="84" y="52"/>
                  <a:pt x="80" y="58"/>
                  <a:pt x="80" y="68"/>
                </a:cubicBezTo>
                <a:cubicBezTo>
                  <a:pt x="80" y="76"/>
                  <a:pt x="80" y="76"/>
                  <a:pt x="80" y="76"/>
                </a:cubicBezTo>
                <a:cubicBezTo>
                  <a:pt x="72" y="76"/>
                  <a:pt x="72" y="76"/>
                  <a:pt x="72" y="76"/>
                </a:cubicBezTo>
                <a:cubicBezTo>
                  <a:pt x="72" y="88"/>
                  <a:pt x="72" y="88"/>
                  <a:pt x="72" y="88"/>
                </a:cubicBezTo>
                <a:cubicBezTo>
                  <a:pt x="80" y="88"/>
                  <a:pt x="80" y="88"/>
                  <a:pt x="80" y="88"/>
                </a:cubicBezTo>
                <a:cubicBezTo>
                  <a:pt x="80" y="124"/>
                  <a:pt x="80" y="124"/>
                  <a:pt x="80" y="124"/>
                </a:cubicBezTo>
                <a:cubicBezTo>
                  <a:pt x="96" y="124"/>
                  <a:pt x="96" y="124"/>
                  <a:pt x="96" y="124"/>
                </a:cubicBezTo>
                <a:cubicBezTo>
                  <a:pt x="96" y="88"/>
                  <a:pt x="96" y="88"/>
                  <a:pt x="96" y="88"/>
                </a:cubicBezTo>
                <a:cubicBezTo>
                  <a:pt x="107" y="88"/>
                  <a:pt x="107" y="88"/>
                  <a:pt x="107" y="88"/>
                </a:cubicBezTo>
                <a:cubicBezTo>
                  <a:pt x="108" y="76"/>
                  <a:pt x="108" y="76"/>
                  <a:pt x="108" y="76"/>
                </a:cubicBezTo>
                <a:cubicBezTo>
                  <a:pt x="96" y="76"/>
                  <a:pt x="96" y="76"/>
                  <a:pt x="96" y="76"/>
                </a:cubicBezTo>
                <a:lnTo>
                  <a:pt x="96" y="6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8A2871-93C7-4718-BC8A-BB38FD3DAE84}"/>
              </a:ext>
            </a:extLst>
          </p:cNvPr>
          <p:cNvSpPr txBox="1"/>
          <p:nvPr/>
        </p:nvSpPr>
        <p:spPr>
          <a:xfrm>
            <a:off x="13229205" y="4674741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 err="1">
                <a:solidFill>
                  <a:schemeClr val="tx2"/>
                </a:solidFill>
              </a:rPr>
              <a:t>fbookstyle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92" name="Freeform 269">
            <a:extLst>
              <a:ext uri="{FF2B5EF4-FFF2-40B4-BE49-F238E27FC236}">
                <a16:creationId xmlns:a16="http://schemas.microsoft.com/office/drawing/2014/main" id="{BEE02811-DD74-4FD8-B2AC-745D6730C495}"/>
              </a:ext>
            </a:extLst>
          </p:cNvPr>
          <p:cNvSpPr>
            <a:spLocks noEditPoints="1"/>
          </p:cNvSpPr>
          <p:nvPr/>
        </p:nvSpPr>
        <p:spPr bwMode="auto">
          <a:xfrm>
            <a:off x="16337671" y="5488740"/>
            <a:ext cx="516820" cy="528301"/>
          </a:xfrm>
          <a:custGeom>
            <a:avLst/>
            <a:gdLst>
              <a:gd name="T0" fmla="*/ 64 w 176"/>
              <a:gd name="T1" fmla="*/ 56 h 176"/>
              <a:gd name="T2" fmla="*/ 56 w 176"/>
              <a:gd name="T3" fmla="*/ 64 h 176"/>
              <a:gd name="T4" fmla="*/ 64 w 176"/>
              <a:gd name="T5" fmla="*/ 72 h 176"/>
              <a:gd name="T6" fmla="*/ 72 w 176"/>
              <a:gd name="T7" fmla="*/ 64 h 176"/>
              <a:gd name="T8" fmla="*/ 64 w 176"/>
              <a:gd name="T9" fmla="*/ 56 h 176"/>
              <a:gd name="T10" fmla="*/ 56 w 176"/>
              <a:gd name="T11" fmla="*/ 120 h 176"/>
              <a:gd name="T12" fmla="*/ 72 w 176"/>
              <a:gd name="T13" fmla="*/ 120 h 176"/>
              <a:gd name="T14" fmla="*/ 72 w 176"/>
              <a:gd name="T15" fmla="*/ 76 h 176"/>
              <a:gd name="T16" fmla="*/ 56 w 176"/>
              <a:gd name="T17" fmla="*/ 76 h 176"/>
              <a:gd name="T18" fmla="*/ 56 w 176"/>
              <a:gd name="T19" fmla="*/ 120 h 176"/>
              <a:gd name="T20" fmla="*/ 109 w 176"/>
              <a:gd name="T21" fmla="*/ 76 h 176"/>
              <a:gd name="T22" fmla="*/ 96 w 176"/>
              <a:gd name="T23" fmla="*/ 83 h 176"/>
              <a:gd name="T24" fmla="*/ 96 w 176"/>
              <a:gd name="T25" fmla="*/ 76 h 176"/>
              <a:gd name="T26" fmla="*/ 80 w 176"/>
              <a:gd name="T27" fmla="*/ 76 h 176"/>
              <a:gd name="T28" fmla="*/ 80 w 176"/>
              <a:gd name="T29" fmla="*/ 120 h 176"/>
              <a:gd name="T30" fmla="*/ 96 w 176"/>
              <a:gd name="T31" fmla="*/ 120 h 176"/>
              <a:gd name="T32" fmla="*/ 96 w 176"/>
              <a:gd name="T33" fmla="*/ 96 h 176"/>
              <a:gd name="T34" fmla="*/ 103 w 176"/>
              <a:gd name="T35" fmla="*/ 88 h 176"/>
              <a:gd name="T36" fmla="*/ 108 w 176"/>
              <a:gd name="T37" fmla="*/ 96 h 176"/>
              <a:gd name="T38" fmla="*/ 108 w 176"/>
              <a:gd name="T39" fmla="*/ 120 h 176"/>
              <a:gd name="T40" fmla="*/ 124 w 176"/>
              <a:gd name="T41" fmla="*/ 120 h 176"/>
              <a:gd name="T42" fmla="*/ 124 w 176"/>
              <a:gd name="T43" fmla="*/ 96 h 176"/>
              <a:gd name="T44" fmla="*/ 109 w 176"/>
              <a:gd name="T45" fmla="*/ 76 h 176"/>
              <a:gd name="T46" fmla="*/ 88 w 176"/>
              <a:gd name="T47" fmla="*/ 0 h 176"/>
              <a:gd name="T48" fmla="*/ 0 w 176"/>
              <a:gd name="T49" fmla="*/ 88 h 176"/>
              <a:gd name="T50" fmla="*/ 88 w 176"/>
              <a:gd name="T51" fmla="*/ 176 h 176"/>
              <a:gd name="T52" fmla="*/ 176 w 176"/>
              <a:gd name="T53" fmla="*/ 88 h 176"/>
              <a:gd name="T54" fmla="*/ 88 w 176"/>
              <a:gd name="T55" fmla="*/ 0 h 176"/>
              <a:gd name="T56" fmla="*/ 88 w 176"/>
              <a:gd name="T57" fmla="*/ 168 h 176"/>
              <a:gd name="T58" fmla="*/ 8 w 176"/>
              <a:gd name="T59" fmla="*/ 88 h 176"/>
              <a:gd name="T60" fmla="*/ 88 w 176"/>
              <a:gd name="T61" fmla="*/ 8 h 176"/>
              <a:gd name="T62" fmla="*/ 168 w 176"/>
              <a:gd name="T63" fmla="*/ 88 h 176"/>
              <a:gd name="T64" fmla="*/ 88 w 176"/>
              <a:gd name="T65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6" h="176">
                <a:moveTo>
                  <a:pt x="64" y="56"/>
                </a:moveTo>
                <a:cubicBezTo>
                  <a:pt x="60" y="56"/>
                  <a:pt x="56" y="60"/>
                  <a:pt x="56" y="64"/>
                </a:cubicBezTo>
                <a:cubicBezTo>
                  <a:pt x="56" y="68"/>
                  <a:pt x="60" y="72"/>
                  <a:pt x="64" y="72"/>
                </a:cubicBezTo>
                <a:cubicBezTo>
                  <a:pt x="68" y="72"/>
                  <a:pt x="72" y="68"/>
                  <a:pt x="72" y="64"/>
                </a:cubicBezTo>
                <a:cubicBezTo>
                  <a:pt x="72" y="60"/>
                  <a:pt x="68" y="56"/>
                  <a:pt x="64" y="56"/>
                </a:cubicBezTo>
                <a:moveTo>
                  <a:pt x="56" y="120"/>
                </a:moveTo>
                <a:cubicBezTo>
                  <a:pt x="72" y="120"/>
                  <a:pt x="72" y="120"/>
                  <a:pt x="72" y="120"/>
                </a:cubicBezTo>
                <a:cubicBezTo>
                  <a:pt x="72" y="76"/>
                  <a:pt x="72" y="76"/>
                  <a:pt x="72" y="76"/>
                </a:cubicBezTo>
                <a:cubicBezTo>
                  <a:pt x="56" y="76"/>
                  <a:pt x="56" y="76"/>
                  <a:pt x="56" y="76"/>
                </a:cubicBezTo>
                <a:lnTo>
                  <a:pt x="56" y="120"/>
                </a:lnTo>
                <a:close/>
                <a:moveTo>
                  <a:pt x="109" y="76"/>
                </a:moveTo>
                <a:cubicBezTo>
                  <a:pt x="98" y="76"/>
                  <a:pt x="96" y="83"/>
                  <a:pt x="96" y="83"/>
                </a:cubicBezTo>
                <a:cubicBezTo>
                  <a:pt x="96" y="76"/>
                  <a:pt x="96" y="76"/>
                  <a:pt x="96" y="76"/>
                </a:cubicBezTo>
                <a:cubicBezTo>
                  <a:pt x="80" y="76"/>
                  <a:pt x="80" y="76"/>
                  <a:pt x="80" y="76"/>
                </a:cubicBezTo>
                <a:cubicBezTo>
                  <a:pt x="80" y="120"/>
                  <a:pt x="80" y="120"/>
                  <a:pt x="80" y="120"/>
                </a:cubicBezTo>
                <a:cubicBezTo>
                  <a:pt x="96" y="120"/>
                  <a:pt x="96" y="120"/>
                  <a:pt x="96" y="120"/>
                </a:cubicBezTo>
                <a:cubicBezTo>
                  <a:pt x="96" y="96"/>
                  <a:pt x="96" y="96"/>
                  <a:pt x="96" y="96"/>
                </a:cubicBezTo>
                <a:cubicBezTo>
                  <a:pt x="96" y="96"/>
                  <a:pt x="96" y="88"/>
                  <a:pt x="103" y="88"/>
                </a:cubicBezTo>
                <a:cubicBezTo>
                  <a:pt x="107" y="88"/>
                  <a:pt x="108" y="92"/>
                  <a:pt x="108" y="96"/>
                </a:cubicBezTo>
                <a:cubicBezTo>
                  <a:pt x="108" y="120"/>
                  <a:pt x="108" y="120"/>
                  <a:pt x="108" y="120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96"/>
                  <a:pt x="124" y="96"/>
                  <a:pt x="124" y="96"/>
                </a:cubicBezTo>
                <a:cubicBezTo>
                  <a:pt x="124" y="83"/>
                  <a:pt x="119" y="76"/>
                  <a:pt x="109" y="76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3D832E8-1446-460F-BE69-01E6FFF02F3D}"/>
              </a:ext>
            </a:extLst>
          </p:cNvPr>
          <p:cNvSpPr txBox="1"/>
          <p:nvPr/>
        </p:nvSpPr>
        <p:spPr>
          <a:xfrm>
            <a:off x="13217723" y="5488740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 err="1">
                <a:solidFill>
                  <a:schemeClr val="tx2"/>
                </a:solidFill>
              </a:rPr>
              <a:t>linkstyle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94" name="Freeform 263">
            <a:extLst>
              <a:ext uri="{FF2B5EF4-FFF2-40B4-BE49-F238E27FC236}">
                <a16:creationId xmlns:a16="http://schemas.microsoft.com/office/drawing/2014/main" id="{28332969-C07F-4C72-A3BF-AB9B267E3EBC}"/>
              </a:ext>
            </a:extLst>
          </p:cNvPr>
          <p:cNvSpPr>
            <a:spLocks noEditPoints="1"/>
          </p:cNvSpPr>
          <p:nvPr/>
        </p:nvSpPr>
        <p:spPr bwMode="auto">
          <a:xfrm>
            <a:off x="16337671" y="6302738"/>
            <a:ext cx="528301" cy="528301"/>
          </a:xfrm>
          <a:custGeom>
            <a:avLst/>
            <a:gdLst>
              <a:gd name="T0" fmla="*/ 130 w 176"/>
              <a:gd name="T1" fmla="*/ 57 h 176"/>
              <a:gd name="T2" fmla="*/ 119 w 176"/>
              <a:gd name="T3" fmla="*/ 61 h 176"/>
              <a:gd name="T4" fmla="*/ 107 w 176"/>
              <a:gd name="T5" fmla="*/ 56 h 176"/>
              <a:gd name="T6" fmla="*/ 91 w 176"/>
              <a:gd name="T7" fmla="*/ 72 h 176"/>
              <a:gd name="T8" fmla="*/ 91 w 176"/>
              <a:gd name="T9" fmla="*/ 76 h 176"/>
              <a:gd name="T10" fmla="*/ 58 w 176"/>
              <a:gd name="T11" fmla="*/ 59 h 176"/>
              <a:gd name="T12" fmla="*/ 55 w 176"/>
              <a:gd name="T13" fmla="*/ 67 h 176"/>
              <a:gd name="T14" fmla="*/ 63 w 176"/>
              <a:gd name="T15" fmla="*/ 81 h 176"/>
              <a:gd name="T16" fmla="*/ 55 w 176"/>
              <a:gd name="T17" fmla="*/ 79 h 176"/>
              <a:gd name="T18" fmla="*/ 55 w 176"/>
              <a:gd name="T19" fmla="*/ 79 h 176"/>
              <a:gd name="T20" fmla="*/ 68 w 176"/>
              <a:gd name="T21" fmla="*/ 95 h 176"/>
              <a:gd name="T22" fmla="*/ 64 w 176"/>
              <a:gd name="T23" fmla="*/ 95 h 176"/>
              <a:gd name="T24" fmla="*/ 61 w 176"/>
              <a:gd name="T25" fmla="*/ 95 h 176"/>
              <a:gd name="T26" fmla="*/ 76 w 176"/>
              <a:gd name="T27" fmla="*/ 106 h 176"/>
              <a:gd name="T28" fmla="*/ 56 w 176"/>
              <a:gd name="T29" fmla="*/ 113 h 176"/>
              <a:gd name="T30" fmla="*/ 52 w 176"/>
              <a:gd name="T31" fmla="*/ 113 h 176"/>
              <a:gd name="T32" fmla="*/ 77 w 176"/>
              <a:gd name="T33" fmla="*/ 120 h 176"/>
              <a:gd name="T34" fmla="*/ 124 w 176"/>
              <a:gd name="T35" fmla="*/ 74 h 176"/>
              <a:gd name="T36" fmla="*/ 124 w 176"/>
              <a:gd name="T37" fmla="*/ 72 h 176"/>
              <a:gd name="T38" fmla="*/ 132 w 176"/>
              <a:gd name="T39" fmla="*/ 64 h 176"/>
              <a:gd name="T40" fmla="*/ 123 w 176"/>
              <a:gd name="T41" fmla="*/ 66 h 176"/>
              <a:gd name="T42" fmla="*/ 130 w 176"/>
              <a:gd name="T43" fmla="*/ 57 h 176"/>
              <a:gd name="T44" fmla="*/ 88 w 176"/>
              <a:gd name="T45" fmla="*/ 0 h 176"/>
              <a:gd name="T46" fmla="*/ 0 w 176"/>
              <a:gd name="T47" fmla="*/ 88 h 176"/>
              <a:gd name="T48" fmla="*/ 88 w 176"/>
              <a:gd name="T49" fmla="*/ 176 h 176"/>
              <a:gd name="T50" fmla="*/ 176 w 176"/>
              <a:gd name="T51" fmla="*/ 88 h 176"/>
              <a:gd name="T52" fmla="*/ 88 w 176"/>
              <a:gd name="T53" fmla="*/ 0 h 176"/>
              <a:gd name="T54" fmla="*/ 88 w 176"/>
              <a:gd name="T55" fmla="*/ 168 h 176"/>
              <a:gd name="T56" fmla="*/ 8 w 176"/>
              <a:gd name="T57" fmla="*/ 88 h 176"/>
              <a:gd name="T58" fmla="*/ 88 w 176"/>
              <a:gd name="T59" fmla="*/ 8 h 176"/>
              <a:gd name="T60" fmla="*/ 168 w 176"/>
              <a:gd name="T61" fmla="*/ 88 h 176"/>
              <a:gd name="T62" fmla="*/ 88 w 176"/>
              <a:gd name="T63" fmla="*/ 16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76" h="176">
                <a:moveTo>
                  <a:pt x="130" y="57"/>
                </a:moveTo>
                <a:cubicBezTo>
                  <a:pt x="127" y="59"/>
                  <a:pt x="123" y="60"/>
                  <a:pt x="119" y="61"/>
                </a:cubicBezTo>
                <a:cubicBezTo>
                  <a:pt x="116" y="58"/>
                  <a:pt x="112" y="56"/>
                  <a:pt x="107" y="56"/>
                </a:cubicBezTo>
                <a:cubicBezTo>
                  <a:pt x="98" y="56"/>
                  <a:pt x="91" y="63"/>
                  <a:pt x="91" y="72"/>
                </a:cubicBezTo>
                <a:cubicBezTo>
                  <a:pt x="91" y="73"/>
                  <a:pt x="91" y="75"/>
                  <a:pt x="91" y="76"/>
                </a:cubicBezTo>
                <a:cubicBezTo>
                  <a:pt x="78" y="75"/>
                  <a:pt x="66" y="69"/>
                  <a:pt x="58" y="59"/>
                </a:cubicBezTo>
                <a:cubicBezTo>
                  <a:pt x="56" y="61"/>
                  <a:pt x="55" y="64"/>
                  <a:pt x="55" y="67"/>
                </a:cubicBezTo>
                <a:cubicBezTo>
                  <a:pt x="55" y="73"/>
                  <a:pt x="58" y="78"/>
                  <a:pt x="63" y="81"/>
                </a:cubicBezTo>
                <a:cubicBezTo>
                  <a:pt x="60" y="80"/>
                  <a:pt x="57" y="80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55" y="87"/>
                  <a:pt x="61" y="93"/>
                  <a:pt x="68" y="95"/>
                </a:cubicBezTo>
                <a:cubicBezTo>
                  <a:pt x="67" y="95"/>
                  <a:pt x="66" y="95"/>
                  <a:pt x="64" y="95"/>
                </a:cubicBezTo>
                <a:cubicBezTo>
                  <a:pt x="63" y="95"/>
                  <a:pt x="62" y="95"/>
                  <a:pt x="61" y="95"/>
                </a:cubicBezTo>
                <a:cubicBezTo>
                  <a:pt x="63" y="101"/>
                  <a:pt x="69" y="106"/>
                  <a:pt x="76" y="106"/>
                </a:cubicBezTo>
                <a:cubicBezTo>
                  <a:pt x="71" y="110"/>
                  <a:pt x="64" y="113"/>
                  <a:pt x="56" y="113"/>
                </a:cubicBezTo>
                <a:cubicBezTo>
                  <a:pt x="55" y="113"/>
                  <a:pt x="53" y="113"/>
                  <a:pt x="52" y="113"/>
                </a:cubicBezTo>
                <a:cubicBezTo>
                  <a:pt x="59" y="117"/>
                  <a:pt x="68" y="120"/>
                  <a:pt x="77" y="120"/>
                </a:cubicBezTo>
                <a:cubicBezTo>
                  <a:pt x="107" y="120"/>
                  <a:pt x="124" y="95"/>
                  <a:pt x="124" y="74"/>
                </a:cubicBezTo>
                <a:cubicBezTo>
                  <a:pt x="124" y="73"/>
                  <a:pt x="124" y="73"/>
                  <a:pt x="124" y="72"/>
                </a:cubicBezTo>
                <a:cubicBezTo>
                  <a:pt x="127" y="70"/>
                  <a:pt x="130" y="67"/>
                  <a:pt x="132" y="64"/>
                </a:cubicBezTo>
                <a:cubicBezTo>
                  <a:pt x="129" y="65"/>
                  <a:pt x="126" y="66"/>
                  <a:pt x="123" y="66"/>
                </a:cubicBezTo>
                <a:cubicBezTo>
                  <a:pt x="126" y="64"/>
                  <a:pt x="129" y="61"/>
                  <a:pt x="130" y="57"/>
                </a:cubicBezTo>
                <a:moveTo>
                  <a:pt x="88" y="0"/>
                </a:moveTo>
                <a:cubicBezTo>
                  <a:pt x="39" y="0"/>
                  <a:pt x="0" y="39"/>
                  <a:pt x="0" y="88"/>
                </a:cubicBezTo>
                <a:cubicBezTo>
                  <a:pt x="0" y="137"/>
                  <a:pt x="39" y="176"/>
                  <a:pt x="88" y="176"/>
                </a:cubicBezTo>
                <a:cubicBezTo>
                  <a:pt x="137" y="176"/>
                  <a:pt x="176" y="137"/>
                  <a:pt x="176" y="88"/>
                </a:cubicBezTo>
                <a:cubicBezTo>
                  <a:pt x="176" y="39"/>
                  <a:pt x="137" y="0"/>
                  <a:pt x="88" y="0"/>
                </a:cubicBezTo>
                <a:moveTo>
                  <a:pt x="88" y="168"/>
                </a:moveTo>
                <a:cubicBezTo>
                  <a:pt x="44" y="168"/>
                  <a:pt x="8" y="132"/>
                  <a:pt x="8" y="88"/>
                </a:cubicBezTo>
                <a:cubicBezTo>
                  <a:pt x="8" y="44"/>
                  <a:pt x="44" y="8"/>
                  <a:pt x="88" y="8"/>
                </a:cubicBezTo>
                <a:cubicBezTo>
                  <a:pt x="132" y="8"/>
                  <a:pt x="168" y="44"/>
                  <a:pt x="168" y="88"/>
                </a:cubicBezTo>
                <a:cubicBezTo>
                  <a:pt x="168" y="132"/>
                  <a:pt x="132" y="168"/>
                  <a:pt x="88" y="168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89C802B-B1D8-42B3-96DF-A10F5EDB9049}"/>
              </a:ext>
            </a:extLst>
          </p:cNvPr>
          <p:cNvSpPr txBox="1"/>
          <p:nvPr/>
        </p:nvSpPr>
        <p:spPr>
          <a:xfrm>
            <a:off x="13229204" y="6302738"/>
            <a:ext cx="280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twstyle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54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1F19F378-DAA6-47FF-BBD9-02800D63D6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7" r="20417"/>
          <a:stretch/>
        </p:blipFill>
        <p:spPr/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0A8BDB8-CB24-45BE-AA29-EEB4FEDA7304}"/>
              </a:ext>
            </a:extLst>
          </p:cNvPr>
          <p:cNvSpPr/>
          <p:nvPr/>
        </p:nvSpPr>
        <p:spPr>
          <a:xfrm>
            <a:off x="0" y="0"/>
            <a:ext cx="10896600" cy="10287000"/>
          </a:xfrm>
          <a:custGeom>
            <a:avLst/>
            <a:gdLst>
              <a:gd name="connsiteX0" fmla="*/ 0 w 10896600"/>
              <a:gd name="connsiteY0" fmla="*/ 0 h 6438900"/>
              <a:gd name="connsiteX1" fmla="*/ 10896600 w 10896600"/>
              <a:gd name="connsiteY1" fmla="*/ 0 h 6438900"/>
              <a:gd name="connsiteX2" fmla="*/ 7753065 w 10896600"/>
              <a:gd name="connsiteY2" fmla="*/ 6438900 h 6438900"/>
              <a:gd name="connsiteX3" fmla="*/ 0 w 10896600"/>
              <a:gd name="connsiteY3" fmla="*/ 6438900 h 6438900"/>
              <a:gd name="connsiteX0" fmla="*/ 0 w 10896600"/>
              <a:gd name="connsiteY0" fmla="*/ 0 h 6438900"/>
              <a:gd name="connsiteX1" fmla="*/ 10896600 w 10896600"/>
              <a:gd name="connsiteY1" fmla="*/ 0 h 6438900"/>
              <a:gd name="connsiteX2" fmla="*/ 6042252 w 10896600"/>
              <a:gd name="connsiteY2" fmla="*/ 6438900 h 6438900"/>
              <a:gd name="connsiteX3" fmla="*/ 0 w 10896600"/>
              <a:gd name="connsiteY3" fmla="*/ 6438900 h 6438900"/>
              <a:gd name="connsiteX4" fmla="*/ 0 w 10896600"/>
              <a:gd name="connsiteY4" fmla="*/ 0 h 643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6600" h="6438900">
                <a:moveTo>
                  <a:pt x="0" y="0"/>
                </a:moveTo>
                <a:lnTo>
                  <a:pt x="10896600" y="0"/>
                </a:lnTo>
                <a:lnTo>
                  <a:pt x="6042252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C6AE1-6C84-45C4-810E-9DC0CDFB7E32}"/>
              </a:ext>
            </a:extLst>
          </p:cNvPr>
          <p:cNvSpPr/>
          <p:nvPr/>
        </p:nvSpPr>
        <p:spPr>
          <a:xfrm>
            <a:off x="0" y="6438900"/>
            <a:ext cx="7086600" cy="3848100"/>
          </a:xfrm>
          <a:custGeom>
            <a:avLst/>
            <a:gdLst>
              <a:gd name="connsiteX0" fmla="*/ 0 w 7086600"/>
              <a:gd name="connsiteY0" fmla="*/ 0 h 3848100"/>
              <a:gd name="connsiteX1" fmla="*/ 7086600 w 7086600"/>
              <a:gd name="connsiteY1" fmla="*/ 0 h 3848100"/>
              <a:gd name="connsiteX2" fmla="*/ 7086600 w 7086600"/>
              <a:gd name="connsiteY2" fmla="*/ 3848100 h 3848100"/>
              <a:gd name="connsiteX3" fmla="*/ 0 w 7086600"/>
              <a:gd name="connsiteY3" fmla="*/ 3848100 h 3848100"/>
              <a:gd name="connsiteX4" fmla="*/ 0 w 7086600"/>
              <a:gd name="connsiteY4" fmla="*/ 0 h 3848100"/>
              <a:gd name="connsiteX0" fmla="*/ 0 w 7086600"/>
              <a:gd name="connsiteY0" fmla="*/ 0 h 3848100"/>
              <a:gd name="connsiteX1" fmla="*/ 7086600 w 7086600"/>
              <a:gd name="connsiteY1" fmla="*/ 0 h 3848100"/>
              <a:gd name="connsiteX2" fmla="*/ 4778829 w 7086600"/>
              <a:gd name="connsiteY2" fmla="*/ 3833586 h 3848100"/>
              <a:gd name="connsiteX3" fmla="*/ 0 w 7086600"/>
              <a:gd name="connsiteY3" fmla="*/ 3848100 h 3848100"/>
              <a:gd name="connsiteX4" fmla="*/ 0 w 7086600"/>
              <a:gd name="connsiteY4" fmla="*/ 0 h 384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6600" h="3848100">
                <a:moveTo>
                  <a:pt x="0" y="0"/>
                </a:moveTo>
                <a:lnTo>
                  <a:pt x="7086600" y="0"/>
                </a:lnTo>
                <a:lnTo>
                  <a:pt x="4778829" y="3833586"/>
                </a:lnTo>
                <a:lnTo>
                  <a:pt x="0" y="38481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3DA14E04-5542-4183-8BC2-F026D69F9CCB}"/>
              </a:ext>
            </a:extLst>
          </p:cNvPr>
          <p:cNvSpPr/>
          <p:nvPr/>
        </p:nvSpPr>
        <p:spPr>
          <a:xfrm>
            <a:off x="4686300" y="0"/>
            <a:ext cx="8915400" cy="10287000"/>
          </a:xfrm>
          <a:prstGeom prst="parallelogram">
            <a:avLst>
              <a:gd name="adj" fmla="val 68202"/>
            </a:avLst>
          </a:prstGeom>
          <a:gradFill>
            <a:gsLst>
              <a:gs pos="100000">
                <a:schemeClr val="accent6"/>
              </a:gs>
              <a:gs pos="0">
                <a:schemeClr val="accent5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9E1753-76B1-41B6-B4CF-1AB6BEBCF983}"/>
              </a:ext>
            </a:extLst>
          </p:cNvPr>
          <p:cNvSpPr txBox="1"/>
          <p:nvPr/>
        </p:nvSpPr>
        <p:spPr>
          <a:xfrm>
            <a:off x="1292001" y="1428589"/>
            <a:ext cx="693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6000" dirty="0">
                <a:gradFill>
                  <a:gsLst>
                    <a:gs pos="100000">
                      <a:schemeClr val="accent3"/>
                    </a:gs>
                    <a:gs pos="0">
                      <a:schemeClr val="accent2"/>
                    </a:gs>
                  </a:gsLst>
                  <a:lin ang="6600000" scaled="0"/>
                </a:gradFill>
              </a:rPr>
              <a:t>VIVID TEMPLATE</a:t>
            </a:r>
            <a:endParaRPr lang="uk-UA" sz="6000" dirty="0"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A8A6F6-4DB9-4FB7-8FF9-1ED3C90B9E22}"/>
              </a:ext>
            </a:extLst>
          </p:cNvPr>
          <p:cNvSpPr txBox="1"/>
          <p:nvPr/>
        </p:nvSpPr>
        <p:spPr>
          <a:xfrm>
            <a:off x="1292001" y="2492132"/>
            <a:ext cx="7928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creative multipurpose presentation template. Advance, 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clean and professional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EF4CBCA-666A-4BCE-B737-839DEAC598EC}"/>
              </a:ext>
            </a:extLst>
          </p:cNvPr>
          <p:cNvGrpSpPr/>
          <p:nvPr/>
        </p:nvGrpSpPr>
        <p:grpSpPr>
          <a:xfrm>
            <a:off x="1291953" y="6801713"/>
            <a:ext cx="2035021" cy="2370688"/>
            <a:chOff x="16326070" y="1104900"/>
            <a:chExt cx="1154972" cy="134547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D2B2A6-5EE3-4FDD-BDCD-3133A36E3023}"/>
                </a:ext>
              </a:extLst>
            </p:cNvPr>
            <p:cNvGrpSpPr/>
            <p:nvPr/>
          </p:nvGrpSpPr>
          <p:grpSpPr>
            <a:xfrm>
              <a:off x="16326070" y="1104900"/>
              <a:ext cx="1154972" cy="1117609"/>
              <a:chOff x="16326070" y="1104900"/>
              <a:chExt cx="1154972" cy="1117609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9523E13-A64D-4699-A9A6-7CE22DF993AA}"/>
                  </a:ext>
                </a:extLst>
              </p:cNvPr>
              <p:cNvSpPr/>
              <p:nvPr/>
            </p:nvSpPr>
            <p:spPr>
              <a:xfrm>
                <a:off x="16326070" y="2003287"/>
                <a:ext cx="774440" cy="219222"/>
              </a:xfrm>
              <a:custGeom>
                <a:avLst/>
                <a:gdLst>
                  <a:gd name="connsiteX0" fmla="*/ 1465759 w 1465758"/>
                  <a:gd name="connsiteY0" fmla="*/ 83180 h 414915"/>
                  <a:gd name="connsiteX1" fmla="*/ 1395919 w 1465758"/>
                  <a:gd name="connsiteY1" fmla="*/ 289207 h 414915"/>
                  <a:gd name="connsiteX2" fmla="*/ 627683 w 1465758"/>
                  <a:gd name="connsiteY2" fmla="*/ 338095 h 414915"/>
                  <a:gd name="connsiteX3" fmla="*/ 0 w 1465758"/>
                  <a:gd name="connsiteY3" fmla="*/ 291826 h 414915"/>
                  <a:gd name="connsiteX4" fmla="*/ 686174 w 1465758"/>
                  <a:gd name="connsiteY4" fmla="*/ 222859 h 414915"/>
                  <a:gd name="connsiteX5" fmla="*/ 1131402 w 1465758"/>
                  <a:gd name="connsiteY5" fmla="*/ 311905 h 414915"/>
                  <a:gd name="connsiteX6" fmla="*/ 1378459 w 1465758"/>
                  <a:gd name="connsiteY6" fmla="*/ 18578 h 414915"/>
                  <a:gd name="connsiteX7" fmla="*/ 1465759 w 1465758"/>
                  <a:gd name="connsiteY7" fmla="*/ 83180 h 41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65758" h="414915">
                    <a:moveTo>
                      <a:pt x="1465759" y="83180"/>
                    </a:moveTo>
                    <a:cubicBezTo>
                      <a:pt x="1456156" y="219367"/>
                      <a:pt x="1422109" y="264763"/>
                      <a:pt x="1395919" y="289207"/>
                    </a:cubicBezTo>
                    <a:cubicBezTo>
                      <a:pt x="1292033" y="384363"/>
                      <a:pt x="1102593" y="490869"/>
                      <a:pt x="627683" y="338095"/>
                    </a:cubicBezTo>
                    <a:cubicBezTo>
                      <a:pt x="290707" y="228970"/>
                      <a:pt x="148409" y="250795"/>
                      <a:pt x="0" y="291826"/>
                    </a:cubicBezTo>
                    <a:cubicBezTo>
                      <a:pt x="233090" y="55244"/>
                      <a:pt x="485385" y="153893"/>
                      <a:pt x="686174" y="222859"/>
                    </a:cubicBezTo>
                    <a:cubicBezTo>
                      <a:pt x="772601" y="252541"/>
                      <a:pt x="964660" y="335476"/>
                      <a:pt x="1131402" y="311905"/>
                    </a:cubicBezTo>
                    <a:cubicBezTo>
                      <a:pt x="1314731" y="286588"/>
                      <a:pt x="1464886" y="153020"/>
                      <a:pt x="1378459" y="18578"/>
                    </a:cubicBezTo>
                    <a:cubicBezTo>
                      <a:pt x="1347904" y="-30309"/>
                      <a:pt x="1443934" y="26435"/>
                      <a:pt x="1465759" y="8318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F37B29A-4FE6-447B-A4FE-1067258D0ED4}"/>
                  </a:ext>
                </a:extLst>
              </p:cNvPr>
              <p:cNvSpPr/>
              <p:nvPr/>
            </p:nvSpPr>
            <p:spPr>
              <a:xfrm>
                <a:off x="17223203" y="1752507"/>
                <a:ext cx="257839" cy="247219"/>
              </a:xfrm>
              <a:custGeom>
                <a:avLst/>
                <a:gdLst>
                  <a:gd name="connsiteX0" fmla="*/ 57617 w 488003"/>
                  <a:gd name="connsiteY0" fmla="*/ 467904 h 467904"/>
                  <a:gd name="connsiteX1" fmla="*/ 0 w 488003"/>
                  <a:gd name="connsiteY1" fmla="*/ 90770 h 467904"/>
                  <a:gd name="connsiteX2" fmla="*/ 488004 w 488003"/>
                  <a:gd name="connsiteY2" fmla="*/ 87278 h 467904"/>
                  <a:gd name="connsiteX3" fmla="*/ 57617 w 488003"/>
                  <a:gd name="connsiteY3" fmla="*/ 467904 h 467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8003" h="467904">
                    <a:moveTo>
                      <a:pt x="57617" y="467904"/>
                    </a:moveTo>
                    <a:cubicBezTo>
                      <a:pt x="115235" y="333463"/>
                      <a:pt x="95156" y="197276"/>
                      <a:pt x="0" y="90770"/>
                    </a:cubicBezTo>
                    <a:cubicBezTo>
                      <a:pt x="108251" y="-10497"/>
                      <a:pt x="331738" y="-47163"/>
                      <a:pt x="488004" y="87278"/>
                    </a:cubicBezTo>
                    <a:cubicBezTo>
                      <a:pt x="273247" y="86405"/>
                      <a:pt x="244439" y="335209"/>
                      <a:pt x="57617" y="467904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5"/>
                  </a:gs>
                  <a:gs pos="0">
                    <a:schemeClr val="accent4"/>
                  </a:gs>
                </a:gsLst>
                <a:lin ang="18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78D7033-A7B9-4A59-A61F-11B7019B0A5E}"/>
                  </a:ext>
                </a:extLst>
              </p:cNvPr>
              <p:cNvSpPr/>
              <p:nvPr/>
            </p:nvSpPr>
            <p:spPr>
              <a:xfrm>
                <a:off x="16747443" y="1104900"/>
                <a:ext cx="494576" cy="958940"/>
              </a:xfrm>
              <a:custGeom>
                <a:avLst/>
                <a:gdLst>
                  <a:gd name="connsiteX0" fmla="*/ 620224 w 936069"/>
                  <a:gd name="connsiteY0" fmla="*/ 1111323 h 1814957"/>
                  <a:gd name="connsiteX1" fmla="*/ 79840 w 936069"/>
                  <a:gd name="connsiteY1" fmla="*/ 0 h 1814957"/>
                  <a:gd name="connsiteX2" fmla="*/ 837600 w 936069"/>
                  <a:gd name="connsiteY2" fmla="*/ 1814957 h 1814957"/>
                  <a:gd name="connsiteX3" fmla="*/ 620224 w 936069"/>
                  <a:gd name="connsiteY3" fmla="*/ 1111323 h 181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36069" h="1814957">
                    <a:moveTo>
                      <a:pt x="620224" y="1111323"/>
                    </a:moveTo>
                    <a:cubicBezTo>
                      <a:pt x="311184" y="855535"/>
                      <a:pt x="-58093" y="625938"/>
                      <a:pt x="79840" y="0"/>
                    </a:cubicBezTo>
                    <a:cubicBezTo>
                      <a:pt x="-342690" y="1139259"/>
                      <a:pt x="1060214" y="1175052"/>
                      <a:pt x="837600" y="1814957"/>
                    </a:cubicBezTo>
                    <a:cubicBezTo>
                      <a:pt x="952835" y="1653453"/>
                      <a:pt x="1050611" y="1468378"/>
                      <a:pt x="620224" y="111132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4FAAC39E-D292-42DB-91CF-047295A26F2A}"/>
                  </a:ext>
                </a:extLst>
              </p:cNvPr>
              <p:cNvSpPr/>
              <p:nvPr/>
            </p:nvSpPr>
            <p:spPr>
              <a:xfrm>
                <a:off x="16812470" y="1711906"/>
                <a:ext cx="310422" cy="444184"/>
              </a:xfrm>
              <a:custGeom>
                <a:avLst/>
                <a:gdLst>
                  <a:gd name="connsiteX0" fmla="*/ 1290 w 587526"/>
                  <a:gd name="connsiteY0" fmla="*/ 0 h 840694"/>
                  <a:gd name="connsiteX1" fmla="*/ 475326 w 587526"/>
                  <a:gd name="connsiteY1" fmla="*/ 840694 h 840694"/>
                  <a:gd name="connsiteX2" fmla="*/ 325171 w 587526"/>
                  <a:gd name="connsiteY2" fmla="*/ 309913 h 840694"/>
                  <a:gd name="connsiteX3" fmla="*/ 1290 w 587526"/>
                  <a:gd name="connsiteY3" fmla="*/ 0 h 84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526" h="840694">
                    <a:moveTo>
                      <a:pt x="1290" y="0"/>
                    </a:moveTo>
                    <a:cubicBezTo>
                      <a:pt x="-34503" y="456576"/>
                      <a:pt x="688337" y="454830"/>
                      <a:pt x="475326" y="840694"/>
                    </a:cubicBezTo>
                    <a:cubicBezTo>
                      <a:pt x="603656" y="721094"/>
                      <a:pt x="694448" y="584034"/>
                      <a:pt x="325171" y="309913"/>
                    </a:cubicBezTo>
                    <a:cubicBezTo>
                      <a:pt x="242237" y="247931"/>
                      <a:pt x="73748" y="109124"/>
                      <a:pt x="1290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8E616F57-BEB6-41C4-B513-8B6852412E04}"/>
                  </a:ext>
                </a:extLst>
              </p:cNvPr>
              <p:cNvSpPr/>
              <p:nvPr/>
            </p:nvSpPr>
            <p:spPr>
              <a:xfrm>
                <a:off x="16755388" y="1471594"/>
                <a:ext cx="422984" cy="642522"/>
              </a:xfrm>
              <a:custGeom>
                <a:avLst/>
                <a:gdLst>
                  <a:gd name="connsiteX0" fmla="*/ 702963 w 800569"/>
                  <a:gd name="connsiteY0" fmla="*/ 1216082 h 1216082"/>
                  <a:gd name="connsiteX1" fmla="*/ 655822 w 800569"/>
                  <a:gd name="connsiteY1" fmla="*/ 707999 h 1216082"/>
                  <a:gd name="connsiteX2" fmla="*/ 655822 w 800569"/>
                  <a:gd name="connsiteY2" fmla="*/ 707999 h 1216082"/>
                  <a:gd name="connsiteX3" fmla="*/ 3694 w 800569"/>
                  <a:gd name="connsiteY3" fmla="*/ 0 h 1216082"/>
                  <a:gd name="connsiteX4" fmla="*/ 392177 w 800569"/>
                  <a:gd name="connsiteY4" fmla="*/ 661730 h 1216082"/>
                  <a:gd name="connsiteX5" fmla="*/ 702963 w 800569"/>
                  <a:gd name="connsiteY5" fmla="*/ 1216082 h 12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0569" h="1216082">
                    <a:moveTo>
                      <a:pt x="702963" y="1216082"/>
                    </a:moveTo>
                    <a:cubicBezTo>
                      <a:pt x="849627" y="1123545"/>
                      <a:pt x="828675" y="893074"/>
                      <a:pt x="655822" y="707999"/>
                    </a:cubicBezTo>
                    <a:cubicBezTo>
                      <a:pt x="655822" y="707999"/>
                      <a:pt x="655822" y="707999"/>
                      <a:pt x="655822" y="707999"/>
                    </a:cubicBezTo>
                    <a:cubicBezTo>
                      <a:pt x="450668" y="487131"/>
                      <a:pt x="65677" y="318643"/>
                      <a:pt x="3694" y="0"/>
                    </a:cubicBezTo>
                    <a:cubicBezTo>
                      <a:pt x="-32099" y="316897"/>
                      <a:pt x="199245" y="501972"/>
                      <a:pt x="392177" y="661730"/>
                    </a:cubicBezTo>
                    <a:cubicBezTo>
                      <a:pt x="574633" y="824107"/>
                      <a:pt x="856611" y="983866"/>
                      <a:pt x="702963" y="121608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/>
                  </a:gs>
                  <a:gs pos="0">
                    <a:schemeClr val="accent2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B4157AB7-4671-4C40-8554-16A31AF07CC2}"/>
                  </a:ext>
                </a:extLst>
              </p:cNvPr>
              <p:cNvSpPr/>
              <p:nvPr/>
            </p:nvSpPr>
            <p:spPr>
              <a:xfrm>
                <a:off x="16447379" y="2001669"/>
                <a:ext cx="545660" cy="141507"/>
              </a:xfrm>
              <a:custGeom>
                <a:avLst/>
                <a:gdLst>
                  <a:gd name="connsiteX0" fmla="*/ 1032753 w 1032753"/>
                  <a:gd name="connsiteY0" fmla="*/ 225921 h 267826"/>
                  <a:gd name="connsiteX1" fmla="*/ 0 w 1032753"/>
                  <a:gd name="connsiteY1" fmla="*/ 122034 h 267826"/>
                  <a:gd name="connsiteX2" fmla="*/ 658239 w 1032753"/>
                  <a:gd name="connsiteY2" fmla="*/ 117669 h 267826"/>
                  <a:gd name="connsiteX3" fmla="*/ 1032753 w 1032753"/>
                  <a:gd name="connsiteY3" fmla="*/ 225921 h 26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2753" h="267826">
                    <a:moveTo>
                      <a:pt x="1032753" y="225921"/>
                    </a:moveTo>
                    <a:cubicBezTo>
                      <a:pt x="713237" y="397901"/>
                      <a:pt x="378880" y="-24629"/>
                      <a:pt x="0" y="122034"/>
                    </a:cubicBezTo>
                    <a:cubicBezTo>
                      <a:pt x="211265" y="-74390"/>
                      <a:pt x="412054" y="-1931"/>
                      <a:pt x="658239" y="117669"/>
                    </a:cubicBezTo>
                    <a:cubicBezTo>
                      <a:pt x="805774" y="189255"/>
                      <a:pt x="890455" y="232032"/>
                      <a:pt x="1032753" y="22592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2142D845-31F9-4FD2-8B1F-E8E956930825}"/>
                  </a:ext>
                </a:extLst>
              </p:cNvPr>
              <p:cNvSpPr/>
              <p:nvPr/>
            </p:nvSpPr>
            <p:spPr>
              <a:xfrm>
                <a:off x="16589444" y="1940278"/>
                <a:ext cx="448336" cy="154346"/>
              </a:xfrm>
              <a:custGeom>
                <a:avLst/>
                <a:gdLst>
                  <a:gd name="connsiteX0" fmla="*/ 848551 w 848551"/>
                  <a:gd name="connsiteY0" fmla="*/ 264417 h 292126"/>
                  <a:gd name="connsiteX1" fmla="*/ 0 w 848551"/>
                  <a:gd name="connsiteY1" fmla="*/ 78469 h 292126"/>
                  <a:gd name="connsiteX2" fmla="*/ 513321 w 848551"/>
                  <a:gd name="connsiteY2" fmla="*/ 125611 h 292126"/>
                  <a:gd name="connsiteX3" fmla="*/ 848551 w 848551"/>
                  <a:gd name="connsiteY3" fmla="*/ 264417 h 29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48551" h="292126">
                    <a:moveTo>
                      <a:pt x="848551" y="264417"/>
                    </a:moveTo>
                    <a:cubicBezTo>
                      <a:pt x="579669" y="396240"/>
                      <a:pt x="370150" y="11249"/>
                      <a:pt x="0" y="78469"/>
                    </a:cubicBezTo>
                    <a:cubicBezTo>
                      <a:pt x="179837" y="-81289"/>
                      <a:pt x="366658" y="38312"/>
                      <a:pt x="513321" y="125611"/>
                    </a:cubicBezTo>
                    <a:cubicBezTo>
                      <a:pt x="635540" y="198070"/>
                      <a:pt x="721967" y="272274"/>
                      <a:pt x="848551" y="264417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6600000" scaled="0"/>
              </a:gradFill>
              <a:ln w="87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2707D4-DCBD-4AC0-A79A-12C3AD9DD629}"/>
                </a:ext>
              </a:extLst>
            </p:cNvPr>
            <p:cNvSpPr txBox="1"/>
            <p:nvPr/>
          </p:nvSpPr>
          <p:spPr>
            <a:xfrm>
              <a:off x="16386725" y="2275701"/>
              <a:ext cx="1033663" cy="174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3"/>
                  </a:solidFill>
                  <a:latin typeface="+mj-lt"/>
                </a:rPr>
                <a:t>YOUR 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487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70E12DE6-15E9-4256-8BA3-C3A0EF5E305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7" r="14167"/>
          <a:stretch/>
        </p:blipFill>
        <p:spPr/>
      </p:pic>
      <p:sp>
        <p:nvSpPr>
          <p:cNvPr id="3" name="Parallelogram 2">
            <a:extLst>
              <a:ext uri="{FF2B5EF4-FFF2-40B4-BE49-F238E27FC236}">
                <a16:creationId xmlns:a16="http://schemas.microsoft.com/office/drawing/2014/main" id="{695FB0C4-49CB-4936-B8BE-832B1F458C27}"/>
              </a:ext>
            </a:extLst>
          </p:cNvPr>
          <p:cNvSpPr/>
          <p:nvPr/>
        </p:nvSpPr>
        <p:spPr>
          <a:xfrm>
            <a:off x="-3124200" y="0"/>
            <a:ext cx="10907956" cy="1028700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7219A2B0-4AD3-43D7-B6C4-FE683A9C5CDF}"/>
              </a:ext>
            </a:extLst>
          </p:cNvPr>
          <p:cNvSpPr/>
          <p:nvPr/>
        </p:nvSpPr>
        <p:spPr>
          <a:xfrm>
            <a:off x="-1295400" y="1418764"/>
            <a:ext cx="9459686" cy="2971800"/>
          </a:xfrm>
          <a:prstGeom prst="parallelogram">
            <a:avLst/>
          </a:prstGeo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38FD04-593B-4ABE-B258-EF29407CBC60}"/>
              </a:ext>
            </a:extLst>
          </p:cNvPr>
          <p:cNvSpPr txBox="1"/>
          <p:nvPr/>
        </p:nvSpPr>
        <p:spPr>
          <a:xfrm>
            <a:off x="610961" y="1627391"/>
            <a:ext cx="84391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8000" dirty="0">
                <a:solidFill>
                  <a:schemeClr val="bg1"/>
                </a:solidFill>
              </a:rPr>
              <a:t>THERE IS NO</a:t>
            </a:r>
            <a:br>
              <a:rPr lang="en-US" sz="8000" dirty="0">
                <a:solidFill>
                  <a:schemeClr val="bg1"/>
                </a:solidFill>
              </a:rPr>
            </a:br>
            <a:r>
              <a:rPr lang="en-US" sz="8000" dirty="0">
                <a:solidFill>
                  <a:schemeClr val="bg1"/>
                </a:solidFill>
              </a:rPr>
              <a:t>LIMIT</a:t>
            </a:r>
            <a:endParaRPr lang="uk-UA" sz="8000" dirty="0">
              <a:solidFill>
                <a:schemeClr val="bg1"/>
              </a:solidFill>
            </a:endParaRP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E192ADB-4B51-4C33-B6C6-60B2412DB775}"/>
              </a:ext>
            </a:extLst>
          </p:cNvPr>
          <p:cNvSpPr/>
          <p:nvPr/>
        </p:nvSpPr>
        <p:spPr>
          <a:xfrm>
            <a:off x="-1295400" y="7873701"/>
            <a:ext cx="7882803" cy="994536"/>
          </a:xfrm>
          <a:prstGeom prst="parallelogram">
            <a:avLst/>
          </a:pr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6090094-05C8-40EE-B0F4-C9706DF7BC2E}"/>
              </a:ext>
            </a:extLst>
          </p:cNvPr>
          <p:cNvSpPr/>
          <p:nvPr/>
        </p:nvSpPr>
        <p:spPr>
          <a:xfrm>
            <a:off x="-3124200" y="0"/>
            <a:ext cx="3124200" cy="10287000"/>
          </a:xfrm>
          <a:prstGeom prst="rect">
            <a:avLst/>
          </a:prstGeom>
          <a:solidFill>
            <a:schemeClr val="bg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74392D-3722-43AC-8021-978A27562EF9}"/>
              </a:ext>
            </a:extLst>
          </p:cNvPr>
          <p:cNvSpPr txBox="1"/>
          <p:nvPr/>
        </p:nvSpPr>
        <p:spPr>
          <a:xfrm>
            <a:off x="610961" y="7955470"/>
            <a:ext cx="5596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algn="l"/>
            <a:r>
              <a:rPr lang="en-US" sz="4800" dirty="0">
                <a:solidFill>
                  <a:schemeClr val="bg1"/>
                </a:solidFill>
              </a:rPr>
              <a:t>ENJOY FREEDOM</a:t>
            </a:r>
            <a:endParaRPr lang="uk-UA" sz="480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A0D3D2-54FF-465E-8BCF-AEF3928089D0}"/>
              </a:ext>
            </a:extLst>
          </p:cNvPr>
          <p:cNvSpPr txBox="1"/>
          <p:nvPr/>
        </p:nvSpPr>
        <p:spPr>
          <a:xfrm>
            <a:off x="610961" y="5143500"/>
            <a:ext cx="51040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Vivid is a multipurpose 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presentation template. </a:t>
            </a:r>
          </a:p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Enjoy!</a:t>
            </a:r>
          </a:p>
        </p:txBody>
      </p:sp>
    </p:spTree>
    <p:extLst>
      <p:ext uri="{BB962C8B-B14F-4D97-AF65-F5344CB8AC3E}">
        <p14:creationId xmlns:p14="http://schemas.microsoft.com/office/powerpoint/2010/main" val="51195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NARAL LAYOUTS">
  <a:themeElements>
    <a:clrScheme name="VIVID - Color 01">
      <a:dk1>
        <a:srgbClr val="171C30"/>
      </a:dk1>
      <a:lt1>
        <a:srgbClr val="FFFFFF"/>
      </a:lt1>
      <a:dk2>
        <a:srgbClr val="858591"/>
      </a:dk2>
      <a:lt2>
        <a:srgbClr val="F2F2F5"/>
      </a:lt2>
      <a:accent1>
        <a:srgbClr val="FFC955"/>
      </a:accent1>
      <a:accent2>
        <a:srgbClr val="FF5355"/>
      </a:accent2>
      <a:accent3>
        <a:srgbClr val="CE59C4"/>
      </a:accent3>
      <a:accent4>
        <a:srgbClr val="8766D0"/>
      </a:accent4>
      <a:accent5>
        <a:srgbClr val="6C9FF4"/>
      </a:accent5>
      <a:accent6>
        <a:srgbClr val="5BC9B0"/>
      </a:accent6>
      <a:hlink>
        <a:srgbClr val="6C9FF4"/>
      </a:hlink>
      <a:folHlink>
        <a:srgbClr val="5BC9B0"/>
      </a:folHlink>
    </a:clrScheme>
    <a:fontScheme name="Sourse Sans Pro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sq">
          <a:solidFill>
            <a:schemeClr val="accent4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8986</TotalTime>
  <Words>611</Words>
  <Application>Microsoft Office PowerPoint</Application>
  <PresentationFormat>Custom</PresentationFormat>
  <Paragraphs>146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Source Sans Pro</vt:lpstr>
      <vt:lpstr>Source Sans Pro Black</vt:lpstr>
      <vt:lpstr>GENARAL 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Oleksandr Zaikin</dc:creator>
  <cp:lastModifiedBy>Oleksandr Zaikin</cp:lastModifiedBy>
  <cp:revision>908</cp:revision>
  <dcterms:created xsi:type="dcterms:W3CDTF">2019-10-17T21:41:43Z</dcterms:created>
  <dcterms:modified xsi:type="dcterms:W3CDTF">2019-12-17T17:02:53Z</dcterms:modified>
</cp:coreProperties>
</file>