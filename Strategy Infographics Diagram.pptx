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F5F4E7"/>
    <a:srgbClr val="CC00CC"/>
    <a:srgbClr val="00B0F0"/>
    <a:srgbClr val="3B3838"/>
    <a:srgbClr val="2E75B6"/>
    <a:srgbClr val="009999"/>
    <a:srgbClr val="FF5050"/>
    <a:srgbClr val="2F5597"/>
    <a:srgbClr val="76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84" y="1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FD981-D055-4DAB-A1A2-36C70510F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C084ED-DC8A-46F4-B0EA-3E6DA7679D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BD2CB-8482-45EF-B707-2BE97FBA8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28B57-045F-4488-B331-F9B05F50210A}" type="datetimeFigureOut">
              <a:rPr lang="en-MY" smtClean="0"/>
              <a:t>8/4/2019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24A33-E310-4B5A-B14E-50779B5BA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E5EF6-CA61-4F59-8BF4-439D3A7E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C319C-090D-48B8-8F11-8CF4BD06C7D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57844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4E16C-3389-4790-A553-04BA87E3F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ECD5A-08B1-4DB9-BB70-930DDDABB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3F6B7-6C13-4507-A890-761B192EA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28B57-045F-4488-B331-F9B05F50210A}" type="datetimeFigureOut">
              <a:rPr lang="en-MY" smtClean="0"/>
              <a:t>8/4/2019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9E47-13DA-4EAC-AA50-428870E8B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1133E-68A8-4ABD-B85D-072E18EC5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C319C-090D-48B8-8F11-8CF4BD06C7D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70088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8ED9A-4A0F-438F-9447-93B530826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9EAE4-FB5B-4906-803E-4401A19F2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AE35B-9296-4DE4-ABFD-21D267945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28B57-045F-4488-B331-F9B05F50210A}" type="datetimeFigureOut">
              <a:rPr lang="en-MY" smtClean="0"/>
              <a:t>8/4/2019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A703E-9560-4AFA-BE28-F31837186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6A8CF-8C08-4F0B-A01E-69EAE0ADB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C319C-090D-48B8-8F11-8CF4BD06C7D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53963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95236-6005-493A-B9E7-F4E7C4CB4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B7161-A497-46FA-B754-71CC1A6F5F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C9A21-950D-4343-979F-9003A0972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BE220-FB24-4FC6-A8B2-D6BCE865A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28B57-045F-4488-B331-F9B05F50210A}" type="datetimeFigureOut">
              <a:rPr lang="en-MY" smtClean="0"/>
              <a:t>8/4/2019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11660-6BD0-43D6-832F-C65086874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038E8-EADD-4F9F-8E38-CC9A3FB1E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C319C-090D-48B8-8F11-8CF4BD06C7D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4589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549A2-F550-49C1-8DEE-9637619AE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9E37E-EC1C-4637-9395-FAEC81811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C9EA9-F816-4D6D-9732-D5EE8831F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41EEF2-C39E-42E8-9688-06D9A63741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B0DAF6-BF5B-4A42-B14A-30E345DD15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6F5F58-BB9F-4F0E-B6FC-46B542885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28B57-045F-4488-B331-F9B05F50210A}" type="datetimeFigureOut">
              <a:rPr lang="en-MY" smtClean="0"/>
              <a:t>8/4/2019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BB0B38-BF0A-4ACA-B9D8-402DBC9FB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CF3366-55B6-475F-A74F-D774B31D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C319C-090D-48B8-8F11-8CF4BD06C7D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1164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E4FB-766D-4B2A-B2A7-D385BE98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137C62-CF99-4518-97DF-422976C90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28B57-045F-4488-B331-F9B05F50210A}" type="datetimeFigureOut">
              <a:rPr lang="en-MY" smtClean="0"/>
              <a:t>8/4/2019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7CE54F-4BB3-4A3F-BA20-C30336D09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56196-1258-4915-8B3B-AB5730BA0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C319C-090D-48B8-8F11-8CF4BD06C7D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80363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91E2C7-9A87-4BDE-8827-7FB1F697C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28B57-045F-4488-B331-F9B05F50210A}" type="datetimeFigureOut">
              <a:rPr lang="en-MY" smtClean="0"/>
              <a:t>8/4/2019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62F53D-D3CC-4F77-BDF6-997411BF0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ED7E5-7B15-48A5-BA98-AEFB1D1A1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C319C-090D-48B8-8F11-8CF4BD06C7D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10407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4DEFC-8E15-4E0A-ADD8-246729426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2E035-6583-4617-8220-EB629FCD8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DBCD3-041B-4742-9C4B-E5C6EB069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849CA-3833-4340-9A36-74BEEA80B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28B57-045F-4488-B331-F9B05F50210A}" type="datetimeFigureOut">
              <a:rPr lang="en-MY" smtClean="0"/>
              <a:t>8/4/2019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D6CD9-3D71-4C91-9C0D-D557D8EFD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0CBA0-6320-43D4-9E2E-2186D7FEE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C319C-090D-48B8-8F11-8CF4BD06C7D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28455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0CFDC-A207-4135-9E17-37089C1E3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D7CAB-0B1B-4F1A-93A5-3EA751EF42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86EA4-6AEE-4FE4-B2D7-D3029A32D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52C88-9B30-4BFD-ABD3-FC07B7E73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28B57-045F-4488-B331-F9B05F50210A}" type="datetimeFigureOut">
              <a:rPr lang="en-MY" smtClean="0"/>
              <a:t>8/4/2019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B24EE-74FE-4776-91B7-EAC8B7FB3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C8F03-335A-412A-A8A0-43A5B503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C319C-090D-48B8-8F11-8CF4BD06C7D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51765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C6E1-72BF-4AF3-BFAF-10B566B37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D94F6A-A90E-4BD0-BFA7-741C03F2D7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EDCFA-DBCF-4458-A2EA-EE456DF58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28B57-045F-4488-B331-F9B05F50210A}" type="datetimeFigureOut">
              <a:rPr lang="en-MY" smtClean="0"/>
              <a:t>8/4/2019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955F0-087A-4DFD-BFF7-B5C949C08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9DB06-658E-496B-AD3B-EA2D6922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C319C-090D-48B8-8F11-8CF4BD06C7D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79895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719ACF-4103-4D6A-A052-36568CEE2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38439-8078-4E58-BBE8-29CFF6ED1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A7F8C-23C5-464F-83F7-315D0F1EB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28B57-045F-4488-B331-F9B05F50210A}" type="datetimeFigureOut">
              <a:rPr lang="en-MY" smtClean="0"/>
              <a:t>8/4/2019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C475B-9C25-4473-8C77-C44462EE0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72429-B310-48AE-BE29-F1D49A8C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C319C-090D-48B8-8F11-8CF4BD06C7D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80186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A4D0DD-FCE9-4419-BA57-B2EEA7F7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42C85-B6C8-4A9B-9278-6AD699010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9ABE6-165F-46F4-BE68-D9EBD0170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28B57-045F-4488-B331-F9B05F50210A}" type="datetimeFigureOut">
              <a:rPr lang="en-MY" smtClean="0"/>
              <a:t>8/4/2019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80EFA-5F79-4EC0-A33A-54B579B457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5128C-2203-4E07-9E98-FDB0CF009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C319C-090D-48B8-8F11-8CF4BD06C7D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23809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29.sv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9" Type="http://schemas.openxmlformats.org/officeDocument/2006/relationships/image" Target="../media/image38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9" Type="http://schemas.openxmlformats.org/officeDocument/2006/relationships/image" Target="../media/image4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svg"/><Relationship Id="rId3" Type="http://schemas.openxmlformats.org/officeDocument/2006/relationships/image" Target="../media/image48.svg"/><Relationship Id="rId7" Type="http://schemas.openxmlformats.org/officeDocument/2006/relationships/image" Target="../media/image32.svg"/><Relationship Id="rId12" Type="http://schemas.openxmlformats.org/officeDocument/2006/relationships/image" Target="../media/image3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50.svg"/><Relationship Id="rId10" Type="http://schemas.openxmlformats.org/officeDocument/2006/relationships/image" Target="../media/image35.png"/><Relationship Id="rId4" Type="http://schemas.openxmlformats.org/officeDocument/2006/relationships/image" Target="../media/image49.png"/><Relationship Id="rId9" Type="http://schemas.openxmlformats.org/officeDocument/2006/relationships/image" Target="../media/image3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1.svg"/><Relationship Id="rId7" Type="http://schemas.openxmlformats.org/officeDocument/2006/relationships/image" Target="../media/image5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55.svg"/><Relationship Id="rId5" Type="http://schemas.openxmlformats.org/officeDocument/2006/relationships/image" Target="../media/image52.sv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5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22.svg"/><Relationship Id="rId7" Type="http://schemas.openxmlformats.org/officeDocument/2006/relationships/image" Target="../media/image59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svg"/><Relationship Id="rId4" Type="http://schemas.openxmlformats.org/officeDocument/2006/relationships/image" Target="../media/image56.png"/><Relationship Id="rId9" Type="http://schemas.openxmlformats.org/officeDocument/2006/relationships/image" Target="../media/image6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48.svg"/><Relationship Id="rId7" Type="http://schemas.openxmlformats.org/officeDocument/2006/relationships/image" Target="../media/image34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7" Type="http://schemas.openxmlformats.org/officeDocument/2006/relationships/image" Target="../media/image67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svg"/><Relationship Id="rId4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7" Type="http://schemas.openxmlformats.org/officeDocument/2006/relationships/image" Target="../media/image73.sv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svg"/><Relationship Id="rId4" Type="http://schemas.openxmlformats.org/officeDocument/2006/relationships/image" Target="../media/image7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svg"/><Relationship Id="rId7" Type="http://schemas.openxmlformats.org/officeDocument/2006/relationships/image" Target="../media/image79.sv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svg"/><Relationship Id="rId4" Type="http://schemas.openxmlformats.org/officeDocument/2006/relationships/image" Target="../media/image76.png"/><Relationship Id="rId9" Type="http://schemas.openxmlformats.org/officeDocument/2006/relationships/image" Target="../media/image81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svg"/><Relationship Id="rId7" Type="http://schemas.openxmlformats.org/officeDocument/2006/relationships/image" Target="../media/image87.sv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svg"/><Relationship Id="rId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F2CDEC7C-F090-48A1-A7DF-4249069072E1}"/>
              </a:ext>
            </a:extLst>
          </p:cNvPr>
          <p:cNvGrpSpPr/>
          <p:nvPr/>
        </p:nvGrpSpPr>
        <p:grpSpPr>
          <a:xfrm>
            <a:off x="1009646" y="2038350"/>
            <a:ext cx="1943100" cy="1943100"/>
            <a:chOff x="1009646" y="2038350"/>
            <a:chExt cx="1943100" cy="19431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489AA55-6480-4A9B-B749-05D016DAC792}"/>
                </a:ext>
              </a:extLst>
            </p:cNvPr>
            <p:cNvSpPr/>
            <p:nvPr/>
          </p:nvSpPr>
          <p:spPr>
            <a:xfrm>
              <a:off x="1009646" y="2038350"/>
              <a:ext cx="1943100" cy="1943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0" name="Graphic 9" descr="Single gear">
              <a:extLst>
                <a:ext uri="{FF2B5EF4-FFF2-40B4-BE49-F238E27FC236}">
                  <a16:creationId xmlns:a16="http://schemas.microsoft.com/office/drawing/2014/main" id="{7B397B12-8816-4B56-9457-9C247B3007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23996" y="2552700"/>
              <a:ext cx="914400" cy="91440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289D600-DAEA-4F8E-8B60-692DBCA5DE4F}"/>
              </a:ext>
            </a:extLst>
          </p:cNvPr>
          <p:cNvGrpSpPr/>
          <p:nvPr/>
        </p:nvGrpSpPr>
        <p:grpSpPr>
          <a:xfrm>
            <a:off x="3752849" y="2038350"/>
            <a:ext cx="1943100" cy="1943100"/>
            <a:chOff x="3752849" y="2038350"/>
            <a:chExt cx="1943100" cy="19431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2154E98-DA9D-4942-A929-574770629C80}"/>
                </a:ext>
              </a:extLst>
            </p:cNvPr>
            <p:cNvSpPr/>
            <p:nvPr/>
          </p:nvSpPr>
          <p:spPr>
            <a:xfrm>
              <a:off x="3752849" y="2038350"/>
              <a:ext cx="1943100" cy="1943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2" name="Graphic 11" descr="Gears">
              <a:extLst>
                <a:ext uri="{FF2B5EF4-FFF2-40B4-BE49-F238E27FC236}">
                  <a16:creationId xmlns:a16="http://schemas.microsoft.com/office/drawing/2014/main" id="{6469EB9A-CF27-4A8A-8E7A-167F03057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67199" y="2514600"/>
              <a:ext cx="914400" cy="9144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998FC6B-D377-4C13-909D-773F5670B196}"/>
              </a:ext>
            </a:extLst>
          </p:cNvPr>
          <p:cNvGrpSpPr/>
          <p:nvPr/>
        </p:nvGrpSpPr>
        <p:grpSpPr>
          <a:xfrm>
            <a:off x="6496052" y="2038350"/>
            <a:ext cx="1943100" cy="1943100"/>
            <a:chOff x="6496052" y="2038350"/>
            <a:chExt cx="1943100" cy="19431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2FF2E85-0542-4DF9-AD10-252763467896}"/>
                </a:ext>
              </a:extLst>
            </p:cNvPr>
            <p:cNvSpPr/>
            <p:nvPr/>
          </p:nvSpPr>
          <p:spPr>
            <a:xfrm>
              <a:off x="6496052" y="2038350"/>
              <a:ext cx="1943100" cy="1943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4" name="Graphic 13" descr="Head with gears">
              <a:extLst>
                <a:ext uri="{FF2B5EF4-FFF2-40B4-BE49-F238E27FC236}">
                  <a16:creationId xmlns:a16="http://schemas.microsoft.com/office/drawing/2014/main" id="{74F67D66-A38B-474D-9C16-FF6BCE766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010402" y="2514600"/>
              <a:ext cx="914400" cy="9144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510FCEA-9A21-4594-BFDA-885100707939}"/>
              </a:ext>
            </a:extLst>
          </p:cNvPr>
          <p:cNvGrpSpPr/>
          <p:nvPr/>
        </p:nvGrpSpPr>
        <p:grpSpPr>
          <a:xfrm>
            <a:off x="9239255" y="2038350"/>
            <a:ext cx="1943100" cy="1943100"/>
            <a:chOff x="9239255" y="2038350"/>
            <a:chExt cx="1943100" cy="19431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DB5CFF8-3E8A-4667-988F-3ECB7A9A38E4}"/>
                </a:ext>
              </a:extLst>
            </p:cNvPr>
            <p:cNvSpPr/>
            <p:nvPr/>
          </p:nvSpPr>
          <p:spPr>
            <a:xfrm>
              <a:off x="9239255" y="2038350"/>
              <a:ext cx="1943100" cy="1943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6" name="Graphic 15" descr="Lightbulb">
              <a:extLst>
                <a:ext uri="{FF2B5EF4-FFF2-40B4-BE49-F238E27FC236}">
                  <a16:creationId xmlns:a16="http://schemas.microsoft.com/office/drawing/2014/main" id="{431DE38A-794E-4962-A1AB-E35838725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753605" y="2514600"/>
              <a:ext cx="914400" cy="914400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61DAA5A-6494-4CCD-8DD6-773866C32153}"/>
              </a:ext>
            </a:extLst>
          </p:cNvPr>
          <p:cNvSpPr txBox="1"/>
          <p:nvPr/>
        </p:nvSpPr>
        <p:spPr>
          <a:xfrm>
            <a:off x="1219192" y="553730"/>
            <a:ext cx="45720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Akrobat Thin" panose="00000300000000000000" pitchFamily="50" charset="0"/>
              </a:rPr>
              <a:t>BUSINESS STRATEGY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5CEEA3F-84D6-4075-8745-25F971BC7C07}"/>
              </a:ext>
            </a:extLst>
          </p:cNvPr>
          <p:cNvCxnSpPr>
            <a:cxnSpLocks/>
          </p:cNvCxnSpPr>
          <p:nvPr/>
        </p:nvCxnSpPr>
        <p:spPr>
          <a:xfrm>
            <a:off x="5962650" y="971550"/>
            <a:ext cx="6743700" cy="0"/>
          </a:xfrm>
          <a:prstGeom prst="line">
            <a:avLst/>
          </a:prstGeom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2996B2D-B4A5-4A83-AA9F-74FCEDB8AE75}"/>
              </a:ext>
            </a:extLst>
          </p:cNvPr>
          <p:cNvCxnSpPr>
            <a:cxnSpLocks/>
          </p:cNvCxnSpPr>
          <p:nvPr/>
        </p:nvCxnSpPr>
        <p:spPr>
          <a:xfrm>
            <a:off x="-1238250" y="969228"/>
            <a:ext cx="2247896" cy="0"/>
          </a:xfrm>
          <a:prstGeom prst="line">
            <a:avLst/>
          </a:prstGeom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5662B4A-F6CB-482E-9A73-7746AB6F7F69}"/>
              </a:ext>
            </a:extLst>
          </p:cNvPr>
          <p:cNvSpPr/>
          <p:nvPr/>
        </p:nvSpPr>
        <p:spPr>
          <a:xfrm>
            <a:off x="904870" y="4313725"/>
            <a:ext cx="2152652" cy="1990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MY" sz="2400" b="0" i="0" dirty="0">
                <a:solidFill>
                  <a:srgbClr val="7F7F7F"/>
                </a:solidFill>
                <a:effectLst/>
                <a:latin typeface="Aileron Thin" panose="00000300000000000000" pitchFamily="50" charset="0"/>
              </a:rPr>
              <a:t>Lorem ipsum dolor sit amet, consectetur adipiscing elit, sed do</a:t>
            </a:r>
            <a:endParaRPr lang="en-MY" sz="2400" dirty="0">
              <a:solidFill>
                <a:srgbClr val="7F7F7F"/>
              </a:solidFill>
              <a:latin typeface="Aileron Thin" panose="00000300000000000000" pitchFamily="50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D8622D-B803-4A63-8011-FEFCBB693611}"/>
              </a:ext>
            </a:extLst>
          </p:cNvPr>
          <p:cNvSpPr/>
          <p:nvPr/>
        </p:nvSpPr>
        <p:spPr>
          <a:xfrm>
            <a:off x="3657593" y="4309023"/>
            <a:ext cx="2152652" cy="1990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MY" sz="2400" b="0" i="0" dirty="0">
                <a:solidFill>
                  <a:srgbClr val="7F7F7F"/>
                </a:solidFill>
                <a:effectLst/>
                <a:latin typeface="Aileron Thin" panose="00000300000000000000" pitchFamily="50" charset="0"/>
              </a:rPr>
              <a:t>Lorem ipsum dolor sit amet, consectetur adipiscing elit, sed do</a:t>
            </a:r>
            <a:endParaRPr lang="en-MY" sz="2400" dirty="0">
              <a:solidFill>
                <a:srgbClr val="7F7F7F"/>
              </a:solidFill>
              <a:latin typeface="Aileron Thin" panose="00000300000000000000" pitchFamily="50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08AA63-1462-453D-901E-983FCAA93F9D}"/>
              </a:ext>
            </a:extLst>
          </p:cNvPr>
          <p:cNvSpPr/>
          <p:nvPr/>
        </p:nvSpPr>
        <p:spPr>
          <a:xfrm>
            <a:off x="6410316" y="4304321"/>
            <a:ext cx="2152652" cy="1990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MY" sz="2400" b="0" i="0" dirty="0">
                <a:solidFill>
                  <a:srgbClr val="7F7F7F"/>
                </a:solidFill>
                <a:effectLst/>
                <a:latin typeface="Aileron Thin" panose="00000300000000000000" pitchFamily="50" charset="0"/>
              </a:rPr>
              <a:t>Lorem ipsum dolor sit amet, consectetur adipiscing elit, sed do</a:t>
            </a:r>
            <a:endParaRPr lang="en-MY" sz="2400" dirty="0">
              <a:solidFill>
                <a:srgbClr val="7F7F7F"/>
              </a:solidFill>
              <a:latin typeface="Aileron Thin" panose="00000300000000000000" pitchFamily="50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26188D-A19F-44A2-8454-3E380D2E8E10}"/>
              </a:ext>
            </a:extLst>
          </p:cNvPr>
          <p:cNvSpPr/>
          <p:nvPr/>
        </p:nvSpPr>
        <p:spPr>
          <a:xfrm>
            <a:off x="9163039" y="4299619"/>
            <a:ext cx="2152652" cy="1990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MY" sz="2400" b="0" i="0" dirty="0">
                <a:solidFill>
                  <a:srgbClr val="7F7F7F"/>
                </a:solidFill>
                <a:effectLst/>
                <a:latin typeface="Aileron Thin" panose="00000300000000000000" pitchFamily="50" charset="0"/>
              </a:rPr>
              <a:t>Lorem ipsum dolor sit amet, consectetur adipiscing elit, sed do</a:t>
            </a:r>
            <a:endParaRPr lang="en-MY" sz="2400" dirty="0">
              <a:solidFill>
                <a:srgbClr val="7F7F7F"/>
              </a:solidFill>
              <a:latin typeface="Aileron Thin" panose="000003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611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3" grpId="0"/>
      <p:bldP spid="24" grpId="0"/>
      <p:bldP spid="25" grpId="0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0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09F0358-7D91-4A75-8257-BF90CDA6BC78}"/>
              </a:ext>
            </a:extLst>
          </p:cNvPr>
          <p:cNvSpPr/>
          <p:nvPr/>
        </p:nvSpPr>
        <p:spPr>
          <a:xfrm>
            <a:off x="4572000" y="333829"/>
            <a:ext cx="3933371" cy="20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AD23B8-CEA2-47A1-B7C0-B03BD6123851}"/>
              </a:ext>
            </a:extLst>
          </p:cNvPr>
          <p:cNvSpPr/>
          <p:nvPr/>
        </p:nvSpPr>
        <p:spPr>
          <a:xfrm>
            <a:off x="4572000" y="2583543"/>
            <a:ext cx="3933371" cy="24238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7CE780-0DE3-4102-841A-FC7D652F1376}"/>
              </a:ext>
            </a:extLst>
          </p:cNvPr>
          <p:cNvSpPr/>
          <p:nvPr/>
        </p:nvSpPr>
        <p:spPr>
          <a:xfrm>
            <a:off x="4572000" y="5312228"/>
            <a:ext cx="7315200" cy="1211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8911F6-6FE0-451E-B216-02AFE72A68E8}"/>
              </a:ext>
            </a:extLst>
          </p:cNvPr>
          <p:cNvSpPr/>
          <p:nvPr/>
        </p:nvSpPr>
        <p:spPr>
          <a:xfrm>
            <a:off x="8788399" y="333829"/>
            <a:ext cx="3098801" cy="46735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9CB2A6-E5A9-42D9-85EF-212BA61747F4}"/>
              </a:ext>
            </a:extLst>
          </p:cNvPr>
          <p:cNvSpPr/>
          <p:nvPr/>
        </p:nvSpPr>
        <p:spPr>
          <a:xfrm>
            <a:off x="304800" y="1763485"/>
            <a:ext cx="3933371" cy="20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9822CC-A729-4C41-9170-991490F31AE6}"/>
              </a:ext>
            </a:extLst>
          </p:cNvPr>
          <p:cNvSpPr/>
          <p:nvPr/>
        </p:nvSpPr>
        <p:spPr>
          <a:xfrm>
            <a:off x="304800" y="3991427"/>
            <a:ext cx="3933371" cy="25327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43CB4E-2A51-445D-93E2-765AE8D13662}"/>
              </a:ext>
            </a:extLst>
          </p:cNvPr>
          <p:cNvSpPr txBox="1"/>
          <p:nvPr/>
        </p:nvSpPr>
        <p:spPr>
          <a:xfrm>
            <a:off x="247649" y="422088"/>
            <a:ext cx="41656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6400" dirty="0">
                <a:solidFill>
                  <a:schemeClr val="bg1"/>
                </a:solidFill>
                <a:latin typeface="Bebas Neue" panose="020B0606020202050201" pitchFamily="34" charset="0"/>
              </a:rPr>
              <a:t>Strategy title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21878E-1B73-4961-AE68-D0280B225ABD}"/>
              </a:ext>
            </a:extLst>
          </p:cNvPr>
          <p:cNvSpPr txBox="1"/>
          <p:nvPr/>
        </p:nvSpPr>
        <p:spPr>
          <a:xfrm>
            <a:off x="4891314" y="447290"/>
            <a:ext cx="2017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Akrobat" panose="00000600000000000000" pitchFamily="50" charset="0"/>
              </a:rPr>
              <a:t>SMALL 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BF7786-302A-4596-9B5F-F41A54D375C2}"/>
              </a:ext>
            </a:extLst>
          </p:cNvPr>
          <p:cNvSpPr/>
          <p:nvPr/>
        </p:nvSpPr>
        <p:spPr>
          <a:xfrm>
            <a:off x="4891314" y="1019101"/>
            <a:ext cx="3193143" cy="1203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MY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ileron Thin" panose="00000300000000000000" pitchFamily="50" charset="0"/>
              </a:rPr>
              <a:t>Lorem ipsum dolor sit amet, consectetur adipiscing elit, sed do eiusmod tempor incididunt</a:t>
            </a:r>
            <a:endParaRPr lang="en-MY" dirty="0">
              <a:solidFill>
                <a:schemeClr val="tx1">
                  <a:lumMod val="65000"/>
                  <a:lumOff val="35000"/>
                </a:schemeClr>
              </a:solidFill>
              <a:latin typeface="Aileron Thin" panose="00000300000000000000" pitchFamily="50" charset="0"/>
            </a:endParaRPr>
          </a:p>
        </p:txBody>
      </p:sp>
      <p:pic>
        <p:nvPicPr>
          <p:cNvPr id="16" name="Graphic 15" descr="Downward trend">
            <a:extLst>
              <a:ext uri="{FF2B5EF4-FFF2-40B4-BE49-F238E27FC236}">
                <a16:creationId xmlns:a16="http://schemas.microsoft.com/office/drawing/2014/main" id="{71B02E1B-72E8-433C-B82A-C11F7CD4C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327" y="4800597"/>
            <a:ext cx="914400" cy="914400"/>
          </a:xfrm>
          <a:prstGeom prst="rect">
            <a:avLst/>
          </a:prstGeom>
        </p:spPr>
      </p:pic>
      <p:pic>
        <p:nvPicPr>
          <p:cNvPr id="18" name="Graphic 17" descr="Pie chart">
            <a:extLst>
              <a:ext uri="{FF2B5EF4-FFF2-40B4-BE49-F238E27FC236}">
                <a16:creationId xmlns:a16="http://schemas.microsoft.com/office/drawing/2014/main" id="{EB171837-D81B-470A-9442-30B0C72D90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67800" y="2303555"/>
            <a:ext cx="914400" cy="914400"/>
          </a:xfrm>
          <a:prstGeom prst="rect">
            <a:avLst/>
          </a:prstGeom>
        </p:spPr>
      </p:pic>
      <p:pic>
        <p:nvPicPr>
          <p:cNvPr id="20" name="Graphic 19" descr="Lightbulb">
            <a:extLst>
              <a:ext uri="{FF2B5EF4-FFF2-40B4-BE49-F238E27FC236}">
                <a16:creationId xmlns:a16="http://schemas.microsoft.com/office/drawing/2014/main" id="{1C667A41-1C88-49EE-AE7C-C6C91E8077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86685" y="768705"/>
            <a:ext cx="914400" cy="914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6E11AAB-D728-4411-8638-49F7CB8DA254}"/>
              </a:ext>
            </a:extLst>
          </p:cNvPr>
          <p:cNvSpPr txBox="1"/>
          <p:nvPr/>
        </p:nvSpPr>
        <p:spPr>
          <a:xfrm>
            <a:off x="9236820" y="1828800"/>
            <a:ext cx="2201957" cy="274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MY" dirty="0">
                <a:solidFill>
                  <a:schemeClr val="tx1">
                    <a:lumMod val="65000"/>
                    <a:lumOff val="35000"/>
                  </a:schemeClr>
                </a:solidFill>
                <a:latin typeface="Aileron Thin" panose="00000300000000000000" pitchFamily="50" charset="0"/>
              </a:rPr>
              <a:t>Lorem ipsum dolor sit amet, consectetur adipiscing elit, sed do eiusmod tempor incididunt ut labore et dolore magna aliqua. Ut enim ad</a:t>
            </a:r>
            <a:endParaRPr lang="en-MY" sz="2400" dirty="0">
              <a:solidFill>
                <a:schemeClr val="tx1">
                  <a:lumMod val="65000"/>
                  <a:lumOff val="35000"/>
                </a:schemeClr>
              </a:solidFill>
              <a:latin typeface="Aileron Thin" panose="00000300000000000000" pitchFamily="50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84A8A2-28BC-45FF-883F-7300DA902B53}"/>
              </a:ext>
            </a:extLst>
          </p:cNvPr>
          <p:cNvSpPr txBox="1"/>
          <p:nvPr/>
        </p:nvSpPr>
        <p:spPr>
          <a:xfrm>
            <a:off x="4763086" y="5502700"/>
            <a:ext cx="1136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krobat" panose="00000600000000000000" pitchFamily="50" charset="0"/>
              </a:rPr>
              <a:t>SMALL TITLE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1DACE0-D17A-4E67-9B35-AF3BF4259F95}"/>
              </a:ext>
            </a:extLst>
          </p:cNvPr>
          <p:cNvSpPr/>
          <p:nvPr/>
        </p:nvSpPr>
        <p:spPr>
          <a:xfrm>
            <a:off x="6096000" y="5502700"/>
            <a:ext cx="5423807" cy="818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MY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ileron Thin" panose="00000300000000000000" pitchFamily="50" charset="0"/>
              </a:rPr>
              <a:t>Lorem ipsum dolor sit amet, consectetur adipiscing elit, sed do eiusmod tempor incididunt</a:t>
            </a:r>
            <a:endParaRPr lang="en-MY" dirty="0">
              <a:solidFill>
                <a:schemeClr val="tx1">
                  <a:lumMod val="65000"/>
                  <a:lumOff val="35000"/>
                </a:schemeClr>
              </a:solidFill>
              <a:latin typeface="Aileron Thin" panose="00000300000000000000" pitchFamily="50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978EE0-B4EC-4628-9086-0ABE4B78EE8B}"/>
              </a:ext>
            </a:extLst>
          </p:cNvPr>
          <p:cNvSpPr txBox="1"/>
          <p:nvPr/>
        </p:nvSpPr>
        <p:spPr>
          <a:xfrm>
            <a:off x="5165563" y="2961866"/>
            <a:ext cx="2918894" cy="1588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MY" dirty="0">
                <a:solidFill>
                  <a:schemeClr val="tx1">
                    <a:lumMod val="65000"/>
                    <a:lumOff val="35000"/>
                  </a:schemeClr>
                </a:solidFill>
                <a:latin typeface="Aileron Thin" panose="00000300000000000000" pitchFamily="50" charset="0"/>
              </a:rPr>
              <a:t>Lorem ipsum dolor sit amet, consectetur adipiscing elit, sed do eiusmod tempor incididunt ut labore et dolore</a:t>
            </a:r>
            <a:endParaRPr lang="en-MY" sz="2400" dirty="0">
              <a:solidFill>
                <a:schemeClr val="tx1">
                  <a:lumMod val="65000"/>
                  <a:lumOff val="35000"/>
                </a:schemeClr>
              </a:solidFill>
              <a:latin typeface="Aileron Thin" panose="00000300000000000000" pitchFamily="50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202E89-CC58-4CD9-83A7-FD2FE895FF50}"/>
              </a:ext>
            </a:extLst>
          </p:cNvPr>
          <p:cNvSpPr txBox="1"/>
          <p:nvPr/>
        </p:nvSpPr>
        <p:spPr>
          <a:xfrm>
            <a:off x="474554" y="1912892"/>
            <a:ext cx="2345402" cy="1588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000"/>
              </a:lnSpc>
            </a:pPr>
            <a:r>
              <a:rPr lang="en-MY" dirty="0">
                <a:solidFill>
                  <a:schemeClr val="tx1">
                    <a:lumMod val="65000"/>
                    <a:lumOff val="35000"/>
                  </a:schemeClr>
                </a:solidFill>
                <a:latin typeface="Aileron Thin" panose="00000300000000000000" pitchFamily="50" charset="0"/>
              </a:rPr>
              <a:t>Lorem ipsum dolor sit amet, consectetur adipiscing elit, sed do eiusmod tempor</a:t>
            </a:r>
            <a:endParaRPr lang="en-MY" sz="2400" dirty="0">
              <a:solidFill>
                <a:schemeClr val="tx1">
                  <a:lumMod val="65000"/>
                  <a:lumOff val="35000"/>
                </a:schemeClr>
              </a:solidFill>
              <a:latin typeface="Aileron Thin" panose="00000300000000000000" pitchFamily="50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EE56FD-4B06-4FB0-A019-90679C9161DA}"/>
              </a:ext>
            </a:extLst>
          </p:cNvPr>
          <p:cNvSpPr txBox="1"/>
          <p:nvPr/>
        </p:nvSpPr>
        <p:spPr>
          <a:xfrm>
            <a:off x="1717748" y="4463734"/>
            <a:ext cx="2345402" cy="1588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MY" dirty="0">
                <a:solidFill>
                  <a:schemeClr val="tx1">
                    <a:lumMod val="65000"/>
                    <a:lumOff val="35000"/>
                  </a:schemeClr>
                </a:solidFill>
                <a:latin typeface="Aileron Thin" panose="00000300000000000000" pitchFamily="50" charset="0"/>
              </a:rPr>
              <a:t>Lorem ipsum dolor sit amet, consectetur adipiscing elit, sed do eiusmod tempor</a:t>
            </a:r>
            <a:endParaRPr lang="en-MY" sz="2400" dirty="0">
              <a:solidFill>
                <a:schemeClr val="tx1">
                  <a:lumMod val="65000"/>
                  <a:lumOff val="35000"/>
                </a:schemeClr>
              </a:solidFill>
              <a:latin typeface="Aileron Thin" panose="000003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073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4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47F351E-C097-470E-A893-418A42959720}"/>
              </a:ext>
            </a:extLst>
          </p:cNvPr>
          <p:cNvSpPr txBox="1"/>
          <p:nvPr/>
        </p:nvSpPr>
        <p:spPr>
          <a:xfrm>
            <a:off x="8629641" y="2644170"/>
            <a:ext cx="32766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Akrobat Thin" panose="00000300000000000000" pitchFamily="50" charset="0"/>
              </a:rPr>
              <a:t>BUSINESS STRATEGY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C4E5F10-0670-4587-894F-AC1867DEDC0F}"/>
              </a:ext>
            </a:extLst>
          </p:cNvPr>
          <p:cNvGrpSpPr/>
          <p:nvPr/>
        </p:nvGrpSpPr>
        <p:grpSpPr>
          <a:xfrm>
            <a:off x="6553200" y="876300"/>
            <a:ext cx="2400300" cy="2400300"/>
            <a:chOff x="6553200" y="876300"/>
            <a:chExt cx="2400300" cy="2400300"/>
          </a:xfrm>
        </p:grpSpPr>
        <p:sp>
          <p:nvSpPr>
            <p:cNvPr id="5" name="Diamond 4">
              <a:extLst>
                <a:ext uri="{FF2B5EF4-FFF2-40B4-BE49-F238E27FC236}">
                  <a16:creationId xmlns:a16="http://schemas.microsoft.com/office/drawing/2014/main" id="{4C6A5BF6-86A9-42CF-BFFB-18BE9B3FB40F}"/>
                </a:ext>
              </a:extLst>
            </p:cNvPr>
            <p:cNvSpPr/>
            <p:nvPr/>
          </p:nvSpPr>
          <p:spPr>
            <a:xfrm>
              <a:off x="6553200" y="876300"/>
              <a:ext cx="2400300" cy="2400300"/>
            </a:xfrm>
            <a:prstGeom prst="diamond">
              <a:avLst/>
            </a:prstGeom>
            <a:solidFill>
              <a:schemeClr val="bg1"/>
            </a:solidFill>
            <a:ln w="3810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9" name="Graphic 8" descr="Magnifying glass">
              <a:extLst>
                <a:ext uri="{FF2B5EF4-FFF2-40B4-BE49-F238E27FC236}">
                  <a16:creationId xmlns:a16="http://schemas.microsoft.com/office/drawing/2014/main" id="{FF95A7AC-7C17-445B-91AD-5E093ACB7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96150" y="1562100"/>
              <a:ext cx="914400" cy="91440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1529117-DAEE-485F-BF28-E44CC7548852}"/>
              </a:ext>
            </a:extLst>
          </p:cNvPr>
          <p:cNvGrpSpPr/>
          <p:nvPr/>
        </p:nvGrpSpPr>
        <p:grpSpPr>
          <a:xfrm>
            <a:off x="5181600" y="2247900"/>
            <a:ext cx="2400300" cy="2400300"/>
            <a:chOff x="5181600" y="2247900"/>
            <a:chExt cx="2400300" cy="2400300"/>
          </a:xfrm>
        </p:grpSpPr>
        <p:sp>
          <p:nvSpPr>
            <p:cNvPr id="4" name="Diamond 3">
              <a:extLst>
                <a:ext uri="{FF2B5EF4-FFF2-40B4-BE49-F238E27FC236}">
                  <a16:creationId xmlns:a16="http://schemas.microsoft.com/office/drawing/2014/main" id="{3566CEC5-6304-479B-A34C-62F574991F2F}"/>
                </a:ext>
              </a:extLst>
            </p:cNvPr>
            <p:cNvSpPr/>
            <p:nvPr/>
          </p:nvSpPr>
          <p:spPr>
            <a:xfrm>
              <a:off x="5181600" y="2247900"/>
              <a:ext cx="2400300" cy="2400300"/>
            </a:xfrm>
            <a:prstGeom prst="diamond">
              <a:avLst/>
            </a:prstGeom>
            <a:solidFill>
              <a:schemeClr val="bg1"/>
            </a:solidFill>
            <a:ln w="3810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1" name="Graphic 10" descr="Bullseye">
              <a:extLst>
                <a:ext uri="{FF2B5EF4-FFF2-40B4-BE49-F238E27FC236}">
                  <a16:creationId xmlns:a16="http://schemas.microsoft.com/office/drawing/2014/main" id="{8942695D-7CC7-4ECE-AAEF-83EFAD4B1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86450" y="2990850"/>
              <a:ext cx="914400" cy="9144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EF64D09-CF78-471D-A3C3-1FC1836BB110}"/>
              </a:ext>
            </a:extLst>
          </p:cNvPr>
          <p:cNvGrpSpPr/>
          <p:nvPr/>
        </p:nvGrpSpPr>
        <p:grpSpPr>
          <a:xfrm>
            <a:off x="6553200" y="3619500"/>
            <a:ext cx="2400300" cy="2400300"/>
            <a:chOff x="6553200" y="3619500"/>
            <a:chExt cx="2400300" cy="2400300"/>
          </a:xfrm>
        </p:grpSpPr>
        <p:sp>
          <p:nvSpPr>
            <p:cNvPr id="6" name="Diamond 5">
              <a:extLst>
                <a:ext uri="{FF2B5EF4-FFF2-40B4-BE49-F238E27FC236}">
                  <a16:creationId xmlns:a16="http://schemas.microsoft.com/office/drawing/2014/main" id="{FCCBCC1D-491C-4CA0-ABC5-CD8D48F0A080}"/>
                </a:ext>
              </a:extLst>
            </p:cNvPr>
            <p:cNvSpPr/>
            <p:nvPr/>
          </p:nvSpPr>
          <p:spPr>
            <a:xfrm>
              <a:off x="6553200" y="3619500"/>
              <a:ext cx="2400300" cy="2400300"/>
            </a:xfrm>
            <a:prstGeom prst="diamond">
              <a:avLst/>
            </a:prstGeom>
            <a:solidFill>
              <a:schemeClr val="bg1"/>
            </a:solidFill>
            <a:ln w="3810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3" name="Graphic 12" descr="Bar graph with upward trend">
              <a:extLst>
                <a:ext uri="{FF2B5EF4-FFF2-40B4-BE49-F238E27FC236}">
                  <a16:creationId xmlns:a16="http://schemas.microsoft.com/office/drawing/2014/main" id="{40BE2D24-027D-4618-854B-8EC79015C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296150" y="4362450"/>
              <a:ext cx="914400" cy="914400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167CD-B534-43FD-8528-98633819EC50}"/>
              </a:ext>
            </a:extLst>
          </p:cNvPr>
          <p:cNvSpPr/>
          <p:nvPr/>
        </p:nvSpPr>
        <p:spPr>
          <a:xfrm>
            <a:off x="922560" y="798196"/>
            <a:ext cx="5423807" cy="1221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</a:pPr>
            <a:r>
              <a:rPr lang="en-MY" sz="2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ileron Thin" panose="00000300000000000000" pitchFamily="50" charset="0"/>
              </a:rPr>
              <a:t>Lorem ipsum dolor sit amet, consectetur adipiscing elit, sed do eiusmod tempor incididunt</a:t>
            </a:r>
            <a:endParaRPr lang="en-MY" sz="2400" dirty="0">
              <a:solidFill>
                <a:schemeClr val="tx1">
                  <a:lumMod val="65000"/>
                  <a:lumOff val="35000"/>
                </a:schemeClr>
              </a:solidFill>
              <a:latin typeface="Aileron Thin" panose="00000300000000000000" pitchFamily="50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1A1049-3D81-42EC-B265-61B341437823}"/>
              </a:ext>
            </a:extLst>
          </p:cNvPr>
          <p:cNvSpPr/>
          <p:nvPr/>
        </p:nvSpPr>
        <p:spPr>
          <a:xfrm>
            <a:off x="930727" y="2837498"/>
            <a:ext cx="4079424" cy="1221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</a:pPr>
            <a:r>
              <a:rPr lang="en-MY" sz="2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ileron Thin" panose="00000300000000000000" pitchFamily="50" charset="0"/>
              </a:rPr>
              <a:t>Lorem ipsum dolor sit amet, consectetur adipiscing elit, sed do eiusmod tempor incididunt</a:t>
            </a:r>
            <a:endParaRPr lang="en-MY" sz="2400" dirty="0">
              <a:solidFill>
                <a:schemeClr val="tx1">
                  <a:lumMod val="65000"/>
                  <a:lumOff val="35000"/>
                </a:schemeClr>
              </a:solidFill>
              <a:latin typeface="Aileron Thin" panose="00000300000000000000" pitchFamily="50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F33C90-4454-4E6E-B8F6-D14D99245A04}"/>
              </a:ext>
            </a:extLst>
          </p:cNvPr>
          <p:cNvSpPr/>
          <p:nvPr/>
        </p:nvSpPr>
        <p:spPr>
          <a:xfrm>
            <a:off x="922560" y="4838700"/>
            <a:ext cx="5423807" cy="1221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</a:pPr>
            <a:r>
              <a:rPr lang="en-MY" sz="2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ileron Thin" panose="00000300000000000000" pitchFamily="50" charset="0"/>
              </a:rPr>
              <a:t>Lorem ipsum dolor sit amet, consectetur adipiscing elit, sed do eiusmod tempor incididunt</a:t>
            </a:r>
            <a:endParaRPr lang="en-MY" sz="2400" dirty="0">
              <a:solidFill>
                <a:schemeClr val="tx1">
                  <a:lumMod val="65000"/>
                  <a:lumOff val="35000"/>
                </a:schemeClr>
              </a:solidFill>
              <a:latin typeface="Aileron Thin" panose="000003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244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9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9" presetClass="entr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9" presetClass="entr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ardrop 5">
            <a:extLst>
              <a:ext uri="{FF2B5EF4-FFF2-40B4-BE49-F238E27FC236}">
                <a16:creationId xmlns:a16="http://schemas.microsoft.com/office/drawing/2014/main" id="{9970496E-2F59-4D74-BD49-1E373F54CB00}"/>
              </a:ext>
            </a:extLst>
          </p:cNvPr>
          <p:cNvSpPr/>
          <p:nvPr/>
        </p:nvSpPr>
        <p:spPr>
          <a:xfrm>
            <a:off x="3733800" y="4000500"/>
            <a:ext cx="2114550" cy="2114550"/>
          </a:xfrm>
          <a:prstGeom prst="teardrop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Teardrop 6">
            <a:extLst>
              <a:ext uri="{FF2B5EF4-FFF2-40B4-BE49-F238E27FC236}">
                <a16:creationId xmlns:a16="http://schemas.microsoft.com/office/drawing/2014/main" id="{CDB35A40-313D-4D27-B389-1108B6D6BEC6}"/>
              </a:ext>
            </a:extLst>
          </p:cNvPr>
          <p:cNvSpPr/>
          <p:nvPr/>
        </p:nvSpPr>
        <p:spPr>
          <a:xfrm rot="16200000">
            <a:off x="6362702" y="4000500"/>
            <a:ext cx="2552700" cy="2552700"/>
          </a:xfrm>
          <a:prstGeom prst="teardrop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ardrop 7">
            <a:extLst>
              <a:ext uri="{FF2B5EF4-FFF2-40B4-BE49-F238E27FC236}">
                <a16:creationId xmlns:a16="http://schemas.microsoft.com/office/drawing/2014/main" id="{843A0826-2C7B-4133-9720-724CA67CE4B2}"/>
              </a:ext>
            </a:extLst>
          </p:cNvPr>
          <p:cNvSpPr/>
          <p:nvPr/>
        </p:nvSpPr>
        <p:spPr>
          <a:xfrm rot="5400000" flipV="1">
            <a:off x="6343652" y="304803"/>
            <a:ext cx="3200398" cy="3200398"/>
          </a:xfrm>
          <a:prstGeom prst="teardrop">
            <a:avLst/>
          </a:prstGeom>
          <a:solidFill>
            <a:srgbClr val="FF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Teardrop 8">
            <a:extLst>
              <a:ext uri="{FF2B5EF4-FFF2-40B4-BE49-F238E27FC236}">
                <a16:creationId xmlns:a16="http://schemas.microsoft.com/office/drawing/2014/main" id="{626375D6-45DE-432C-97BC-C4AC963577D9}"/>
              </a:ext>
            </a:extLst>
          </p:cNvPr>
          <p:cNvSpPr/>
          <p:nvPr/>
        </p:nvSpPr>
        <p:spPr>
          <a:xfrm rot="16200000" flipH="1" flipV="1">
            <a:off x="2990848" y="647700"/>
            <a:ext cx="2857500" cy="2857500"/>
          </a:xfrm>
          <a:prstGeom prst="teardrop">
            <a:avLst/>
          </a:prstGeom>
          <a:solidFill>
            <a:srgbClr val="00D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5D9D76-1E76-4A46-A5D5-374656AFA4D8}"/>
              </a:ext>
            </a:extLst>
          </p:cNvPr>
          <p:cNvSpPr txBox="1"/>
          <p:nvPr/>
        </p:nvSpPr>
        <p:spPr>
          <a:xfrm>
            <a:off x="4095750" y="4561671"/>
            <a:ext cx="14287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dirty="0">
                <a:solidFill>
                  <a:schemeClr val="bg1"/>
                </a:solidFill>
                <a:latin typeface="Akrobat Thin" panose="00000300000000000000" pitchFamily="50" charset="0"/>
              </a:rPr>
              <a:t>Business Strategy</a:t>
            </a:r>
          </a:p>
        </p:txBody>
      </p:sp>
      <p:pic>
        <p:nvPicPr>
          <p:cNvPr id="12" name="Graphic 11" descr="Bar chart">
            <a:extLst>
              <a:ext uri="{FF2B5EF4-FFF2-40B4-BE49-F238E27FC236}">
                <a16:creationId xmlns:a16="http://schemas.microsoft.com/office/drawing/2014/main" id="{4F280EFA-DE13-41F9-AB83-DF1EFC9D65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2398" y="885022"/>
            <a:ext cx="914400" cy="914400"/>
          </a:xfrm>
          <a:prstGeom prst="rect">
            <a:avLst/>
          </a:prstGeom>
        </p:spPr>
      </p:pic>
      <p:pic>
        <p:nvPicPr>
          <p:cNvPr id="14" name="Graphic 13" descr="Upward trend">
            <a:extLst>
              <a:ext uri="{FF2B5EF4-FFF2-40B4-BE49-F238E27FC236}">
                <a16:creationId xmlns:a16="http://schemas.microsoft.com/office/drawing/2014/main" id="{77E25F5C-523D-4EE3-B08F-FE8172FDDE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86651" y="885022"/>
            <a:ext cx="914400" cy="914400"/>
          </a:xfrm>
          <a:prstGeom prst="rect">
            <a:avLst/>
          </a:prstGeom>
        </p:spPr>
      </p:pic>
      <p:pic>
        <p:nvPicPr>
          <p:cNvPr id="16" name="Graphic 15" descr="Pie chart">
            <a:extLst>
              <a:ext uri="{FF2B5EF4-FFF2-40B4-BE49-F238E27FC236}">
                <a16:creationId xmlns:a16="http://schemas.microsoft.com/office/drawing/2014/main" id="{CFAF3AC4-9A2F-45DC-82A3-88FE15AF54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67551" y="4086224"/>
            <a:ext cx="914400" cy="9144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9229812-45BE-4678-8D8A-03279CF7A3F0}"/>
              </a:ext>
            </a:extLst>
          </p:cNvPr>
          <p:cNvSpPr/>
          <p:nvPr/>
        </p:nvSpPr>
        <p:spPr>
          <a:xfrm>
            <a:off x="3350070" y="1827629"/>
            <a:ext cx="2139056" cy="1229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</a:pPr>
            <a:r>
              <a:rPr lang="en-MY" sz="24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</a:t>
            </a:r>
            <a:endParaRPr lang="en-MY" sz="2400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E85766-9D22-4FF6-80E1-B2782052915F}"/>
              </a:ext>
            </a:extLst>
          </p:cNvPr>
          <p:cNvSpPr/>
          <p:nvPr/>
        </p:nvSpPr>
        <p:spPr>
          <a:xfrm>
            <a:off x="6757296" y="1827629"/>
            <a:ext cx="2139056" cy="1229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MY" sz="24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</a:t>
            </a:r>
            <a:endParaRPr lang="en-MY" sz="2400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E322B2-B81B-41DB-BA4F-3D10C24B26CA}"/>
              </a:ext>
            </a:extLst>
          </p:cNvPr>
          <p:cNvSpPr/>
          <p:nvPr/>
        </p:nvSpPr>
        <p:spPr>
          <a:xfrm>
            <a:off x="6738246" y="4939222"/>
            <a:ext cx="2139056" cy="1229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MY" sz="24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</a:t>
            </a:r>
            <a:endParaRPr lang="en-MY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43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accel="24000" fill="hold" grpId="0" nodeType="with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accel="24000" fill="hold" grpId="0" nodeType="withEffect" p14:presetBounceEnd="44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1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3" accel="24000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5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6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6" accel="24000" fill="hold" grpId="0" nodeType="withEffect" p14:presetBounceEnd="44000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4" presetClass="entr" presetSubtype="1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23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14" presetClass="entr" presetSubtype="1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26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4" presetClass="entr" presetSubtype="1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29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4" presetClass="entr" presetSubtype="1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32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49" presetClass="entr" presetSubtype="0" decel="10000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49" presetClass="entr" presetSubtype="0" decel="10000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49" presetClass="entr" presetSubtype="0" decel="10000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0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7" grpId="0" animBg="1"/>
          <p:bldP spid="8" grpId="0" animBg="1"/>
          <p:bldP spid="9" grpId="0" animBg="1"/>
          <p:bldP spid="10" grpId="0"/>
          <p:bldP spid="17" grpId="0"/>
          <p:bldP spid="18" grpId="0"/>
          <p:bldP spid="1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accel="24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accel="24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3" accel="2400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6" accel="2400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4" presetClass="entr" presetSubtype="1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23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14" presetClass="entr" presetSubtype="1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26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4" presetClass="entr" presetSubtype="1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29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4" presetClass="entr" presetSubtype="1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32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49" presetClass="entr" presetSubtype="0" decel="10000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49" presetClass="entr" presetSubtype="0" decel="10000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49" presetClass="entr" presetSubtype="0" decel="10000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0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7" grpId="0" animBg="1"/>
          <p:bldP spid="8" grpId="0" animBg="1"/>
          <p:bldP spid="9" grpId="0" animBg="1"/>
          <p:bldP spid="10" grpId="0"/>
          <p:bldP spid="17" grpId="0"/>
          <p:bldP spid="18" grpId="0"/>
          <p:bldP spid="19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3B30D567-BE0B-4E07-8DAA-7539704D23B1}"/>
              </a:ext>
            </a:extLst>
          </p:cNvPr>
          <p:cNvSpPr txBox="1"/>
          <p:nvPr/>
        </p:nvSpPr>
        <p:spPr>
          <a:xfrm>
            <a:off x="514351" y="4446449"/>
            <a:ext cx="32766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5400" dirty="0">
                <a:solidFill>
                  <a:schemeClr val="accent2">
                    <a:lumMod val="75000"/>
                  </a:schemeClr>
                </a:solidFill>
                <a:latin typeface="Akrobat Thin" panose="00000300000000000000" pitchFamily="50" charset="0"/>
              </a:rPr>
              <a:t>BUSINESS STRATEGY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2CAF1F5-18C8-4C6A-A4F8-6EA56ADA7654}"/>
              </a:ext>
            </a:extLst>
          </p:cNvPr>
          <p:cNvGrpSpPr/>
          <p:nvPr/>
        </p:nvGrpSpPr>
        <p:grpSpPr>
          <a:xfrm>
            <a:off x="1990726" y="657225"/>
            <a:ext cx="1847850" cy="1847850"/>
            <a:chOff x="1990726" y="657225"/>
            <a:chExt cx="1847850" cy="18478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317E07D-DBC0-45A0-9260-8FE568329D79}"/>
                </a:ext>
              </a:extLst>
            </p:cNvPr>
            <p:cNvSpPr/>
            <p:nvPr/>
          </p:nvSpPr>
          <p:spPr>
            <a:xfrm>
              <a:off x="1990726" y="657225"/>
              <a:ext cx="1847850" cy="184785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71F7000-CA3D-4701-A210-01FE3D16B7D2}"/>
                </a:ext>
              </a:extLst>
            </p:cNvPr>
            <p:cNvSpPr/>
            <p:nvPr/>
          </p:nvSpPr>
          <p:spPr>
            <a:xfrm>
              <a:off x="2185989" y="852488"/>
              <a:ext cx="1457324" cy="145732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6" name="Graphic 15" descr="Eye">
              <a:extLst>
                <a:ext uri="{FF2B5EF4-FFF2-40B4-BE49-F238E27FC236}">
                  <a16:creationId xmlns:a16="http://schemas.microsoft.com/office/drawing/2014/main" id="{ACFAAC1A-6572-423B-AC1C-28C372041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57451" y="1123950"/>
              <a:ext cx="914400" cy="914400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01D8FF2-AD3E-45C0-A100-7397FAA474FE}"/>
              </a:ext>
            </a:extLst>
          </p:cNvPr>
          <p:cNvGrpSpPr/>
          <p:nvPr/>
        </p:nvGrpSpPr>
        <p:grpSpPr>
          <a:xfrm>
            <a:off x="3509963" y="2543175"/>
            <a:ext cx="1847850" cy="1847850"/>
            <a:chOff x="3509963" y="2543175"/>
            <a:chExt cx="1847850" cy="184785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5D70D20-A621-4766-B2CF-5D243AC17EAD}"/>
                </a:ext>
              </a:extLst>
            </p:cNvPr>
            <p:cNvSpPr/>
            <p:nvPr/>
          </p:nvSpPr>
          <p:spPr>
            <a:xfrm>
              <a:off x="3509963" y="2543175"/>
              <a:ext cx="1847850" cy="1847850"/>
            </a:xfrm>
            <a:prstGeom prst="ellipse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C8DEAA0-3817-4410-83AD-192226EA85C0}"/>
                </a:ext>
              </a:extLst>
            </p:cNvPr>
            <p:cNvSpPr/>
            <p:nvPr/>
          </p:nvSpPr>
          <p:spPr>
            <a:xfrm>
              <a:off x="3705226" y="2738438"/>
              <a:ext cx="1457324" cy="145732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8" name="Graphic 17" descr="Magnifying glass">
              <a:extLst>
                <a:ext uri="{FF2B5EF4-FFF2-40B4-BE49-F238E27FC236}">
                  <a16:creationId xmlns:a16="http://schemas.microsoft.com/office/drawing/2014/main" id="{B5C4BF0D-4BCC-4030-9E29-89F8EA075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05298" y="2978944"/>
              <a:ext cx="914400" cy="9144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CA3B726-6FFD-4A1B-A1BC-1941A16EF7F0}"/>
              </a:ext>
            </a:extLst>
          </p:cNvPr>
          <p:cNvGrpSpPr/>
          <p:nvPr/>
        </p:nvGrpSpPr>
        <p:grpSpPr>
          <a:xfrm>
            <a:off x="5067300" y="4429125"/>
            <a:ext cx="1847850" cy="1847850"/>
            <a:chOff x="5067300" y="4429125"/>
            <a:chExt cx="1847850" cy="184785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468137A-46A3-49EA-97E0-4A8B06072DFF}"/>
                </a:ext>
              </a:extLst>
            </p:cNvPr>
            <p:cNvSpPr/>
            <p:nvPr/>
          </p:nvSpPr>
          <p:spPr>
            <a:xfrm>
              <a:off x="5067300" y="4429125"/>
              <a:ext cx="1847850" cy="1847850"/>
            </a:xfrm>
            <a:prstGeom prst="ellipse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22B1EBE-0723-48B6-A08C-55493A86E7CA}"/>
                </a:ext>
              </a:extLst>
            </p:cNvPr>
            <p:cNvSpPr/>
            <p:nvPr/>
          </p:nvSpPr>
          <p:spPr>
            <a:xfrm>
              <a:off x="5262563" y="4624388"/>
              <a:ext cx="1457324" cy="145732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20" name="Graphic 19" descr="Bullseye">
              <a:extLst>
                <a:ext uri="{FF2B5EF4-FFF2-40B4-BE49-F238E27FC236}">
                  <a16:creationId xmlns:a16="http://schemas.microsoft.com/office/drawing/2014/main" id="{A3AE724A-5C34-4E7F-A366-5905C379D0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553118" y="4895850"/>
              <a:ext cx="914400" cy="91440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B865FFD-A704-4E82-A12A-C6DE6CF5A921}"/>
              </a:ext>
            </a:extLst>
          </p:cNvPr>
          <p:cNvGrpSpPr/>
          <p:nvPr/>
        </p:nvGrpSpPr>
        <p:grpSpPr>
          <a:xfrm>
            <a:off x="3543300" y="852487"/>
            <a:ext cx="5619750" cy="1571625"/>
            <a:chOff x="3543300" y="852487"/>
            <a:chExt cx="5619750" cy="1571625"/>
          </a:xfrm>
        </p:grpSpPr>
        <p:sp>
          <p:nvSpPr>
            <p:cNvPr id="4" name="Flowchart: Terminator 3">
              <a:extLst>
                <a:ext uri="{FF2B5EF4-FFF2-40B4-BE49-F238E27FC236}">
                  <a16:creationId xmlns:a16="http://schemas.microsoft.com/office/drawing/2014/main" id="{5AF0C188-6FAC-4C46-BC49-633A5B3752AE}"/>
                </a:ext>
              </a:extLst>
            </p:cNvPr>
            <p:cNvSpPr/>
            <p:nvPr/>
          </p:nvSpPr>
          <p:spPr>
            <a:xfrm>
              <a:off x="3543300" y="852487"/>
              <a:ext cx="4762500" cy="1571625"/>
            </a:xfrm>
            <a:prstGeom prst="flowChartTerminator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F078B2A-C9D5-4FD2-BE83-10FD4F4EE7F1}"/>
                </a:ext>
              </a:extLst>
            </p:cNvPr>
            <p:cNvSpPr/>
            <p:nvPr/>
          </p:nvSpPr>
          <p:spPr>
            <a:xfrm>
              <a:off x="3901615" y="1128683"/>
              <a:ext cx="5261435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MY" sz="2800" dirty="0">
                  <a:solidFill>
                    <a:schemeClr val="bg1"/>
                  </a:solidFill>
                  <a:latin typeface="Aileron Thin" panose="00000300000000000000" pitchFamily="50" charset="0"/>
                </a:rPr>
                <a:t>Lorem ipsum dolor sit amet, consectetur adipiscing elit</a:t>
              </a:r>
              <a:endParaRPr lang="en-MY" sz="2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1788DC9-5369-4CFF-8AD7-7DC96B35A7CA}"/>
              </a:ext>
            </a:extLst>
          </p:cNvPr>
          <p:cNvGrpSpPr/>
          <p:nvPr/>
        </p:nvGrpSpPr>
        <p:grpSpPr>
          <a:xfrm>
            <a:off x="5162550" y="2681287"/>
            <a:ext cx="5575760" cy="1571625"/>
            <a:chOff x="5162550" y="2681287"/>
            <a:chExt cx="5575760" cy="1571625"/>
          </a:xfrm>
        </p:grpSpPr>
        <p:sp>
          <p:nvSpPr>
            <p:cNvPr id="5" name="Flowchart: Terminator 4">
              <a:extLst>
                <a:ext uri="{FF2B5EF4-FFF2-40B4-BE49-F238E27FC236}">
                  <a16:creationId xmlns:a16="http://schemas.microsoft.com/office/drawing/2014/main" id="{798883C5-CEF5-4930-9E67-ED59F2D84DB3}"/>
                </a:ext>
              </a:extLst>
            </p:cNvPr>
            <p:cNvSpPr/>
            <p:nvPr/>
          </p:nvSpPr>
          <p:spPr>
            <a:xfrm>
              <a:off x="5162550" y="2681287"/>
              <a:ext cx="4762500" cy="1571625"/>
            </a:xfrm>
            <a:prstGeom prst="flowChartTerminator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42EFB22-1299-460F-A508-16F5B4C230D3}"/>
                </a:ext>
              </a:extLst>
            </p:cNvPr>
            <p:cNvSpPr/>
            <p:nvPr/>
          </p:nvSpPr>
          <p:spPr>
            <a:xfrm>
              <a:off x="5476875" y="2957483"/>
              <a:ext cx="5261435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MY" sz="2800" dirty="0">
                  <a:solidFill>
                    <a:schemeClr val="bg1"/>
                  </a:solidFill>
                  <a:latin typeface="Aileron Thin" panose="00000300000000000000" pitchFamily="50" charset="0"/>
                </a:rPr>
                <a:t>Lorem ipsum dolor sit amet, consectetur adipiscing elit</a:t>
              </a:r>
              <a:endParaRPr lang="en-MY" sz="2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83F3141-31DD-4F29-BA1F-C81F53128057}"/>
              </a:ext>
            </a:extLst>
          </p:cNvPr>
          <p:cNvGrpSpPr/>
          <p:nvPr/>
        </p:nvGrpSpPr>
        <p:grpSpPr>
          <a:xfrm>
            <a:off x="6781800" y="4510087"/>
            <a:ext cx="5531770" cy="1571625"/>
            <a:chOff x="6781800" y="4510087"/>
            <a:chExt cx="5531770" cy="1571625"/>
          </a:xfrm>
        </p:grpSpPr>
        <p:sp>
          <p:nvSpPr>
            <p:cNvPr id="6" name="Flowchart: Terminator 5">
              <a:extLst>
                <a:ext uri="{FF2B5EF4-FFF2-40B4-BE49-F238E27FC236}">
                  <a16:creationId xmlns:a16="http://schemas.microsoft.com/office/drawing/2014/main" id="{37AAFFD9-3EAC-420C-9EA3-22682D738D45}"/>
                </a:ext>
              </a:extLst>
            </p:cNvPr>
            <p:cNvSpPr/>
            <p:nvPr/>
          </p:nvSpPr>
          <p:spPr>
            <a:xfrm>
              <a:off x="6781800" y="4510087"/>
              <a:ext cx="4762500" cy="1571625"/>
            </a:xfrm>
            <a:prstGeom prst="flowChartTerminator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D4CFE3E-21A1-455C-84CF-D376A908127D}"/>
                </a:ext>
              </a:extLst>
            </p:cNvPr>
            <p:cNvSpPr/>
            <p:nvPr/>
          </p:nvSpPr>
          <p:spPr>
            <a:xfrm>
              <a:off x="7052135" y="4786283"/>
              <a:ext cx="5261435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MY" sz="2800" dirty="0">
                  <a:solidFill>
                    <a:schemeClr val="bg1"/>
                  </a:solidFill>
                  <a:latin typeface="Aileron Thin" panose="00000300000000000000" pitchFamily="50" charset="0"/>
                </a:rPr>
                <a:t>Lorem ipsum dolor sit amet, consectetur adipiscing elit</a:t>
              </a:r>
              <a:endParaRPr lang="en-MY" sz="2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756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B43097F-07EE-451D-BEF9-87A2B231A754}"/>
              </a:ext>
            </a:extLst>
          </p:cNvPr>
          <p:cNvSpPr/>
          <p:nvPr/>
        </p:nvSpPr>
        <p:spPr>
          <a:xfrm>
            <a:off x="5067300" y="2400300"/>
            <a:ext cx="2057400" cy="20574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0C9A9F0-25F5-4118-A5A9-823F8F5EACD8}"/>
              </a:ext>
            </a:extLst>
          </p:cNvPr>
          <p:cNvSpPr/>
          <p:nvPr/>
        </p:nvSpPr>
        <p:spPr>
          <a:xfrm>
            <a:off x="4038600" y="1276350"/>
            <a:ext cx="1390650" cy="139065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A8B9E3F-70CE-49A7-A6DC-C60F3609E436}"/>
              </a:ext>
            </a:extLst>
          </p:cNvPr>
          <p:cNvSpPr/>
          <p:nvPr/>
        </p:nvSpPr>
        <p:spPr>
          <a:xfrm>
            <a:off x="6762752" y="1276350"/>
            <a:ext cx="1390650" cy="139065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8CB190D-63A5-401F-B2F7-D72600741CFA}"/>
              </a:ext>
            </a:extLst>
          </p:cNvPr>
          <p:cNvSpPr/>
          <p:nvPr/>
        </p:nvSpPr>
        <p:spPr>
          <a:xfrm>
            <a:off x="6762752" y="4191001"/>
            <a:ext cx="1390650" cy="1390650"/>
          </a:xfrm>
          <a:prstGeom prst="ellipse">
            <a:avLst/>
          </a:prstGeom>
          <a:solidFill>
            <a:srgbClr val="FF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770FDA3-FBC4-4192-8883-0D83487C1020}"/>
              </a:ext>
            </a:extLst>
          </p:cNvPr>
          <p:cNvSpPr/>
          <p:nvPr/>
        </p:nvSpPr>
        <p:spPr>
          <a:xfrm>
            <a:off x="4038598" y="4191000"/>
            <a:ext cx="1390650" cy="1390650"/>
          </a:xfrm>
          <a:prstGeom prst="ellipse">
            <a:avLst/>
          </a:prstGeom>
          <a:solidFill>
            <a:srgbClr val="00D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C33C78-F10E-4197-9B7E-B8B9A02A9D02}"/>
              </a:ext>
            </a:extLst>
          </p:cNvPr>
          <p:cNvSpPr txBox="1"/>
          <p:nvPr/>
        </p:nvSpPr>
        <p:spPr>
          <a:xfrm>
            <a:off x="5067300" y="2828835"/>
            <a:ext cx="205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3600" dirty="0">
                <a:solidFill>
                  <a:schemeClr val="bg1"/>
                </a:solidFill>
                <a:latin typeface="Akrobat Thin" panose="00000300000000000000" pitchFamily="50" charset="0"/>
              </a:rPr>
              <a:t>BUSINESS STRATEGY</a:t>
            </a:r>
          </a:p>
        </p:txBody>
      </p:sp>
      <p:pic>
        <p:nvPicPr>
          <p:cNvPr id="13" name="Graphic 12" descr="Single gear">
            <a:extLst>
              <a:ext uri="{FF2B5EF4-FFF2-40B4-BE49-F238E27FC236}">
                <a16:creationId xmlns:a16="http://schemas.microsoft.com/office/drawing/2014/main" id="{1E0656BF-61CF-4D35-800D-12A1DB4356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3346" y="4406557"/>
            <a:ext cx="914400" cy="914400"/>
          </a:xfrm>
          <a:prstGeom prst="rect">
            <a:avLst/>
          </a:prstGeom>
        </p:spPr>
      </p:pic>
      <p:pic>
        <p:nvPicPr>
          <p:cNvPr id="15" name="Graphic 14" descr="Gears">
            <a:extLst>
              <a:ext uri="{FF2B5EF4-FFF2-40B4-BE49-F238E27FC236}">
                <a16:creationId xmlns:a16="http://schemas.microsoft.com/office/drawing/2014/main" id="{B6DFCFB6-7FB6-4D5B-8FE6-9628F14EE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74254" y="4465078"/>
            <a:ext cx="914400" cy="914400"/>
          </a:xfrm>
          <a:prstGeom prst="rect">
            <a:avLst/>
          </a:prstGeom>
        </p:spPr>
      </p:pic>
      <p:pic>
        <p:nvPicPr>
          <p:cNvPr id="17" name="Graphic 16" descr="Head with gears">
            <a:extLst>
              <a:ext uri="{FF2B5EF4-FFF2-40B4-BE49-F238E27FC236}">
                <a16:creationId xmlns:a16="http://schemas.microsoft.com/office/drawing/2014/main" id="{A3D32680-6F71-4F16-819A-0E1094FBC4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74254" y="1537043"/>
            <a:ext cx="914400" cy="914400"/>
          </a:xfrm>
          <a:prstGeom prst="rect">
            <a:avLst/>
          </a:prstGeom>
        </p:spPr>
      </p:pic>
      <p:pic>
        <p:nvPicPr>
          <p:cNvPr id="19" name="Graphic 18" descr="Lightbulb">
            <a:extLst>
              <a:ext uri="{FF2B5EF4-FFF2-40B4-BE49-F238E27FC236}">
                <a16:creationId xmlns:a16="http://schemas.microsoft.com/office/drawing/2014/main" id="{8398356B-A25D-4F52-B799-1761B47C1C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03346" y="1583385"/>
            <a:ext cx="914400" cy="9144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1888E1B-185C-4B83-8550-34A11AAE26B6}"/>
              </a:ext>
            </a:extLst>
          </p:cNvPr>
          <p:cNvSpPr/>
          <p:nvPr/>
        </p:nvSpPr>
        <p:spPr>
          <a:xfrm>
            <a:off x="8584280" y="1297456"/>
            <a:ext cx="36077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sz="2400" dirty="0">
                <a:solidFill>
                  <a:srgbClr val="7F7F7F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400" dirty="0">
              <a:solidFill>
                <a:srgbClr val="7F7F7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DCBAE8-9E32-4006-BD7C-13EDE04C4AA6}"/>
              </a:ext>
            </a:extLst>
          </p:cNvPr>
          <p:cNvSpPr/>
          <p:nvPr/>
        </p:nvSpPr>
        <p:spPr>
          <a:xfrm>
            <a:off x="8584280" y="4255349"/>
            <a:ext cx="36077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sz="2400" dirty="0">
                <a:solidFill>
                  <a:srgbClr val="7F7F7F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400" dirty="0">
              <a:solidFill>
                <a:srgbClr val="7F7F7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79C8D3-8D0A-4B02-A63E-59C36941ACAB}"/>
              </a:ext>
            </a:extLst>
          </p:cNvPr>
          <p:cNvSpPr/>
          <p:nvPr/>
        </p:nvSpPr>
        <p:spPr>
          <a:xfrm>
            <a:off x="-3743" y="1326120"/>
            <a:ext cx="36077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MY" sz="2400" dirty="0">
                <a:solidFill>
                  <a:srgbClr val="7F7F7F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400" dirty="0">
              <a:solidFill>
                <a:srgbClr val="7F7F7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9D5723-17E8-4FDD-8C0C-A564FA88BEE3}"/>
              </a:ext>
            </a:extLst>
          </p:cNvPr>
          <p:cNvSpPr/>
          <p:nvPr/>
        </p:nvSpPr>
        <p:spPr>
          <a:xfrm>
            <a:off x="38100" y="4293448"/>
            <a:ext cx="36077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MY" sz="2400" dirty="0">
                <a:solidFill>
                  <a:srgbClr val="7F7F7F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400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633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/>
      <p:bldP spid="20" grpId="0"/>
      <p:bldP spid="21" grpId="0"/>
      <p:bldP spid="22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04D77F-74AD-4190-98A0-653D153A5F9C}"/>
              </a:ext>
            </a:extLst>
          </p:cNvPr>
          <p:cNvSpPr/>
          <p:nvPr/>
        </p:nvSpPr>
        <p:spPr>
          <a:xfrm>
            <a:off x="0" y="0"/>
            <a:ext cx="10668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CDA10B-221C-4F0F-BAB1-5615B80B10E6}"/>
              </a:ext>
            </a:extLst>
          </p:cNvPr>
          <p:cNvSpPr txBox="1"/>
          <p:nvPr/>
        </p:nvSpPr>
        <p:spPr>
          <a:xfrm rot="5400000">
            <a:off x="-2080915" y="3189149"/>
            <a:ext cx="5333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5400" dirty="0">
                <a:solidFill>
                  <a:schemeClr val="bg1"/>
                </a:solidFill>
                <a:latin typeface="Akrobat Thin" panose="00000300000000000000" pitchFamily="50" charset="0"/>
              </a:rPr>
              <a:t>BUSINESS STRATEGY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49BAB4-03E4-450D-AEC1-83ADA0846BA6}"/>
              </a:ext>
            </a:extLst>
          </p:cNvPr>
          <p:cNvSpPr/>
          <p:nvPr/>
        </p:nvSpPr>
        <p:spPr>
          <a:xfrm>
            <a:off x="3676650" y="2243137"/>
            <a:ext cx="8534400" cy="2371725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5330A8-9977-4E64-BC3B-5F446EBAACB9}"/>
              </a:ext>
            </a:extLst>
          </p:cNvPr>
          <p:cNvSpPr/>
          <p:nvPr/>
        </p:nvSpPr>
        <p:spPr>
          <a:xfrm>
            <a:off x="1066800" y="-128588"/>
            <a:ext cx="8534400" cy="23717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61B3D0-9BE9-4489-8D2F-1D0369A7E59F}"/>
              </a:ext>
            </a:extLst>
          </p:cNvPr>
          <p:cNvSpPr/>
          <p:nvPr/>
        </p:nvSpPr>
        <p:spPr>
          <a:xfrm>
            <a:off x="1066800" y="4614862"/>
            <a:ext cx="8534400" cy="2371725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829CC6-A057-4AD7-B742-B325A187C93D}"/>
              </a:ext>
            </a:extLst>
          </p:cNvPr>
          <p:cNvSpPr txBox="1"/>
          <p:nvPr/>
        </p:nvSpPr>
        <p:spPr>
          <a:xfrm>
            <a:off x="9953031" y="108823"/>
            <a:ext cx="197108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3800" dirty="0">
                <a:solidFill>
                  <a:srgbClr val="FFC000"/>
                </a:solidFill>
                <a:latin typeface="Bebas Neue" panose="020B0606020202050201" pitchFamily="34" charset="0"/>
              </a:rPr>
              <a:t>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9AC88A-FF77-4C51-AA7E-0397404231F2}"/>
              </a:ext>
            </a:extLst>
          </p:cNvPr>
          <p:cNvSpPr txBox="1"/>
          <p:nvPr/>
        </p:nvSpPr>
        <p:spPr>
          <a:xfrm>
            <a:off x="1386184" y="2398871"/>
            <a:ext cx="197108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3800" dirty="0">
                <a:solidFill>
                  <a:srgbClr val="FF5050"/>
                </a:solidFill>
                <a:latin typeface="Bebas Neue" panose="020B0606020202050201" pitchFamily="34" charset="0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355CFF-25AF-47DC-A936-0768D2FB064C}"/>
              </a:ext>
            </a:extLst>
          </p:cNvPr>
          <p:cNvSpPr txBox="1"/>
          <p:nvPr/>
        </p:nvSpPr>
        <p:spPr>
          <a:xfrm>
            <a:off x="9920584" y="4665226"/>
            <a:ext cx="197108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3800" dirty="0">
                <a:solidFill>
                  <a:srgbClr val="00CC99"/>
                </a:solidFill>
                <a:latin typeface="Bebas Neue" panose="020B0606020202050201" pitchFamily="34" charset="0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6CEF21-58C4-4C82-B671-22E7C342CE82}"/>
              </a:ext>
            </a:extLst>
          </p:cNvPr>
          <p:cNvSpPr/>
          <p:nvPr/>
        </p:nvSpPr>
        <p:spPr>
          <a:xfrm>
            <a:off x="4095749" y="2613391"/>
            <a:ext cx="797183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</a:pPr>
            <a:r>
              <a:rPr lang="en-MY" sz="36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elit, sed do eiusmod tempor incididunt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F4300B-1CCC-480C-A304-D4305D0733FD}"/>
              </a:ext>
            </a:extLst>
          </p:cNvPr>
          <p:cNvSpPr/>
          <p:nvPr/>
        </p:nvSpPr>
        <p:spPr>
          <a:xfrm>
            <a:off x="1418630" y="265925"/>
            <a:ext cx="782061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4000"/>
              </a:lnSpc>
            </a:pPr>
            <a:r>
              <a:rPr lang="en-MY" sz="36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elit, sed do eiusmod tempor incididunt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622E6C-3EEE-4D65-B058-CBD09AB63D43}"/>
              </a:ext>
            </a:extLst>
          </p:cNvPr>
          <p:cNvSpPr/>
          <p:nvPr/>
        </p:nvSpPr>
        <p:spPr>
          <a:xfrm>
            <a:off x="1367134" y="4970175"/>
            <a:ext cx="787211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4000"/>
              </a:lnSpc>
            </a:pPr>
            <a:r>
              <a:rPr lang="en-MY" sz="36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elit, sed do eiusmod tempor incididunt</a:t>
            </a:r>
          </a:p>
        </p:txBody>
      </p:sp>
    </p:spTree>
    <p:extLst>
      <p:ext uri="{BB962C8B-B14F-4D97-AF65-F5344CB8AC3E}">
        <p14:creationId xmlns:p14="http://schemas.microsoft.com/office/powerpoint/2010/main" val="1549417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9" grpId="0" animBg="1"/>
      <p:bldP spid="10" grpId="0" animBg="1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:a16="http://schemas.microsoft.com/office/drawing/2014/main" id="{ACE68852-008B-42DF-A9B2-12C0738B8EDA}"/>
              </a:ext>
            </a:extLst>
          </p:cNvPr>
          <p:cNvSpPr/>
          <p:nvPr/>
        </p:nvSpPr>
        <p:spPr>
          <a:xfrm>
            <a:off x="6267449" y="1828800"/>
            <a:ext cx="2514600" cy="2514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6E6F9BC-4CB1-4881-A8AC-0C82CAB7D50C}"/>
              </a:ext>
            </a:extLst>
          </p:cNvPr>
          <p:cNvSpPr/>
          <p:nvPr/>
        </p:nvSpPr>
        <p:spPr>
          <a:xfrm>
            <a:off x="3409950" y="1828800"/>
            <a:ext cx="2514600" cy="2514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AC37CDE-6136-4E9B-AF49-84306BD0489A}"/>
              </a:ext>
            </a:extLst>
          </p:cNvPr>
          <p:cNvCxnSpPr/>
          <p:nvPr/>
        </p:nvCxnSpPr>
        <p:spPr>
          <a:xfrm>
            <a:off x="2552699" y="3086100"/>
            <a:ext cx="7239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34AA68FF-47AA-49A6-9DCA-98DB16AC871F}"/>
              </a:ext>
            </a:extLst>
          </p:cNvPr>
          <p:cNvSpPr/>
          <p:nvPr/>
        </p:nvSpPr>
        <p:spPr>
          <a:xfrm>
            <a:off x="552451" y="1828800"/>
            <a:ext cx="2514600" cy="2514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2B46403-D6F6-4212-B54A-EF5DE1B2A327}"/>
              </a:ext>
            </a:extLst>
          </p:cNvPr>
          <p:cNvSpPr/>
          <p:nvPr/>
        </p:nvSpPr>
        <p:spPr>
          <a:xfrm>
            <a:off x="9124948" y="1828800"/>
            <a:ext cx="2514600" cy="2514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DA0FE6-F9F4-4BA6-89C9-3D352B00FEE9}"/>
              </a:ext>
            </a:extLst>
          </p:cNvPr>
          <p:cNvSpPr txBox="1"/>
          <p:nvPr/>
        </p:nvSpPr>
        <p:spPr>
          <a:xfrm>
            <a:off x="3381375" y="162520"/>
            <a:ext cx="54292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5400" dirty="0">
                <a:solidFill>
                  <a:schemeClr val="bg1"/>
                </a:solidFill>
                <a:latin typeface="Akrobat Thin" panose="00000300000000000000" pitchFamily="50" charset="0"/>
              </a:rPr>
              <a:t>BUSINESS STRATEGY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10B1B2A-1447-4635-80DF-8E0F79AF0B97}"/>
              </a:ext>
            </a:extLst>
          </p:cNvPr>
          <p:cNvCxnSpPr/>
          <p:nvPr/>
        </p:nvCxnSpPr>
        <p:spPr>
          <a:xfrm>
            <a:off x="3714750" y="1238250"/>
            <a:ext cx="4724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355488FE-B8B6-4E75-80E8-CB58118361E5}"/>
              </a:ext>
            </a:extLst>
          </p:cNvPr>
          <p:cNvSpPr/>
          <p:nvPr/>
        </p:nvSpPr>
        <p:spPr>
          <a:xfrm>
            <a:off x="808660" y="4560033"/>
            <a:ext cx="200218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MY" sz="28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</a:t>
            </a:r>
            <a:endParaRPr lang="en-MY" sz="2800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66233F-063F-4FAC-821F-60ADB3BF0A82}"/>
              </a:ext>
            </a:extLst>
          </p:cNvPr>
          <p:cNvSpPr/>
          <p:nvPr/>
        </p:nvSpPr>
        <p:spPr>
          <a:xfrm>
            <a:off x="3666159" y="4560033"/>
            <a:ext cx="200218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MY" sz="28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</a:t>
            </a:r>
            <a:endParaRPr lang="en-MY" sz="2800" dirty="0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BEFE677-2658-4020-ABB3-085FAE75D87E}"/>
              </a:ext>
            </a:extLst>
          </p:cNvPr>
          <p:cNvSpPr/>
          <p:nvPr/>
        </p:nvSpPr>
        <p:spPr>
          <a:xfrm>
            <a:off x="6523658" y="4560033"/>
            <a:ext cx="200218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MY" sz="28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</a:t>
            </a:r>
            <a:endParaRPr lang="en-MY" sz="2800" dirty="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BDD9C03-7D11-4B15-BF24-1A9433A94796}"/>
              </a:ext>
            </a:extLst>
          </p:cNvPr>
          <p:cNvSpPr/>
          <p:nvPr/>
        </p:nvSpPr>
        <p:spPr>
          <a:xfrm>
            <a:off x="9381157" y="4560033"/>
            <a:ext cx="200218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MY" sz="28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</a:t>
            </a:r>
            <a:endParaRPr lang="en-MY" sz="2800" dirty="0">
              <a:solidFill>
                <a:schemeClr val="bg1"/>
              </a:solidFill>
            </a:endParaRPr>
          </a:p>
        </p:txBody>
      </p:sp>
      <p:pic>
        <p:nvPicPr>
          <p:cNvPr id="35" name="Graphic 34" descr="Magnifying glass">
            <a:extLst>
              <a:ext uri="{FF2B5EF4-FFF2-40B4-BE49-F238E27FC236}">
                <a16:creationId xmlns:a16="http://schemas.microsoft.com/office/drawing/2014/main" id="{5F9E92B3-5CD0-4D26-9B58-FEE0C19080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83971" y="2609884"/>
            <a:ext cx="914400" cy="914400"/>
          </a:xfrm>
          <a:prstGeom prst="rect">
            <a:avLst/>
          </a:prstGeom>
        </p:spPr>
      </p:pic>
      <p:pic>
        <p:nvPicPr>
          <p:cNvPr id="37" name="Graphic 36" descr="Gears">
            <a:extLst>
              <a:ext uri="{FF2B5EF4-FFF2-40B4-BE49-F238E27FC236}">
                <a16:creationId xmlns:a16="http://schemas.microsoft.com/office/drawing/2014/main" id="{538445B9-2BB1-4D29-A630-F4631BC909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0050" y="2517017"/>
            <a:ext cx="914400" cy="914400"/>
          </a:xfrm>
          <a:prstGeom prst="rect">
            <a:avLst/>
          </a:prstGeom>
        </p:spPr>
      </p:pic>
      <p:pic>
        <p:nvPicPr>
          <p:cNvPr id="39" name="Graphic 38" descr="Head with gears">
            <a:extLst>
              <a:ext uri="{FF2B5EF4-FFF2-40B4-BE49-F238E27FC236}">
                <a16:creationId xmlns:a16="http://schemas.microsoft.com/office/drawing/2014/main" id="{9FC4CE5E-1FC0-4A61-969D-379FB04436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67549" y="2593268"/>
            <a:ext cx="914400" cy="914400"/>
          </a:xfrm>
          <a:prstGeom prst="rect">
            <a:avLst/>
          </a:prstGeom>
        </p:spPr>
      </p:pic>
      <p:pic>
        <p:nvPicPr>
          <p:cNvPr id="41" name="Graphic 40" descr="Lightbulb">
            <a:extLst>
              <a:ext uri="{FF2B5EF4-FFF2-40B4-BE49-F238E27FC236}">
                <a16:creationId xmlns:a16="http://schemas.microsoft.com/office/drawing/2014/main" id="{F240F719-F2E7-4434-B0C3-BF6EC2A3B5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41699" y="260988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88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5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5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5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5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4" grpId="0" animBg="1"/>
      <p:bldP spid="25" grpId="0" animBg="1"/>
      <p:bldP spid="27" grpId="0"/>
      <p:bldP spid="30" grpId="0"/>
      <p:bldP spid="31" grpId="0"/>
      <p:bldP spid="32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27C8E61-6D78-4B97-8E37-FEC27EA2988B}"/>
              </a:ext>
            </a:extLst>
          </p:cNvPr>
          <p:cNvSpPr txBox="1"/>
          <p:nvPr/>
        </p:nvSpPr>
        <p:spPr>
          <a:xfrm>
            <a:off x="5342028" y="3013501"/>
            <a:ext cx="15071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400" dirty="0">
                <a:solidFill>
                  <a:srgbClr val="FF5050"/>
                </a:solidFill>
                <a:latin typeface="Akrobat" panose="00000600000000000000" pitchFamily="50" charset="0"/>
              </a:rPr>
              <a:t>BUSINESS STRATEGY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D0993B3-5C06-4740-A968-86D852984A7C}"/>
              </a:ext>
            </a:extLst>
          </p:cNvPr>
          <p:cNvGrpSpPr/>
          <p:nvPr/>
        </p:nvGrpSpPr>
        <p:grpSpPr>
          <a:xfrm>
            <a:off x="6893484" y="2659998"/>
            <a:ext cx="1389902" cy="1538006"/>
            <a:chOff x="6893484" y="2659998"/>
            <a:chExt cx="1389902" cy="1538006"/>
          </a:xfrm>
        </p:grpSpPr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A7C2E22B-468D-4090-8824-05D2323DFEF0}"/>
                </a:ext>
              </a:extLst>
            </p:cNvPr>
            <p:cNvSpPr/>
            <p:nvPr/>
          </p:nvSpPr>
          <p:spPr>
            <a:xfrm rot="16200000">
              <a:off x="6819432" y="2734050"/>
              <a:ext cx="1538006" cy="1389902"/>
            </a:xfrm>
            <a:prstGeom prst="hexagon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3" name="Graphic 12" descr="Magnifying glass">
              <a:extLst>
                <a:ext uri="{FF2B5EF4-FFF2-40B4-BE49-F238E27FC236}">
                  <a16:creationId xmlns:a16="http://schemas.microsoft.com/office/drawing/2014/main" id="{489FD41A-DF36-4E27-9DAD-2D83DECF6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31235" y="2987227"/>
              <a:ext cx="914400" cy="914400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FB19F58-C3A9-4C47-9F85-7DFD2DB7AEC7}"/>
              </a:ext>
            </a:extLst>
          </p:cNvPr>
          <p:cNvGrpSpPr/>
          <p:nvPr/>
        </p:nvGrpSpPr>
        <p:grpSpPr>
          <a:xfrm>
            <a:off x="6198532" y="1361237"/>
            <a:ext cx="1389902" cy="1538006"/>
            <a:chOff x="6198532" y="1361237"/>
            <a:chExt cx="1389902" cy="1538006"/>
          </a:xfrm>
        </p:grpSpPr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C6806E67-79A4-4E3D-A8BF-BA69366DE584}"/>
                </a:ext>
              </a:extLst>
            </p:cNvPr>
            <p:cNvSpPr/>
            <p:nvPr/>
          </p:nvSpPr>
          <p:spPr>
            <a:xfrm rot="16200000">
              <a:off x="6124480" y="1435289"/>
              <a:ext cx="1538006" cy="1389902"/>
            </a:xfrm>
            <a:prstGeom prst="hexagon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5" name="Graphic 14" descr="Eye">
              <a:extLst>
                <a:ext uri="{FF2B5EF4-FFF2-40B4-BE49-F238E27FC236}">
                  <a16:creationId xmlns:a16="http://schemas.microsoft.com/office/drawing/2014/main" id="{2713D795-7822-434C-94B3-8501E6E47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36283" y="1696825"/>
              <a:ext cx="914400" cy="914400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BDE7325-9273-405A-8C26-B5FB30BAD492}"/>
              </a:ext>
            </a:extLst>
          </p:cNvPr>
          <p:cNvGrpSpPr/>
          <p:nvPr/>
        </p:nvGrpSpPr>
        <p:grpSpPr>
          <a:xfrm>
            <a:off x="6164358" y="3958756"/>
            <a:ext cx="1389902" cy="1538006"/>
            <a:chOff x="6164358" y="3958756"/>
            <a:chExt cx="1389902" cy="1538006"/>
          </a:xfrm>
        </p:grpSpPr>
        <p:sp>
          <p:nvSpPr>
            <p:cNvPr id="9" name="Hexagon 8">
              <a:extLst>
                <a:ext uri="{FF2B5EF4-FFF2-40B4-BE49-F238E27FC236}">
                  <a16:creationId xmlns:a16="http://schemas.microsoft.com/office/drawing/2014/main" id="{E29020C5-C9CB-4A11-9309-C8E29ECAEC0D}"/>
                </a:ext>
              </a:extLst>
            </p:cNvPr>
            <p:cNvSpPr/>
            <p:nvPr/>
          </p:nvSpPr>
          <p:spPr>
            <a:xfrm rot="16200000">
              <a:off x="6090306" y="4032808"/>
              <a:ext cx="1538006" cy="1389902"/>
            </a:xfrm>
            <a:prstGeom prst="hexagon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7" name="Graphic 16" descr="Single gear">
              <a:extLst>
                <a:ext uri="{FF2B5EF4-FFF2-40B4-BE49-F238E27FC236}">
                  <a16:creationId xmlns:a16="http://schemas.microsoft.com/office/drawing/2014/main" id="{A0932030-E27D-4232-B68D-3E0020B2F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402109" y="4295549"/>
              <a:ext cx="914400" cy="91440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F2D8D2C-BE35-4ACC-93B0-EDDC5D612B95}"/>
              </a:ext>
            </a:extLst>
          </p:cNvPr>
          <p:cNvGrpSpPr/>
          <p:nvPr/>
        </p:nvGrpSpPr>
        <p:grpSpPr>
          <a:xfrm>
            <a:off x="4660526" y="3958758"/>
            <a:ext cx="1389902" cy="1538006"/>
            <a:chOff x="4660526" y="3958758"/>
            <a:chExt cx="1389902" cy="1538006"/>
          </a:xfrm>
        </p:grpSpPr>
        <p:sp>
          <p:nvSpPr>
            <p:cNvPr id="6" name="Hexagon 5">
              <a:extLst>
                <a:ext uri="{FF2B5EF4-FFF2-40B4-BE49-F238E27FC236}">
                  <a16:creationId xmlns:a16="http://schemas.microsoft.com/office/drawing/2014/main" id="{A8C3EE86-A5A1-4FE7-B07F-DF13C84E07F4}"/>
                </a:ext>
              </a:extLst>
            </p:cNvPr>
            <p:cNvSpPr/>
            <p:nvPr/>
          </p:nvSpPr>
          <p:spPr>
            <a:xfrm rot="16200000">
              <a:off x="4586474" y="4032810"/>
              <a:ext cx="1538006" cy="1389902"/>
            </a:xfrm>
            <a:prstGeom prst="hexagon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9" name="Graphic 18" descr="Gears">
              <a:extLst>
                <a:ext uri="{FF2B5EF4-FFF2-40B4-BE49-F238E27FC236}">
                  <a16:creationId xmlns:a16="http://schemas.microsoft.com/office/drawing/2014/main" id="{54786665-07F0-4E87-B1DA-222C800FB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898277" y="4270558"/>
              <a:ext cx="914400" cy="914400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8D97FCE-E157-4099-B2BB-4A45A5C471C1}"/>
              </a:ext>
            </a:extLst>
          </p:cNvPr>
          <p:cNvGrpSpPr/>
          <p:nvPr/>
        </p:nvGrpSpPr>
        <p:grpSpPr>
          <a:xfrm>
            <a:off x="3908611" y="2659998"/>
            <a:ext cx="1389902" cy="1538006"/>
            <a:chOff x="3908611" y="2659998"/>
            <a:chExt cx="1389902" cy="1538006"/>
          </a:xfrm>
        </p:grpSpPr>
        <p:sp>
          <p:nvSpPr>
            <p:cNvPr id="4" name="Hexagon 3">
              <a:extLst>
                <a:ext uri="{FF2B5EF4-FFF2-40B4-BE49-F238E27FC236}">
                  <a16:creationId xmlns:a16="http://schemas.microsoft.com/office/drawing/2014/main" id="{1E827378-3C08-4256-8A88-4B46041FF142}"/>
                </a:ext>
              </a:extLst>
            </p:cNvPr>
            <p:cNvSpPr/>
            <p:nvPr/>
          </p:nvSpPr>
          <p:spPr>
            <a:xfrm rot="16200000">
              <a:off x="3834559" y="2734050"/>
              <a:ext cx="1538006" cy="1389902"/>
            </a:xfrm>
            <a:prstGeom prst="hexagon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21" name="Graphic 20" descr="Head with gears">
              <a:extLst>
                <a:ext uri="{FF2B5EF4-FFF2-40B4-BE49-F238E27FC236}">
                  <a16:creationId xmlns:a16="http://schemas.microsoft.com/office/drawing/2014/main" id="{4D104132-2D99-4A3E-9F05-EE770028F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162353" y="2987776"/>
              <a:ext cx="914400" cy="9144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A7D6368-5C20-49FF-9461-3D649961F567}"/>
              </a:ext>
            </a:extLst>
          </p:cNvPr>
          <p:cNvGrpSpPr/>
          <p:nvPr/>
        </p:nvGrpSpPr>
        <p:grpSpPr>
          <a:xfrm>
            <a:off x="4660526" y="1361237"/>
            <a:ext cx="1389902" cy="1538006"/>
            <a:chOff x="4660526" y="1361237"/>
            <a:chExt cx="1389902" cy="1538006"/>
          </a:xfrm>
        </p:grpSpPr>
        <p:sp>
          <p:nvSpPr>
            <p:cNvPr id="5" name="Hexagon 4">
              <a:extLst>
                <a:ext uri="{FF2B5EF4-FFF2-40B4-BE49-F238E27FC236}">
                  <a16:creationId xmlns:a16="http://schemas.microsoft.com/office/drawing/2014/main" id="{2D9FF96D-1B85-40FD-B367-D57D8DA0C68D}"/>
                </a:ext>
              </a:extLst>
            </p:cNvPr>
            <p:cNvSpPr/>
            <p:nvPr/>
          </p:nvSpPr>
          <p:spPr>
            <a:xfrm rot="16200000">
              <a:off x="4586474" y="1435289"/>
              <a:ext cx="1538006" cy="1389902"/>
            </a:xfrm>
            <a:prstGeom prst="hexagon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23" name="Graphic 22" descr="Lightbulb">
              <a:extLst>
                <a:ext uri="{FF2B5EF4-FFF2-40B4-BE49-F238E27FC236}">
                  <a16:creationId xmlns:a16="http://schemas.microsoft.com/office/drawing/2014/main" id="{F3629BB5-7CFC-40B6-878E-E0D8BFFAF5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907491" y="1717306"/>
              <a:ext cx="914400" cy="914400"/>
            </a:xfrm>
            <a:prstGeom prst="rect">
              <a:avLst/>
            </a:prstGeom>
          </p:spPr>
        </p:pic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A1DE13B-C00E-47A6-B1B7-E3469998C483}"/>
              </a:ext>
            </a:extLst>
          </p:cNvPr>
          <p:cNvSpPr/>
          <p:nvPr/>
        </p:nvSpPr>
        <p:spPr>
          <a:xfrm rot="10800000" flipV="1">
            <a:off x="876668" y="1654826"/>
            <a:ext cx="3555321" cy="841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</a:pPr>
            <a:r>
              <a:rPr lang="en-MY" sz="2400" dirty="0">
                <a:solidFill>
                  <a:srgbClr val="FF5050"/>
                </a:solidFill>
                <a:latin typeface="Aileron Thin" panose="00000300000000000000" pitchFamily="50" charset="0"/>
              </a:rPr>
              <a:t>Lorem ipsum dolor sit amet, consectetur</a:t>
            </a:r>
            <a:endParaRPr lang="en-MY" sz="2400" dirty="0">
              <a:solidFill>
                <a:srgbClr val="FF505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675CDD-0E7E-418B-83DF-BB71C4BCD6A9}"/>
              </a:ext>
            </a:extLst>
          </p:cNvPr>
          <p:cNvSpPr/>
          <p:nvPr/>
        </p:nvSpPr>
        <p:spPr>
          <a:xfrm rot="10800000" flipV="1">
            <a:off x="259556" y="2987227"/>
            <a:ext cx="3555321" cy="841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</a:pPr>
            <a:r>
              <a:rPr lang="en-MY" sz="2400" dirty="0">
                <a:solidFill>
                  <a:srgbClr val="FF5050"/>
                </a:solidFill>
                <a:latin typeface="Aileron Thin" panose="00000300000000000000" pitchFamily="50" charset="0"/>
              </a:rPr>
              <a:t>Lorem ipsum dolor sit amet, consectetur</a:t>
            </a:r>
            <a:endParaRPr lang="en-MY" sz="2400" dirty="0">
              <a:solidFill>
                <a:srgbClr val="FF5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5069BF9-4AA5-4E23-B51A-BB4F8EFE9ED8}"/>
              </a:ext>
            </a:extLst>
          </p:cNvPr>
          <p:cNvSpPr/>
          <p:nvPr/>
        </p:nvSpPr>
        <p:spPr>
          <a:xfrm rot="10800000" flipV="1">
            <a:off x="836322" y="4319628"/>
            <a:ext cx="3555321" cy="841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</a:pPr>
            <a:r>
              <a:rPr lang="en-MY" sz="2400" dirty="0">
                <a:solidFill>
                  <a:srgbClr val="FF5050"/>
                </a:solidFill>
                <a:latin typeface="Aileron Thin" panose="00000300000000000000" pitchFamily="50" charset="0"/>
              </a:rPr>
              <a:t>Lorem ipsum dolor sit amet, consectetur</a:t>
            </a:r>
            <a:endParaRPr lang="en-MY" sz="2400" dirty="0">
              <a:solidFill>
                <a:srgbClr val="FF505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26C80C-0D59-446C-9ED1-4EE1B46D3276}"/>
              </a:ext>
            </a:extLst>
          </p:cNvPr>
          <p:cNvSpPr/>
          <p:nvPr/>
        </p:nvSpPr>
        <p:spPr>
          <a:xfrm rot="10800000" flipV="1">
            <a:off x="8377123" y="3023785"/>
            <a:ext cx="3555321" cy="841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MY" sz="2400" dirty="0">
                <a:solidFill>
                  <a:srgbClr val="FF5050"/>
                </a:solidFill>
                <a:latin typeface="Aileron Thin" panose="00000300000000000000" pitchFamily="50" charset="0"/>
              </a:rPr>
              <a:t>Lorem ipsum dolor sit amet, consectetur</a:t>
            </a:r>
            <a:endParaRPr lang="en-MY" sz="2400" dirty="0">
              <a:solidFill>
                <a:srgbClr val="FF505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200E07-4432-4A94-A2DB-37D9E3E99404}"/>
              </a:ext>
            </a:extLst>
          </p:cNvPr>
          <p:cNvSpPr/>
          <p:nvPr/>
        </p:nvSpPr>
        <p:spPr>
          <a:xfrm rot="10800000" flipV="1">
            <a:off x="7826186" y="1611826"/>
            <a:ext cx="3555321" cy="841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MY" sz="2400" dirty="0">
                <a:solidFill>
                  <a:srgbClr val="FF5050"/>
                </a:solidFill>
                <a:latin typeface="Aileron Thin" panose="00000300000000000000" pitchFamily="50" charset="0"/>
              </a:rPr>
              <a:t>Lorem ipsum dolor sit amet, consectetur</a:t>
            </a:r>
            <a:endParaRPr lang="en-MY" sz="2400" dirty="0">
              <a:solidFill>
                <a:srgbClr val="FF505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9DD51E-066E-4C69-8487-0E35CE2ABFC9}"/>
              </a:ext>
            </a:extLst>
          </p:cNvPr>
          <p:cNvSpPr/>
          <p:nvPr/>
        </p:nvSpPr>
        <p:spPr>
          <a:xfrm rot="10800000" flipV="1">
            <a:off x="7826186" y="4306427"/>
            <a:ext cx="3555321" cy="841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MY" sz="2400" dirty="0">
                <a:solidFill>
                  <a:srgbClr val="FF5050"/>
                </a:solidFill>
                <a:latin typeface="Aileron Thin" panose="00000300000000000000" pitchFamily="50" charset="0"/>
              </a:rPr>
              <a:t>Lorem ipsum dolor sit amet, consectetur</a:t>
            </a:r>
            <a:endParaRPr lang="en-MY" sz="2400" dirty="0">
              <a:solidFill>
                <a:srgbClr val="FF5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548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9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49CADA-83AD-4D50-BA42-027ED6DC42D9}"/>
              </a:ext>
            </a:extLst>
          </p:cNvPr>
          <p:cNvSpPr txBox="1"/>
          <p:nvPr/>
        </p:nvSpPr>
        <p:spPr>
          <a:xfrm>
            <a:off x="368012" y="162520"/>
            <a:ext cx="54292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5400" dirty="0">
                <a:solidFill>
                  <a:schemeClr val="bg1"/>
                </a:solidFill>
                <a:latin typeface="Akrobat Thin" panose="00000300000000000000" pitchFamily="50" charset="0"/>
              </a:rPr>
              <a:t>BUSINESS STRATEGY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84B1166-7C40-4770-A288-29E3228E551C}"/>
              </a:ext>
            </a:extLst>
          </p:cNvPr>
          <p:cNvCxnSpPr>
            <a:cxnSpLocks/>
          </p:cNvCxnSpPr>
          <p:nvPr/>
        </p:nvCxnSpPr>
        <p:spPr>
          <a:xfrm>
            <a:off x="535132" y="1279814"/>
            <a:ext cx="109364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 descr="Pie chart">
            <a:extLst>
              <a:ext uri="{FF2B5EF4-FFF2-40B4-BE49-F238E27FC236}">
                <a16:creationId xmlns:a16="http://schemas.microsoft.com/office/drawing/2014/main" id="{B41E697B-AF46-4649-A9DA-813AA2631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453" y="1960416"/>
            <a:ext cx="4024747" cy="402474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1B8FB8D-7B28-4383-BCE3-9AE1C065B854}"/>
              </a:ext>
            </a:extLst>
          </p:cNvPr>
          <p:cNvSpPr/>
          <p:nvPr/>
        </p:nvSpPr>
        <p:spPr>
          <a:xfrm>
            <a:off x="5797261" y="2190631"/>
            <a:ext cx="5091547" cy="8709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MY" sz="32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32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B90017-D8E0-42B7-BD9C-873DA44B03B4}"/>
              </a:ext>
            </a:extLst>
          </p:cNvPr>
          <p:cNvSpPr/>
          <p:nvPr/>
        </p:nvSpPr>
        <p:spPr>
          <a:xfrm>
            <a:off x="6380017" y="3657601"/>
            <a:ext cx="5091547" cy="8709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MY" sz="32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320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D86932-7974-46E8-A007-91790F2E5557}"/>
              </a:ext>
            </a:extLst>
          </p:cNvPr>
          <p:cNvSpPr/>
          <p:nvPr/>
        </p:nvSpPr>
        <p:spPr>
          <a:xfrm>
            <a:off x="5797260" y="5003889"/>
            <a:ext cx="5091547" cy="8709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MY" sz="32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32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11EE88-21F3-4D74-AC18-DEA8373D3716}"/>
              </a:ext>
            </a:extLst>
          </p:cNvPr>
          <p:cNvSpPr txBox="1"/>
          <p:nvPr/>
        </p:nvSpPr>
        <p:spPr>
          <a:xfrm>
            <a:off x="4838266" y="2240001"/>
            <a:ext cx="997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4000" dirty="0">
                <a:solidFill>
                  <a:schemeClr val="bg1"/>
                </a:solidFill>
                <a:latin typeface="Bebas Neue" panose="020B0606020202050201" pitchFamily="34" charset="0"/>
              </a:rPr>
              <a:t>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0942F8-76C9-4F26-9E48-2A1856AE714C}"/>
              </a:ext>
            </a:extLst>
          </p:cNvPr>
          <p:cNvSpPr txBox="1"/>
          <p:nvPr/>
        </p:nvSpPr>
        <p:spPr>
          <a:xfrm>
            <a:off x="4838266" y="4999580"/>
            <a:ext cx="997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4000" dirty="0">
                <a:solidFill>
                  <a:schemeClr val="bg1"/>
                </a:solidFill>
                <a:latin typeface="Bebas Neue" panose="020B0606020202050201" pitchFamily="34" charset="0"/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656CE6-7968-4A35-8D88-867746BEA46C}"/>
              </a:ext>
            </a:extLst>
          </p:cNvPr>
          <p:cNvSpPr txBox="1"/>
          <p:nvPr/>
        </p:nvSpPr>
        <p:spPr>
          <a:xfrm>
            <a:off x="5428384" y="3709674"/>
            <a:ext cx="997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4000" dirty="0">
                <a:solidFill>
                  <a:schemeClr val="bg1"/>
                </a:solidFill>
                <a:latin typeface="Bebas Neue" panose="020B0606020202050201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1149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ntagon 3">
            <a:extLst>
              <a:ext uri="{FF2B5EF4-FFF2-40B4-BE49-F238E27FC236}">
                <a16:creationId xmlns:a16="http://schemas.microsoft.com/office/drawing/2014/main" id="{0BBC00FD-72EA-4065-815E-54ECD542A646}"/>
              </a:ext>
            </a:extLst>
          </p:cNvPr>
          <p:cNvSpPr/>
          <p:nvPr/>
        </p:nvSpPr>
        <p:spPr>
          <a:xfrm>
            <a:off x="4410075" y="2204357"/>
            <a:ext cx="3371850" cy="3211286"/>
          </a:xfrm>
          <a:prstGeom prst="pentagon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046586-5603-41DB-A487-C1AF588EE1F9}"/>
              </a:ext>
            </a:extLst>
          </p:cNvPr>
          <p:cNvSpPr/>
          <p:nvPr/>
        </p:nvSpPr>
        <p:spPr>
          <a:xfrm>
            <a:off x="4894517" y="3339390"/>
            <a:ext cx="244106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MY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Akrobat Thin" panose="00000300000000000000" pitchFamily="50" charset="0"/>
              </a:rPr>
              <a:t>BUSINESS STRATEGY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6EA1616-7B41-45F0-B3AA-0F8A483A297F}"/>
              </a:ext>
            </a:extLst>
          </p:cNvPr>
          <p:cNvGrpSpPr/>
          <p:nvPr/>
        </p:nvGrpSpPr>
        <p:grpSpPr>
          <a:xfrm>
            <a:off x="7072313" y="2752726"/>
            <a:ext cx="1409700" cy="1409700"/>
            <a:chOff x="7072313" y="2752726"/>
            <a:chExt cx="1409700" cy="14097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D83C1DD-DA6E-4509-8C33-4F696129E558}"/>
                </a:ext>
              </a:extLst>
            </p:cNvPr>
            <p:cNvSpPr/>
            <p:nvPr/>
          </p:nvSpPr>
          <p:spPr>
            <a:xfrm>
              <a:off x="7072313" y="2752726"/>
              <a:ext cx="1409700" cy="1409700"/>
            </a:xfrm>
            <a:prstGeom prst="ellipse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D391963-2FD5-4028-9855-EDCEE2F116CD}"/>
                </a:ext>
              </a:extLst>
            </p:cNvPr>
            <p:cNvSpPr/>
            <p:nvPr/>
          </p:nvSpPr>
          <p:spPr>
            <a:xfrm>
              <a:off x="7236619" y="2920773"/>
              <a:ext cx="1081087" cy="1081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7" name="Graphic 16" descr="Single gear">
              <a:extLst>
                <a:ext uri="{FF2B5EF4-FFF2-40B4-BE49-F238E27FC236}">
                  <a16:creationId xmlns:a16="http://schemas.microsoft.com/office/drawing/2014/main" id="{2609AEEA-8801-439C-A162-06E90F6E5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460076" y="3121668"/>
              <a:ext cx="652764" cy="652764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409421E-2555-49E7-BB2B-210190C89A0F}"/>
              </a:ext>
            </a:extLst>
          </p:cNvPr>
          <p:cNvGrpSpPr/>
          <p:nvPr/>
        </p:nvGrpSpPr>
        <p:grpSpPr>
          <a:xfrm>
            <a:off x="6448425" y="4710794"/>
            <a:ext cx="1409700" cy="1409700"/>
            <a:chOff x="6448425" y="4710794"/>
            <a:chExt cx="1409700" cy="14097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BC470D2-D51C-48F9-B5C9-9E3F35175955}"/>
                </a:ext>
              </a:extLst>
            </p:cNvPr>
            <p:cNvSpPr/>
            <p:nvPr/>
          </p:nvSpPr>
          <p:spPr>
            <a:xfrm>
              <a:off x="6448425" y="4710794"/>
              <a:ext cx="1409700" cy="1409700"/>
            </a:xfrm>
            <a:prstGeom prst="ellipse">
              <a:avLst/>
            </a:prstGeom>
            <a:solidFill>
              <a:srgbClr val="00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499F72A-36FC-46BC-8452-3383E47D5A84}"/>
                </a:ext>
              </a:extLst>
            </p:cNvPr>
            <p:cNvSpPr/>
            <p:nvPr/>
          </p:nvSpPr>
          <p:spPr>
            <a:xfrm>
              <a:off x="6615761" y="4882924"/>
              <a:ext cx="1081087" cy="1081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9" name="Graphic 18" descr="Gears">
              <a:extLst>
                <a:ext uri="{FF2B5EF4-FFF2-40B4-BE49-F238E27FC236}">
                  <a16:creationId xmlns:a16="http://schemas.microsoft.com/office/drawing/2014/main" id="{B6B7D944-CB89-4BE2-9565-011583A2B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37077" y="5066091"/>
              <a:ext cx="652764" cy="652764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5CA7728-D02A-47EC-9AD6-0930FE3113AF}"/>
              </a:ext>
            </a:extLst>
          </p:cNvPr>
          <p:cNvGrpSpPr/>
          <p:nvPr/>
        </p:nvGrpSpPr>
        <p:grpSpPr>
          <a:xfrm>
            <a:off x="4352926" y="4714877"/>
            <a:ext cx="1409700" cy="1409700"/>
            <a:chOff x="4352926" y="4714877"/>
            <a:chExt cx="1409700" cy="14097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B4D1B1F-6A7F-4BF4-BA76-4AED473704AF}"/>
                </a:ext>
              </a:extLst>
            </p:cNvPr>
            <p:cNvSpPr/>
            <p:nvPr/>
          </p:nvSpPr>
          <p:spPr>
            <a:xfrm>
              <a:off x="4352926" y="4714877"/>
              <a:ext cx="1409700" cy="14097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83856C9-F570-4F31-AECD-C388C9D5E3B1}"/>
                </a:ext>
              </a:extLst>
            </p:cNvPr>
            <p:cNvSpPr/>
            <p:nvPr/>
          </p:nvSpPr>
          <p:spPr>
            <a:xfrm>
              <a:off x="4517232" y="4882924"/>
              <a:ext cx="1081087" cy="1081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21" name="Graphic 20" descr="Head with gears">
              <a:extLst>
                <a:ext uri="{FF2B5EF4-FFF2-40B4-BE49-F238E27FC236}">
                  <a16:creationId xmlns:a16="http://schemas.microsoft.com/office/drawing/2014/main" id="{0FC84ED1-CCD1-4DA9-9F01-60CADB558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56328" y="5085446"/>
              <a:ext cx="652764" cy="652764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F1254BE-12ED-42B2-A6ED-3102FED3A490}"/>
              </a:ext>
            </a:extLst>
          </p:cNvPr>
          <p:cNvGrpSpPr/>
          <p:nvPr/>
        </p:nvGrpSpPr>
        <p:grpSpPr>
          <a:xfrm>
            <a:off x="3709987" y="2752726"/>
            <a:ext cx="1409700" cy="1409700"/>
            <a:chOff x="3709987" y="2752726"/>
            <a:chExt cx="1409700" cy="1409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4718CD4-CFC3-4082-8EBA-660495C34490}"/>
                </a:ext>
              </a:extLst>
            </p:cNvPr>
            <p:cNvSpPr/>
            <p:nvPr/>
          </p:nvSpPr>
          <p:spPr>
            <a:xfrm>
              <a:off x="3709987" y="2752726"/>
              <a:ext cx="1409700" cy="1409700"/>
            </a:xfrm>
            <a:prstGeom prst="ellipse">
              <a:avLst/>
            </a:prstGeom>
            <a:solidFill>
              <a:srgbClr val="99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58C1AE1-8174-45A0-9B9F-0288ED61F12D}"/>
                </a:ext>
              </a:extLst>
            </p:cNvPr>
            <p:cNvSpPr/>
            <p:nvPr/>
          </p:nvSpPr>
          <p:spPr>
            <a:xfrm>
              <a:off x="3895078" y="2918703"/>
              <a:ext cx="1081087" cy="1081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23" name="Graphic 22" descr="Lightbulb">
              <a:extLst>
                <a:ext uri="{FF2B5EF4-FFF2-40B4-BE49-F238E27FC236}">
                  <a16:creationId xmlns:a16="http://schemas.microsoft.com/office/drawing/2014/main" id="{512D358B-E890-4F8D-A72A-365B58C6C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20460" y="3121709"/>
              <a:ext cx="652764" cy="652764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1557994-9D22-402B-A90E-5A7838942B0B}"/>
              </a:ext>
            </a:extLst>
          </p:cNvPr>
          <p:cNvGrpSpPr/>
          <p:nvPr/>
        </p:nvGrpSpPr>
        <p:grpSpPr>
          <a:xfrm>
            <a:off x="5391150" y="1556657"/>
            <a:ext cx="1409700" cy="1409700"/>
            <a:chOff x="5391150" y="1556657"/>
            <a:chExt cx="1409700" cy="14097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4BCA655-6D35-41EE-9C48-D365AA85CD20}"/>
                </a:ext>
              </a:extLst>
            </p:cNvPr>
            <p:cNvSpPr/>
            <p:nvPr/>
          </p:nvSpPr>
          <p:spPr>
            <a:xfrm>
              <a:off x="5391150" y="1556657"/>
              <a:ext cx="1409700" cy="14097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551F4AB-CAE9-4056-AD55-C1707360CC19}"/>
                </a:ext>
              </a:extLst>
            </p:cNvPr>
            <p:cNvSpPr/>
            <p:nvPr/>
          </p:nvSpPr>
          <p:spPr>
            <a:xfrm>
              <a:off x="5555456" y="1720963"/>
              <a:ext cx="1081087" cy="1081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25" name="Graphic 24" descr="Magnifying glass">
              <a:extLst>
                <a:ext uri="{FF2B5EF4-FFF2-40B4-BE49-F238E27FC236}">
                  <a16:creationId xmlns:a16="http://schemas.microsoft.com/office/drawing/2014/main" id="{BFADFE1F-7170-481F-8D2B-2035BB118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741933" y="1896304"/>
              <a:ext cx="652764" cy="652764"/>
            </a:xfrm>
            <a:prstGeom prst="rect">
              <a:avLst/>
            </a:prstGeom>
          </p:spPr>
        </p:pic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07FA542E-AFF2-43D8-BB7E-597276AD89FF}"/>
              </a:ext>
            </a:extLst>
          </p:cNvPr>
          <p:cNvSpPr/>
          <p:nvPr/>
        </p:nvSpPr>
        <p:spPr>
          <a:xfrm>
            <a:off x="4198816" y="566846"/>
            <a:ext cx="3794368" cy="844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MY" sz="2400" dirty="0">
                <a:solidFill>
                  <a:srgbClr val="7030A0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400" dirty="0">
              <a:solidFill>
                <a:srgbClr val="7030A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029163-FC71-45A7-A2D3-30B8A3C8E8BB}"/>
              </a:ext>
            </a:extLst>
          </p:cNvPr>
          <p:cNvSpPr/>
          <p:nvPr/>
        </p:nvSpPr>
        <p:spPr>
          <a:xfrm>
            <a:off x="7717630" y="1768130"/>
            <a:ext cx="3794368" cy="844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MY" sz="2400" dirty="0">
                <a:solidFill>
                  <a:srgbClr val="4472C4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400" dirty="0">
              <a:solidFill>
                <a:srgbClr val="4472C4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C61E7D3-94A0-484D-BD66-63E5C5AEA83D}"/>
              </a:ext>
            </a:extLst>
          </p:cNvPr>
          <p:cNvSpPr/>
          <p:nvPr/>
        </p:nvSpPr>
        <p:spPr>
          <a:xfrm>
            <a:off x="8127354" y="5275904"/>
            <a:ext cx="3794368" cy="844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MY" sz="2400" dirty="0">
                <a:solidFill>
                  <a:srgbClr val="009999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400" dirty="0">
              <a:solidFill>
                <a:srgbClr val="009999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834FF0-9E49-41A7-8B97-2839F765B94B}"/>
              </a:ext>
            </a:extLst>
          </p:cNvPr>
          <p:cNvSpPr/>
          <p:nvPr/>
        </p:nvSpPr>
        <p:spPr>
          <a:xfrm>
            <a:off x="741245" y="1824113"/>
            <a:ext cx="3794368" cy="844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</a:pPr>
            <a:r>
              <a:rPr lang="en-MY" sz="2400" dirty="0">
                <a:solidFill>
                  <a:srgbClr val="9966FF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400" dirty="0">
              <a:solidFill>
                <a:srgbClr val="9966FF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5CFCB4-B930-4B32-B185-4F4A9F2BBE44}"/>
              </a:ext>
            </a:extLst>
          </p:cNvPr>
          <p:cNvSpPr/>
          <p:nvPr/>
        </p:nvSpPr>
        <p:spPr>
          <a:xfrm>
            <a:off x="243789" y="5363445"/>
            <a:ext cx="3794368" cy="844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</a:pPr>
            <a:r>
              <a:rPr lang="en-MY" sz="2400" dirty="0">
                <a:solidFill>
                  <a:srgbClr val="4472C4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400" dirty="0">
              <a:solidFill>
                <a:srgbClr val="4472C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653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9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9" presetClass="entr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9" presetClass="entr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9" presetClass="entr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5" grpId="0"/>
      <p:bldP spid="27" grpId="0"/>
      <p:bldP spid="28" grpId="0"/>
      <p:bldP spid="29" grpId="0"/>
      <p:bldP spid="30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0749DD92-11C0-4C17-A65A-C68E774465A5}"/>
              </a:ext>
            </a:extLst>
          </p:cNvPr>
          <p:cNvGrpSpPr/>
          <p:nvPr/>
        </p:nvGrpSpPr>
        <p:grpSpPr>
          <a:xfrm>
            <a:off x="3947886" y="682171"/>
            <a:ext cx="6255656" cy="1248229"/>
            <a:chOff x="3947886" y="682171"/>
            <a:chExt cx="6255656" cy="12482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0E77F3F-75FB-4B70-8146-BEB57368BBEE}"/>
                </a:ext>
              </a:extLst>
            </p:cNvPr>
            <p:cNvSpPr/>
            <p:nvPr/>
          </p:nvSpPr>
          <p:spPr>
            <a:xfrm>
              <a:off x="3947886" y="682172"/>
              <a:ext cx="5544457" cy="1248228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B4922B6-CD86-4122-88E4-B7E979D26FE8}"/>
                </a:ext>
              </a:extLst>
            </p:cNvPr>
            <p:cNvSpPr/>
            <p:nvPr/>
          </p:nvSpPr>
          <p:spPr>
            <a:xfrm>
              <a:off x="8955314" y="682171"/>
              <a:ext cx="1248228" cy="12482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9E9F1E1-27FA-4B08-B906-0600CF593C3C}"/>
                </a:ext>
              </a:extLst>
            </p:cNvPr>
            <p:cNvSpPr/>
            <p:nvPr/>
          </p:nvSpPr>
          <p:spPr>
            <a:xfrm>
              <a:off x="9081823" y="808680"/>
              <a:ext cx="995210" cy="995210"/>
            </a:xfrm>
            <a:prstGeom prst="ellipse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8CF524A-570C-4AD4-93DA-7840094A42F0}"/>
              </a:ext>
            </a:extLst>
          </p:cNvPr>
          <p:cNvGrpSpPr/>
          <p:nvPr/>
        </p:nvGrpSpPr>
        <p:grpSpPr>
          <a:xfrm>
            <a:off x="3367314" y="2209798"/>
            <a:ext cx="6255656" cy="1248229"/>
            <a:chOff x="3367314" y="2209798"/>
            <a:chExt cx="6255656" cy="124822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8160E0D-A824-4A72-80DF-14C243A3BCF4}"/>
                </a:ext>
              </a:extLst>
            </p:cNvPr>
            <p:cNvSpPr/>
            <p:nvPr/>
          </p:nvSpPr>
          <p:spPr>
            <a:xfrm>
              <a:off x="3367314" y="2209799"/>
              <a:ext cx="5544457" cy="124822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798F003-2E35-43BD-970C-B3C6952569FB}"/>
                </a:ext>
              </a:extLst>
            </p:cNvPr>
            <p:cNvSpPr/>
            <p:nvPr/>
          </p:nvSpPr>
          <p:spPr>
            <a:xfrm>
              <a:off x="8374742" y="2209798"/>
              <a:ext cx="1248228" cy="12482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185CD20-3877-40EA-88F1-DEA3879EAE5D}"/>
                </a:ext>
              </a:extLst>
            </p:cNvPr>
            <p:cNvSpPr/>
            <p:nvPr/>
          </p:nvSpPr>
          <p:spPr>
            <a:xfrm>
              <a:off x="8501251" y="2336307"/>
              <a:ext cx="995210" cy="99521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212B930-979C-4A87-A9DF-E93F965EA19B}"/>
              </a:ext>
            </a:extLst>
          </p:cNvPr>
          <p:cNvGrpSpPr/>
          <p:nvPr/>
        </p:nvGrpSpPr>
        <p:grpSpPr>
          <a:xfrm>
            <a:off x="2532742" y="3712026"/>
            <a:ext cx="6255656" cy="1248229"/>
            <a:chOff x="2532742" y="3712026"/>
            <a:chExt cx="6255656" cy="124822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4F9BBE-A66A-4CA3-8975-BEF661901EA5}"/>
                </a:ext>
              </a:extLst>
            </p:cNvPr>
            <p:cNvSpPr/>
            <p:nvPr/>
          </p:nvSpPr>
          <p:spPr>
            <a:xfrm>
              <a:off x="2532742" y="3712027"/>
              <a:ext cx="5544457" cy="1248228"/>
            </a:xfrm>
            <a:prstGeom prst="rect">
              <a:avLst/>
            </a:prstGeom>
            <a:solidFill>
              <a:srgbClr val="00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5109061-0DDC-4944-8802-6B53692E3949}"/>
                </a:ext>
              </a:extLst>
            </p:cNvPr>
            <p:cNvSpPr/>
            <p:nvPr/>
          </p:nvSpPr>
          <p:spPr>
            <a:xfrm>
              <a:off x="7540170" y="3712026"/>
              <a:ext cx="1248228" cy="12482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A0F2A5D-0236-48FC-B114-912372F6BE53}"/>
                </a:ext>
              </a:extLst>
            </p:cNvPr>
            <p:cNvSpPr/>
            <p:nvPr/>
          </p:nvSpPr>
          <p:spPr>
            <a:xfrm>
              <a:off x="7666679" y="3838535"/>
              <a:ext cx="995210" cy="995210"/>
            </a:xfrm>
            <a:prstGeom prst="ellipse">
              <a:avLst/>
            </a:prstGeom>
            <a:solidFill>
              <a:srgbClr val="00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255D6DB-C512-420D-A351-41D11B128ACD}"/>
              </a:ext>
            </a:extLst>
          </p:cNvPr>
          <p:cNvGrpSpPr/>
          <p:nvPr/>
        </p:nvGrpSpPr>
        <p:grpSpPr>
          <a:xfrm>
            <a:off x="1537532" y="5214253"/>
            <a:ext cx="6255656" cy="1248229"/>
            <a:chOff x="1537532" y="5214253"/>
            <a:chExt cx="6255656" cy="124822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EF48A8C-71F1-41CB-81A1-47EDB5D15B56}"/>
                </a:ext>
              </a:extLst>
            </p:cNvPr>
            <p:cNvSpPr/>
            <p:nvPr/>
          </p:nvSpPr>
          <p:spPr>
            <a:xfrm>
              <a:off x="1537532" y="5214254"/>
              <a:ext cx="5544457" cy="1248228"/>
            </a:xfrm>
            <a:prstGeom prst="rect">
              <a:avLst/>
            </a:prstGeom>
            <a:solidFill>
              <a:srgbClr val="99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B22E95E-F353-4ED5-BB6C-71407489FA21}"/>
                </a:ext>
              </a:extLst>
            </p:cNvPr>
            <p:cNvSpPr/>
            <p:nvPr/>
          </p:nvSpPr>
          <p:spPr>
            <a:xfrm>
              <a:off x="6544960" y="5214253"/>
              <a:ext cx="1248228" cy="12482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A249A5D-8793-4967-B36A-A91557045F42}"/>
                </a:ext>
              </a:extLst>
            </p:cNvPr>
            <p:cNvSpPr/>
            <p:nvPr/>
          </p:nvSpPr>
          <p:spPr>
            <a:xfrm>
              <a:off x="6671469" y="5340762"/>
              <a:ext cx="995210" cy="995210"/>
            </a:xfrm>
            <a:prstGeom prst="ellipse">
              <a:avLst/>
            </a:prstGeom>
            <a:solidFill>
              <a:srgbClr val="99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53CDB0A-680C-437F-A250-F21EC597B261}"/>
              </a:ext>
            </a:extLst>
          </p:cNvPr>
          <p:cNvSpPr txBox="1"/>
          <p:nvPr/>
        </p:nvSpPr>
        <p:spPr>
          <a:xfrm>
            <a:off x="10341428" y="1001486"/>
            <a:ext cx="1995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800" dirty="0">
                <a:solidFill>
                  <a:srgbClr val="FF5050"/>
                </a:solidFill>
                <a:latin typeface="Bebas Neue" panose="020B0606020202050201" pitchFamily="34" charset="0"/>
              </a:rPr>
              <a:t>Title here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52B893-30EF-42F0-A4EC-8370FB0FB8B7}"/>
              </a:ext>
            </a:extLst>
          </p:cNvPr>
          <p:cNvSpPr txBox="1"/>
          <p:nvPr/>
        </p:nvSpPr>
        <p:spPr>
          <a:xfrm>
            <a:off x="9749479" y="2572302"/>
            <a:ext cx="1995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800" dirty="0">
                <a:solidFill>
                  <a:srgbClr val="FFC000"/>
                </a:solidFill>
                <a:latin typeface="Bebas Neue" panose="020B0606020202050201" pitchFamily="34" charset="0"/>
              </a:rPr>
              <a:t>Title here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DBFF30-91C6-4409-9616-A941CC799457}"/>
              </a:ext>
            </a:extLst>
          </p:cNvPr>
          <p:cNvSpPr txBox="1"/>
          <p:nvPr/>
        </p:nvSpPr>
        <p:spPr>
          <a:xfrm>
            <a:off x="9075056" y="4099929"/>
            <a:ext cx="1995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800" dirty="0">
                <a:solidFill>
                  <a:srgbClr val="009999"/>
                </a:solidFill>
                <a:latin typeface="Bebas Neue" panose="020B0606020202050201" pitchFamily="34" charset="0"/>
              </a:rPr>
              <a:t>Title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39DE42-B4CF-467A-9DC2-FB2CC72D452E}"/>
              </a:ext>
            </a:extLst>
          </p:cNvPr>
          <p:cNvSpPr txBox="1"/>
          <p:nvPr/>
        </p:nvSpPr>
        <p:spPr>
          <a:xfrm>
            <a:off x="8077199" y="5576757"/>
            <a:ext cx="1995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800" dirty="0">
                <a:solidFill>
                  <a:srgbClr val="9966FF"/>
                </a:solidFill>
                <a:latin typeface="Bebas Neue" panose="020B0606020202050201" pitchFamily="34" charset="0"/>
              </a:rPr>
              <a:t>Title here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9D8F37-4EC3-4DC4-83EE-9B924DBAD4AB}"/>
              </a:ext>
            </a:extLst>
          </p:cNvPr>
          <p:cNvSpPr txBox="1"/>
          <p:nvPr/>
        </p:nvSpPr>
        <p:spPr>
          <a:xfrm>
            <a:off x="320108" y="455473"/>
            <a:ext cx="37006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4800" dirty="0">
                <a:solidFill>
                  <a:schemeClr val="bg2">
                    <a:lumMod val="50000"/>
                  </a:schemeClr>
                </a:solidFill>
                <a:latin typeface="Akrobat Thin" panose="00000300000000000000" pitchFamily="50" charset="0"/>
              </a:rPr>
              <a:t>BUSINESS STRATEGY</a:t>
            </a:r>
          </a:p>
        </p:txBody>
      </p:sp>
      <p:pic>
        <p:nvPicPr>
          <p:cNvPr id="24" name="Graphic 23" descr="Bar chart">
            <a:extLst>
              <a:ext uri="{FF2B5EF4-FFF2-40B4-BE49-F238E27FC236}">
                <a16:creationId xmlns:a16="http://schemas.microsoft.com/office/drawing/2014/main" id="{AD318BB1-F04A-44E1-8C94-5C39CF847B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4413" y="5496445"/>
            <a:ext cx="692079" cy="692079"/>
          </a:xfrm>
          <a:prstGeom prst="rect">
            <a:avLst/>
          </a:prstGeom>
        </p:spPr>
      </p:pic>
      <p:pic>
        <p:nvPicPr>
          <p:cNvPr id="26" name="Graphic 25" descr="Downward trend">
            <a:extLst>
              <a:ext uri="{FF2B5EF4-FFF2-40B4-BE49-F238E27FC236}">
                <a16:creationId xmlns:a16="http://schemas.microsoft.com/office/drawing/2014/main" id="{714C8A5A-FF0F-4B4D-9F99-C56D45D2D6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57668" y="3935539"/>
            <a:ext cx="692079" cy="692079"/>
          </a:xfrm>
          <a:prstGeom prst="rect">
            <a:avLst/>
          </a:prstGeom>
        </p:spPr>
      </p:pic>
      <p:pic>
        <p:nvPicPr>
          <p:cNvPr id="28" name="Graphic 27" descr="Statistics">
            <a:extLst>
              <a:ext uri="{FF2B5EF4-FFF2-40B4-BE49-F238E27FC236}">
                <a16:creationId xmlns:a16="http://schemas.microsoft.com/office/drawing/2014/main" id="{7EF5E51D-99B0-46C3-B915-57A327A438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79261" y="2517743"/>
            <a:ext cx="692079" cy="692079"/>
          </a:xfrm>
          <a:prstGeom prst="rect">
            <a:avLst/>
          </a:prstGeom>
        </p:spPr>
      </p:pic>
      <p:pic>
        <p:nvPicPr>
          <p:cNvPr id="30" name="Graphic 29" descr="Presentation with bar chart">
            <a:extLst>
              <a:ext uri="{FF2B5EF4-FFF2-40B4-BE49-F238E27FC236}">
                <a16:creationId xmlns:a16="http://schemas.microsoft.com/office/drawing/2014/main" id="{C7EE8E7A-FFB6-4BED-A18D-5E8290AB37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37604" y="1001486"/>
            <a:ext cx="692079" cy="69207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587F351-9C28-4B64-951B-DB347781087F}"/>
              </a:ext>
            </a:extLst>
          </p:cNvPr>
          <p:cNvSpPr txBox="1"/>
          <p:nvPr/>
        </p:nvSpPr>
        <p:spPr>
          <a:xfrm>
            <a:off x="3107399" y="915938"/>
            <a:ext cx="9765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4000" dirty="0">
                <a:solidFill>
                  <a:srgbClr val="FF5050"/>
                </a:solidFill>
                <a:latin typeface="Akrobat Thin" panose="00000300000000000000" pitchFamily="50" charset="0"/>
              </a:rPr>
              <a:t>01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92ED90-618F-4204-B331-7489A01845ED}"/>
              </a:ext>
            </a:extLst>
          </p:cNvPr>
          <p:cNvSpPr txBox="1"/>
          <p:nvPr/>
        </p:nvSpPr>
        <p:spPr>
          <a:xfrm>
            <a:off x="2532742" y="2479969"/>
            <a:ext cx="9765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4000" dirty="0">
                <a:solidFill>
                  <a:srgbClr val="FFC000"/>
                </a:solidFill>
                <a:latin typeface="Akrobat Thin" panose="00000300000000000000" pitchFamily="50" charset="0"/>
              </a:rPr>
              <a:t>02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25F1D8-B92A-42FF-A7A1-DEF48C5B113E}"/>
              </a:ext>
            </a:extLst>
          </p:cNvPr>
          <p:cNvSpPr txBox="1"/>
          <p:nvPr/>
        </p:nvSpPr>
        <p:spPr>
          <a:xfrm>
            <a:off x="1682126" y="3998050"/>
            <a:ext cx="9765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4000" dirty="0">
                <a:solidFill>
                  <a:srgbClr val="009999"/>
                </a:solidFill>
                <a:latin typeface="Akrobat Thin" panose="00000300000000000000" pitchFamily="50" charset="0"/>
              </a:rPr>
              <a:t>03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4796BB-7AFF-43EC-B678-D316880040A3}"/>
              </a:ext>
            </a:extLst>
          </p:cNvPr>
          <p:cNvSpPr txBox="1"/>
          <p:nvPr/>
        </p:nvSpPr>
        <p:spPr>
          <a:xfrm>
            <a:off x="661172" y="5392091"/>
            <a:ext cx="9765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4000" dirty="0">
                <a:solidFill>
                  <a:srgbClr val="9966FF"/>
                </a:solidFill>
                <a:latin typeface="Akrobat Thin" panose="00000300000000000000" pitchFamily="50" charset="0"/>
              </a:rPr>
              <a:t>04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3850CB0-6CA0-43C2-BB5A-2C726104BE58}"/>
              </a:ext>
            </a:extLst>
          </p:cNvPr>
          <p:cNvSpPr/>
          <p:nvPr/>
        </p:nvSpPr>
        <p:spPr>
          <a:xfrm>
            <a:off x="3999967" y="2411617"/>
            <a:ext cx="4114804" cy="844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</a:pPr>
            <a:r>
              <a:rPr lang="en-MY" sz="24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400" dirty="0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426788-6404-40F5-BE7B-57A2541B0AA5}"/>
              </a:ext>
            </a:extLst>
          </p:cNvPr>
          <p:cNvSpPr/>
          <p:nvPr/>
        </p:nvSpPr>
        <p:spPr>
          <a:xfrm>
            <a:off x="4662712" y="865072"/>
            <a:ext cx="4114804" cy="844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</a:pPr>
            <a:r>
              <a:rPr lang="en-MY" sz="24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400" dirty="0">
              <a:solidFill>
                <a:schemeClr val="bg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179E57A-4683-4027-AFFD-E500F1641605}"/>
              </a:ext>
            </a:extLst>
          </p:cNvPr>
          <p:cNvSpPr/>
          <p:nvPr/>
        </p:nvSpPr>
        <p:spPr>
          <a:xfrm>
            <a:off x="3204959" y="3908380"/>
            <a:ext cx="4114804" cy="844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</a:pPr>
            <a:r>
              <a:rPr lang="en-MY" sz="24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400" dirty="0">
              <a:solidFill>
                <a:schemeClr val="bg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FB54947-DB19-4C60-B3FC-BD82DEE85089}"/>
              </a:ext>
            </a:extLst>
          </p:cNvPr>
          <p:cNvSpPr/>
          <p:nvPr/>
        </p:nvSpPr>
        <p:spPr>
          <a:xfrm>
            <a:off x="2281429" y="5415954"/>
            <a:ext cx="4114804" cy="844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</a:pPr>
            <a:r>
              <a:rPr lang="en-MY" sz="24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766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33ADD3A1-86A7-485C-B1E7-D0F52181E0B8}"/>
              </a:ext>
            </a:extLst>
          </p:cNvPr>
          <p:cNvGrpSpPr/>
          <p:nvPr/>
        </p:nvGrpSpPr>
        <p:grpSpPr>
          <a:xfrm>
            <a:off x="5334000" y="1741169"/>
            <a:ext cx="1524000" cy="1998980"/>
            <a:chOff x="5334000" y="1741169"/>
            <a:chExt cx="1524000" cy="199898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436649FF-555C-408E-8E40-5FC3759C2BFE}"/>
                </a:ext>
              </a:extLst>
            </p:cNvPr>
            <p:cNvSpPr/>
            <p:nvPr/>
          </p:nvSpPr>
          <p:spPr>
            <a:xfrm>
              <a:off x="5334000" y="1741169"/>
              <a:ext cx="1524000" cy="1679666"/>
            </a:xfrm>
            <a:prstGeom prst="round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08C77D03-127C-451A-BC42-B0E695A7C5F8}"/>
                </a:ext>
              </a:extLst>
            </p:cNvPr>
            <p:cNvSpPr/>
            <p:nvPr/>
          </p:nvSpPr>
          <p:spPr>
            <a:xfrm rot="10800000">
              <a:off x="5914571" y="3391807"/>
              <a:ext cx="362857" cy="348342"/>
            </a:xfrm>
            <a:prstGeom prst="triangle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2A08B1C-CF77-4D44-8B7B-9037E918A8BB}"/>
              </a:ext>
            </a:extLst>
          </p:cNvPr>
          <p:cNvGrpSpPr/>
          <p:nvPr/>
        </p:nvGrpSpPr>
        <p:grpSpPr>
          <a:xfrm>
            <a:off x="7300686" y="1741169"/>
            <a:ext cx="1524000" cy="1998980"/>
            <a:chOff x="7300686" y="1741169"/>
            <a:chExt cx="1524000" cy="199898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50EAAA9-5337-49DB-A8AE-6B21B7AADD78}"/>
                </a:ext>
              </a:extLst>
            </p:cNvPr>
            <p:cNvSpPr/>
            <p:nvPr/>
          </p:nvSpPr>
          <p:spPr>
            <a:xfrm>
              <a:off x="7300686" y="1741169"/>
              <a:ext cx="1524000" cy="1679666"/>
            </a:xfrm>
            <a:prstGeom prst="round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C179BE2F-FF52-4494-8B06-7C02AEE7DF64}"/>
                </a:ext>
              </a:extLst>
            </p:cNvPr>
            <p:cNvSpPr/>
            <p:nvPr/>
          </p:nvSpPr>
          <p:spPr>
            <a:xfrm rot="10800000">
              <a:off x="7881257" y="3391807"/>
              <a:ext cx="362857" cy="348342"/>
            </a:xfrm>
            <a:prstGeom prst="triangle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0DBEF98-F33F-4124-BD54-CA72453790FA}"/>
              </a:ext>
            </a:extLst>
          </p:cNvPr>
          <p:cNvGrpSpPr/>
          <p:nvPr/>
        </p:nvGrpSpPr>
        <p:grpSpPr>
          <a:xfrm>
            <a:off x="9267372" y="1741169"/>
            <a:ext cx="1524000" cy="1998980"/>
            <a:chOff x="9267372" y="1741169"/>
            <a:chExt cx="1524000" cy="199898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E53AEC1-8F8B-4445-8C98-507AFC57E921}"/>
                </a:ext>
              </a:extLst>
            </p:cNvPr>
            <p:cNvSpPr/>
            <p:nvPr/>
          </p:nvSpPr>
          <p:spPr>
            <a:xfrm>
              <a:off x="9267372" y="1741169"/>
              <a:ext cx="1524000" cy="1679666"/>
            </a:xfrm>
            <a:prstGeom prst="round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76C862EE-E9D6-49B6-A0A1-6C7F27895080}"/>
                </a:ext>
              </a:extLst>
            </p:cNvPr>
            <p:cNvSpPr/>
            <p:nvPr/>
          </p:nvSpPr>
          <p:spPr>
            <a:xfrm rot="10800000">
              <a:off x="9847943" y="3391807"/>
              <a:ext cx="362857" cy="348342"/>
            </a:xfrm>
            <a:prstGeom prst="triangle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385C08E-2F53-428A-8958-A942B3C09F67}"/>
              </a:ext>
            </a:extLst>
          </p:cNvPr>
          <p:cNvGrpSpPr/>
          <p:nvPr/>
        </p:nvGrpSpPr>
        <p:grpSpPr>
          <a:xfrm>
            <a:off x="3367312" y="1741169"/>
            <a:ext cx="1524000" cy="1998980"/>
            <a:chOff x="3367312" y="1741169"/>
            <a:chExt cx="1524000" cy="199898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577E940-2C1D-455F-A68B-3D3993313779}"/>
                </a:ext>
              </a:extLst>
            </p:cNvPr>
            <p:cNvSpPr/>
            <p:nvPr/>
          </p:nvSpPr>
          <p:spPr>
            <a:xfrm>
              <a:off x="3367312" y="1741169"/>
              <a:ext cx="1524000" cy="1679666"/>
            </a:xfrm>
            <a:prstGeom prst="round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F2DAF629-28A0-446D-B36F-A440D49AAE23}"/>
                </a:ext>
              </a:extLst>
            </p:cNvPr>
            <p:cNvSpPr/>
            <p:nvPr/>
          </p:nvSpPr>
          <p:spPr>
            <a:xfrm rot="10800000">
              <a:off x="3947883" y="3391807"/>
              <a:ext cx="362857" cy="348342"/>
            </a:xfrm>
            <a:prstGeom prst="triangle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EF25A3D-9572-4CE0-9A35-FB4106BDC439}"/>
              </a:ext>
            </a:extLst>
          </p:cNvPr>
          <p:cNvGrpSpPr/>
          <p:nvPr/>
        </p:nvGrpSpPr>
        <p:grpSpPr>
          <a:xfrm>
            <a:off x="1400624" y="1741169"/>
            <a:ext cx="1524000" cy="1998980"/>
            <a:chOff x="1400624" y="1741169"/>
            <a:chExt cx="1524000" cy="199898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8711139-9AAE-45A8-8BDD-B6591F3CBD5B}"/>
                </a:ext>
              </a:extLst>
            </p:cNvPr>
            <p:cNvSpPr/>
            <p:nvPr/>
          </p:nvSpPr>
          <p:spPr>
            <a:xfrm>
              <a:off x="1400624" y="1741169"/>
              <a:ext cx="1524000" cy="1679666"/>
            </a:xfrm>
            <a:prstGeom prst="round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2A243812-7C6C-4EFD-8787-1661DAE4CC34}"/>
                </a:ext>
              </a:extLst>
            </p:cNvPr>
            <p:cNvSpPr/>
            <p:nvPr/>
          </p:nvSpPr>
          <p:spPr>
            <a:xfrm rot="10800000">
              <a:off x="1981195" y="3391807"/>
              <a:ext cx="362857" cy="348342"/>
            </a:xfrm>
            <a:prstGeom prst="triangle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52E93FD5-D3CC-4B72-A23F-1405412B7AFA}"/>
              </a:ext>
            </a:extLst>
          </p:cNvPr>
          <p:cNvSpPr/>
          <p:nvPr/>
        </p:nvSpPr>
        <p:spPr>
          <a:xfrm>
            <a:off x="-145143" y="3972376"/>
            <a:ext cx="12438743" cy="4571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D65F26D-3C7A-4AA3-A6B2-9AD209A715A6}"/>
              </a:ext>
            </a:extLst>
          </p:cNvPr>
          <p:cNvSpPr/>
          <p:nvPr/>
        </p:nvSpPr>
        <p:spPr>
          <a:xfrm>
            <a:off x="2047869" y="3868054"/>
            <a:ext cx="246743" cy="246743"/>
          </a:xfrm>
          <a:prstGeom prst="ellipse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F7CE3BC-4710-4981-9C9E-D0D56529F478}"/>
              </a:ext>
            </a:extLst>
          </p:cNvPr>
          <p:cNvSpPr/>
          <p:nvPr/>
        </p:nvSpPr>
        <p:spPr>
          <a:xfrm>
            <a:off x="4005939" y="3849004"/>
            <a:ext cx="246743" cy="246743"/>
          </a:xfrm>
          <a:prstGeom prst="ellipse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817874B-EF75-48F3-94AF-7E479B74F822}"/>
              </a:ext>
            </a:extLst>
          </p:cNvPr>
          <p:cNvSpPr/>
          <p:nvPr/>
        </p:nvSpPr>
        <p:spPr>
          <a:xfrm>
            <a:off x="5972628" y="3868053"/>
            <a:ext cx="246743" cy="246743"/>
          </a:xfrm>
          <a:prstGeom prst="ellipse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D38F1F0-87EA-4F12-8D21-CB641C1EF620}"/>
              </a:ext>
            </a:extLst>
          </p:cNvPr>
          <p:cNvSpPr/>
          <p:nvPr/>
        </p:nvSpPr>
        <p:spPr>
          <a:xfrm>
            <a:off x="7939317" y="3887102"/>
            <a:ext cx="246743" cy="246743"/>
          </a:xfrm>
          <a:prstGeom prst="ellipse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12138D0-0FFC-4C45-9316-9C8744126064}"/>
              </a:ext>
            </a:extLst>
          </p:cNvPr>
          <p:cNvSpPr/>
          <p:nvPr/>
        </p:nvSpPr>
        <p:spPr>
          <a:xfrm>
            <a:off x="9906006" y="3906151"/>
            <a:ext cx="246743" cy="246743"/>
          </a:xfrm>
          <a:prstGeom prst="ellipse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C5E7AB-1118-4988-B795-DD3604545DE5}"/>
              </a:ext>
            </a:extLst>
          </p:cNvPr>
          <p:cNvSpPr/>
          <p:nvPr/>
        </p:nvSpPr>
        <p:spPr>
          <a:xfrm>
            <a:off x="5233504" y="4569636"/>
            <a:ext cx="1724990" cy="1608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MY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ileron Thin" panose="00000300000000000000" pitchFamily="50" charset="0"/>
              </a:rPr>
              <a:t>Lorem ipsum dolor sit amet, consectetur</a:t>
            </a:r>
            <a:endParaRPr lang="en-MY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BE5C41-C484-4FB4-8825-0953AAB7CCDB}"/>
              </a:ext>
            </a:extLst>
          </p:cNvPr>
          <p:cNvSpPr/>
          <p:nvPr/>
        </p:nvSpPr>
        <p:spPr>
          <a:xfrm>
            <a:off x="7200190" y="4586607"/>
            <a:ext cx="1724990" cy="1608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MY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ileron Thin" panose="00000300000000000000" pitchFamily="50" charset="0"/>
              </a:rPr>
              <a:t>Lorem ipsum dolor sit amet, consectetur</a:t>
            </a:r>
            <a:endParaRPr lang="en-MY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31DFDF-9DC7-4AC8-B90D-65144D81F8D5}"/>
              </a:ext>
            </a:extLst>
          </p:cNvPr>
          <p:cNvSpPr/>
          <p:nvPr/>
        </p:nvSpPr>
        <p:spPr>
          <a:xfrm>
            <a:off x="9166876" y="4603578"/>
            <a:ext cx="1724990" cy="1608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MY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ileron Thin" panose="00000300000000000000" pitchFamily="50" charset="0"/>
              </a:rPr>
              <a:t>Lorem ipsum dolor sit amet, consectetur</a:t>
            </a:r>
            <a:endParaRPr lang="en-MY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EF8396-2D61-47BA-926D-21D057D28BB9}"/>
              </a:ext>
            </a:extLst>
          </p:cNvPr>
          <p:cNvSpPr/>
          <p:nvPr/>
        </p:nvSpPr>
        <p:spPr>
          <a:xfrm>
            <a:off x="3266818" y="4569636"/>
            <a:ext cx="1724990" cy="1608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MY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ileron Thin" panose="00000300000000000000" pitchFamily="50" charset="0"/>
              </a:rPr>
              <a:t>Lorem ipsum dolor sit amet, consectetur</a:t>
            </a:r>
            <a:endParaRPr lang="en-MY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27550E-87CB-438A-B0EA-591EC3E3C3C4}"/>
              </a:ext>
            </a:extLst>
          </p:cNvPr>
          <p:cNvSpPr/>
          <p:nvPr/>
        </p:nvSpPr>
        <p:spPr>
          <a:xfrm>
            <a:off x="1300132" y="4569636"/>
            <a:ext cx="1724990" cy="1608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MY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ileron Thin" panose="00000300000000000000" pitchFamily="50" charset="0"/>
              </a:rPr>
              <a:t>Lorem ipsum dolor sit amet, consectetur</a:t>
            </a:r>
            <a:endParaRPr lang="en-MY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982AE3-6EBF-48D0-8CD8-7628DF4489D5}"/>
              </a:ext>
            </a:extLst>
          </p:cNvPr>
          <p:cNvSpPr txBox="1"/>
          <p:nvPr/>
        </p:nvSpPr>
        <p:spPr>
          <a:xfrm>
            <a:off x="3381375" y="162520"/>
            <a:ext cx="54292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5400" dirty="0">
                <a:solidFill>
                  <a:srgbClr val="767171"/>
                </a:solidFill>
                <a:latin typeface="Akrobat Thin" panose="00000300000000000000" pitchFamily="50" charset="0"/>
              </a:rPr>
              <a:t>BUSINESS STRATEGY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15A4978-B90C-41F9-8F3D-641FD7977ACF}"/>
              </a:ext>
            </a:extLst>
          </p:cNvPr>
          <p:cNvCxnSpPr/>
          <p:nvPr/>
        </p:nvCxnSpPr>
        <p:spPr>
          <a:xfrm>
            <a:off x="3714750" y="1238250"/>
            <a:ext cx="4724400" cy="0"/>
          </a:xfrm>
          <a:prstGeom prst="line">
            <a:avLst/>
          </a:prstGeom>
          <a:ln>
            <a:solidFill>
              <a:srgbClr val="767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raphic 32" descr="Magnifying glass">
            <a:extLst>
              <a:ext uri="{FF2B5EF4-FFF2-40B4-BE49-F238E27FC236}">
                <a16:creationId xmlns:a16="http://schemas.microsoft.com/office/drawing/2014/main" id="{292D3BB3-BD5D-419F-9169-7BB8C7DF5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68312" y="2073354"/>
            <a:ext cx="914400" cy="914400"/>
          </a:xfrm>
          <a:prstGeom prst="rect">
            <a:avLst/>
          </a:prstGeom>
        </p:spPr>
      </p:pic>
      <p:pic>
        <p:nvPicPr>
          <p:cNvPr id="35" name="Graphic 34" descr="Single gear">
            <a:extLst>
              <a:ext uri="{FF2B5EF4-FFF2-40B4-BE49-F238E27FC236}">
                <a16:creationId xmlns:a16="http://schemas.microsoft.com/office/drawing/2014/main" id="{6A49EEB9-EE7C-4AEF-8902-67E1CCF80D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1680" y="2116635"/>
            <a:ext cx="914400" cy="914400"/>
          </a:xfrm>
          <a:prstGeom prst="rect">
            <a:avLst/>
          </a:prstGeom>
        </p:spPr>
      </p:pic>
      <p:pic>
        <p:nvPicPr>
          <p:cNvPr id="37" name="Graphic 36" descr="Gears">
            <a:extLst>
              <a:ext uri="{FF2B5EF4-FFF2-40B4-BE49-F238E27FC236}">
                <a16:creationId xmlns:a16="http://schemas.microsoft.com/office/drawing/2014/main" id="{572BE0A8-6BEE-40E0-9E90-642EFC2FF9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07743" y="2132331"/>
            <a:ext cx="914400" cy="914400"/>
          </a:xfrm>
          <a:prstGeom prst="rect">
            <a:avLst/>
          </a:prstGeom>
        </p:spPr>
      </p:pic>
      <p:pic>
        <p:nvPicPr>
          <p:cNvPr id="39" name="Graphic 38" descr="Head with gears">
            <a:extLst>
              <a:ext uri="{FF2B5EF4-FFF2-40B4-BE49-F238E27FC236}">
                <a16:creationId xmlns:a16="http://schemas.microsoft.com/office/drawing/2014/main" id="{3DB62F13-5A5F-421C-8005-1D5BAB6325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52979" y="2109288"/>
            <a:ext cx="914400" cy="914400"/>
          </a:xfrm>
          <a:prstGeom prst="rect">
            <a:avLst/>
          </a:prstGeom>
        </p:spPr>
      </p:pic>
      <p:pic>
        <p:nvPicPr>
          <p:cNvPr id="41" name="Graphic 40" descr="Lightbulb">
            <a:extLst>
              <a:ext uri="{FF2B5EF4-FFF2-40B4-BE49-F238E27FC236}">
                <a16:creationId xmlns:a16="http://schemas.microsoft.com/office/drawing/2014/main" id="{6A241F11-E5CA-4ED7-AA11-83413B4D479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72171" y="210928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697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4" presetClass="entr" presetSubtype="1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7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4" presetClass="entr" presetSubtype="1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1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14" presetClass="entr" presetSubtype="1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13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4" presetClass="entr" presetSubtype="1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16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4" presetClass="entr" presetSubtype="1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19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8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49" presetClass="entr" presetSubtype="0" decel="10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49" presetClass="entr" presetSubtype="0" decel="100000" fill="hold" grpId="0" nodeType="withEffect">
                                      <p:stCondLst>
                                        <p:cond delay="21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49" presetClass="entr" presetSubtype="0" decel="10000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49" presetClass="entr" presetSubtype="0" decel="10000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4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7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49" presetClass="entr" presetSubtype="0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2" presetClass="entr" presetSubtype="1" accel="46000" fill="hold" nodeType="withEffect" p14:presetBounceEnd="28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56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57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8" presetID="2" presetClass="entr" presetSubtype="1" accel="46000" fill="hold" nodeType="withEffect" p14:presetBounceEnd="28000">
                                      <p:stCondLst>
                                        <p:cond delay="35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60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61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2" presetID="2" presetClass="entr" presetSubtype="1" accel="46000" fill="hold" nodeType="withEffect" p14:presetBounceEnd="28000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6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65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6" presetID="2" presetClass="entr" presetSubtype="1" accel="46000" fill="hold" nodeType="withEffect" p14:presetBounceEnd="28000">
                                      <p:stCondLst>
                                        <p:cond delay="55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68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69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2" presetClass="entr" presetSubtype="1" accel="46000" fill="hold" nodeType="withEffect" p14:presetBounceEnd="28000">
                                      <p:stCondLst>
                                        <p:cond delay="65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72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73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4" presetID="2" presetClass="entr" presetSubtype="1" decel="10000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6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7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8" presetID="50" presetClass="entr" presetSubtype="0" decel="10000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49" presetClass="entr" presetSubtype="0" decel="10000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49" presetClass="entr" presetSubtype="0" decel="10000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1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2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49" presetClass="entr" presetSubtype="0" decel="10000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0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49" presetClass="entr" presetSubtype="0" decel="10000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5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49" presetClass="entr" presetSubtype="0" decel="10000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9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1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5" grpId="0" animBg="1"/>
          <p:bldP spid="16" grpId="0" animBg="1"/>
          <p:bldP spid="17" grpId="0" animBg="1"/>
          <p:bldP spid="18" grpId="0" animBg="1"/>
          <p:bldP spid="19" grpId="0" animBg="1"/>
          <p:bldP spid="20" grpId="0"/>
          <p:bldP spid="21" grpId="0"/>
          <p:bldP spid="22" grpId="0"/>
          <p:bldP spid="23" grpId="0"/>
          <p:bldP spid="24" grpId="0"/>
          <p:bldP spid="3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4" presetClass="entr" presetSubtype="1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7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4" presetClass="entr" presetSubtype="1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1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14" presetClass="entr" presetSubtype="1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13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4" presetClass="entr" presetSubtype="1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16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4" presetClass="entr" presetSubtype="1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19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8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49" presetClass="entr" presetSubtype="0" decel="10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49" presetClass="entr" presetSubtype="0" decel="100000" fill="hold" grpId="0" nodeType="withEffect">
                                      <p:stCondLst>
                                        <p:cond delay="21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49" presetClass="entr" presetSubtype="0" decel="10000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49" presetClass="entr" presetSubtype="0" decel="10000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4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7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49" presetClass="entr" presetSubtype="0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2" presetClass="entr" presetSubtype="1" accel="4600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6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7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8" presetID="2" presetClass="entr" presetSubtype="1" accel="46000" fill="hold" nodeType="withEffect">
                                      <p:stCondLst>
                                        <p:cond delay="35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0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1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2" presetID="2" presetClass="entr" presetSubtype="1" accel="46000" fill="hold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5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6" presetID="2" presetClass="entr" presetSubtype="1" accel="46000" fill="hold" nodeType="withEffect">
                                      <p:stCondLst>
                                        <p:cond delay="55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8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9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2" presetClass="entr" presetSubtype="1" accel="46000" fill="hold" nodeType="withEffect">
                                      <p:stCondLst>
                                        <p:cond delay="65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2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3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4" presetID="2" presetClass="entr" presetSubtype="1" decel="10000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6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7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8" presetID="50" presetClass="entr" presetSubtype="0" decel="10000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49" presetClass="entr" presetSubtype="0" decel="10000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49" presetClass="entr" presetSubtype="0" decel="10000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1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2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49" presetClass="entr" presetSubtype="0" decel="10000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0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49" presetClass="entr" presetSubtype="0" decel="10000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5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49" presetClass="entr" presetSubtype="0" decel="10000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9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1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5" grpId="0" animBg="1"/>
          <p:bldP spid="16" grpId="0" animBg="1"/>
          <p:bldP spid="17" grpId="0" animBg="1"/>
          <p:bldP spid="18" grpId="0" animBg="1"/>
          <p:bldP spid="19" grpId="0" animBg="1"/>
          <p:bldP spid="20" grpId="0"/>
          <p:bldP spid="21" grpId="0"/>
          <p:bldP spid="22" grpId="0"/>
          <p:bldP spid="23" grpId="0"/>
          <p:bldP spid="24" grpId="0"/>
          <p:bldP spid="30" grpId="0"/>
        </p:bldLst>
      </p:timing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DB3A5DD-28EB-4AF4-AA43-6A6C5CCBBAC3}"/>
              </a:ext>
            </a:extLst>
          </p:cNvPr>
          <p:cNvSpPr/>
          <p:nvPr/>
        </p:nvSpPr>
        <p:spPr>
          <a:xfrm>
            <a:off x="4895850" y="1943100"/>
            <a:ext cx="2400300" cy="24003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D9D7C81-FA60-40FA-9443-7FF23D994721}"/>
              </a:ext>
            </a:extLst>
          </p:cNvPr>
          <p:cNvSpPr/>
          <p:nvPr/>
        </p:nvSpPr>
        <p:spPr>
          <a:xfrm>
            <a:off x="8439150" y="1943100"/>
            <a:ext cx="2400300" cy="24003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86C3752-8B27-4D85-BFE7-1DBA908B050C}"/>
              </a:ext>
            </a:extLst>
          </p:cNvPr>
          <p:cNvSpPr/>
          <p:nvPr/>
        </p:nvSpPr>
        <p:spPr>
          <a:xfrm>
            <a:off x="1352550" y="1943100"/>
            <a:ext cx="2400300" cy="24003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696D8A-CB4D-4FD2-8F5C-B6ED810BA060}"/>
              </a:ext>
            </a:extLst>
          </p:cNvPr>
          <p:cNvSpPr/>
          <p:nvPr/>
        </p:nvSpPr>
        <p:spPr>
          <a:xfrm>
            <a:off x="5628817" y="4521200"/>
            <a:ext cx="1533983" cy="1594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MY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7A0058-1F7E-4DFA-84EC-8F8D3E384503}"/>
              </a:ext>
            </a:extLst>
          </p:cNvPr>
          <p:cNvSpPr txBox="1"/>
          <p:nvPr/>
        </p:nvSpPr>
        <p:spPr>
          <a:xfrm>
            <a:off x="5029200" y="4584700"/>
            <a:ext cx="71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800" dirty="0">
                <a:solidFill>
                  <a:schemeClr val="bg1"/>
                </a:solidFill>
                <a:latin typeface="Bebas Neue" panose="020B0606020202050201" pitchFamily="34" charset="0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0B132F-9113-42E1-AFE2-FEAB9983A6A1}"/>
              </a:ext>
            </a:extLst>
          </p:cNvPr>
          <p:cNvSpPr/>
          <p:nvPr/>
        </p:nvSpPr>
        <p:spPr>
          <a:xfrm>
            <a:off x="9305467" y="4521200"/>
            <a:ext cx="1533983" cy="1594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MY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54E971-CE2C-4080-A6BE-1A0242F02623}"/>
              </a:ext>
            </a:extLst>
          </p:cNvPr>
          <p:cNvSpPr txBox="1"/>
          <p:nvPr/>
        </p:nvSpPr>
        <p:spPr>
          <a:xfrm>
            <a:off x="8705850" y="4584700"/>
            <a:ext cx="71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800" dirty="0">
                <a:solidFill>
                  <a:schemeClr val="bg1"/>
                </a:solidFill>
                <a:latin typeface="Bebas Neue" panose="020B0606020202050201" pitchFamily="34" charset="0"/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85BA42-80E8-4494-B9F0-A9B0E81DD7EA}"/>
              </a:ext>
            </a:extLst>
          </p:cNvPr>
          <p:cNvSpPr/>
          <p:nvPr/>
        </p:nvSpPr>
        <p:spPr>
          <a:xfrm>
            <a:off x="1948992" y="4572433"/>
            <a:ext cx="1533983" cy="1594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MY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D14F99-9114-44F6-B737-7F2245F608F6}"/>
              </a:ext>
            </a:extLst>
          </p:cNvPr>
          <p:cNvSpPr txBox="1"/>
          <p:nvPr/>
        </p:nvSpPr>
        <p:spPr>
          <a:xfrm>
            <a:off x="1349375" y="4635933"/>
            <a:ext cx="71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800" dirty="0">
                <a:solidFill>
                  <a:schemeClr val="bg1"/>
                </a:solidFill>
                <a:latin typeface="Bebas Neue" panose="020B0606020202050201" pitchFamily="34" charset="0"/>
              </a:rPr>
              <a:t>01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BC4C7F-85EA-4EE9-A5C7-AEFEF54BA33A}"/>
              </a:ext>
            </a:extLst>
          </p:cNvPr>
          <p:cNvCxnSpPr/>
          <p:nvPr/>
        </p:nvCxnSpPr>
        <p:spPr>
          <a:xfrm>
            <a:off x="1885492" y="4635933"/>
            <a:ext cx="0" cy="153078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150B549-73F7-4111-A5FB-7AB0406EB66A}"/>
              </a:ext>
            </a:extLst>
          </p:cNvPr>
          <p:cNvCxnSpPr/>
          <p:nvPr/>
        </p:nvCxnSpPr>
        <p:spPr>
          <a:xfrm>
            <a:off x="5571209" y="4635933"/>
            <a:ext cx="0" cy="153078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48694C-B0F8-430E-ADAE-D66C0A7AEAE1}"/>
              </a:ext>
            </a:extLst>
          </p:cNvPr>
          <p:cNvCxnSpPr/>
          <p:nvPr/>
        </p:nvCxnSpPr>
        <p:spPr>
          <a:xfrm>
            <a:off x="9248317" y="4635933"/>
            <a:ext cx="0" cy="153078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 descr="Bank">
            <a:extLst>
              <a:ext uri="{FF2B5EF4-FFF2-40B4-BE49-F238E27FC236}">
                <a16:creationId xmlns:a16="http://schemas.microsoft.com/office/drawing/2014/main" id="{41B200BB-CC70-48FB-B0AB-9B60850A1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5769" y="2272259"/>
            <a:ext cx="1520461" cy="1520461"/>
          </a:xfrm>
          <a:prstGeom prst="rect">
            <a:avLst/>
          </a:prstGeom>
        </p:spPr>
      </p:pic>
      <p:pic>
        <p:nvPicPr>
          <p:cNvPr id="21" name="Graphic 20" descr="Briefcase">
            <a:extLst>
              <a:ext uri="{FF2B5EF4-FFF2-40B4-BE49-F238E27FC236}">
                <a16:creationId xmlns:a16="http://schemas.microsoft.com/office/drawing/2014/main" id="{6A69F04C-B069-4A2A-A2FF-8B1677F346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3217" y="2383019"/>
            <a:ext cx="1520461" cy="1520461"/>
          </a:xfrm>
          <a:prstGeom prst="rect">
            <a:avLst/>
          </a:prstGeom>
        </p:spPr>
      </p:pic>
      <p:pic>
        <p:nvPicPr>
          <p:cNvPr id="23" name="Graphic 22" descr="Handshake">
            <a:extLst>
              <a:ext uri="{FF2B5EF4-FFF2-40B4-BE49-F238E27FC236}">
                <a16:creationId xmlns:a16="http://schemas.microsoft.com/office/drawing/2014/main" id="{ABF690D9-AD28-4591-8F8E-6D8824B3C6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79069" y="2452189"/>
            <a:ext cx="1520461" cy="152046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E90A0B2-089C-4063-99C8-A1CA20EF9E35}"/>
              </a:ext>
            </a:extLst>
          </p:cNvPr>
          <p:cNvSpPr txBox="1"/>
          <p:nvPr/>
        </p:nvSpPr>
        <p:spPr>
          <a:xfrm>
            <a:off x="3381375" y="341366"/>
            <a:ext cx="54292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5400" dirty="0">
                <a:solidFill>
                  <a:schemeClr val="bg1"/>
                </a:solidFill>
                <a:latin typeface="Akrobat Thin" panose="00000300000000000000" pitchFamily="50" charset="0"/>
              </a:rPr>
              <a:t>BUSINESS STRATEGY</a:t>
            </a:r>
          </a:p>
        </p:txBody>
      </p:sp>
    </p:spTree>
    <p:extLst>
      <p:ext uri="{BB962C8B-B14F-4D97-AF65-F5344CB8AC3E}">
        <p14:creationId xmlns:p14="http://schemas.microsoft.com/office/powerpoint/2010/main" val="779285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10" grpId="0"/>
      <p:bldP spid="11" grpId="0"/>
      <p:bldP spid="12" grpId="0"/>
      <p:bldP spid="13" grpId="0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ata 3">
            <a:extLst>
              <a:ext uri="{FF2B5EF4-FFF2-40B4-BE49-F238E27FC236}">
                <a16:creationId xmlns:a16="http://schemas.microsoft.com/office/drawing/2014/main" id="{592AAACE-A48D-45ED-98FE-E30EA45D1F6F}"/>
              </a:ext>
            </a:extLst>
          </p:cNvPr>
          <p:cNvSpPr/>
          <p:nvPr/>
        </p:nvSpPr>
        <p:spPr>
          <a:xfrm rot="5400000">
            <a:off x="4340944" y="-6212758"/>
            <a:ext cx="3047998" cy="12654116"/>
          </a:xfrm>
          <a:prstGeom prst="flowChartInputOutput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Flowchart: Data 4">
            <a:extLst>
              <a:ext uri="{FF2B5EF4-FFF2-40B4-BE49-F238E27FC236}">
                <a16:creationId xmlns:a16="http://schemas.microsoft.com/office/drawing/2014/main" id="{6A3C5DB4-3A8D-4346-A187-DCD35E08BDD4}"/>
              </a:ext>
            </a:extLst>
          </p:cNvPr>
          <p:cNvSpPr/>
          <p:nvPr/>
        </p:nvSpPr>
        <p:spPr>
          <a:xfrm rot="5400000">
            <a:off x="4340945" y="1253031"/>
            <a:ext cx="3047998" cy="12654116"/>
          </a:xfrm>
          <a:prstGeom prst="flowChartInputOutput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7C83DA-5137-43A8-92DB-87DA1B5D1477}"/>
              </a:ext>
            </a:extLst>
          </p:cNvPr>
          <p:cNvSpPr txBox="1"/>
          <p:nvPr/>
        </p:nvSpPr>
        <p:spPr>
          <a:xfrm>
            <a:off x="1790700" y="309738"/>
            <a:ext cx="9906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MY" sz="8800" dirty="0">
                <a:solidFill>
                  <a:schemeClr val="bg1"/>
                </a:solidFill>
                <a:latin typeface="Bebas Neue" panose="020B0606020202050201" pitchFamily="34" charset="0"/>
              </a:rPr>
              <a:t>BUSINESS STRATEGY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C7D022-8A18-4E38-941D-6CD98ADE65CC}"/>
              </a:ext>
            </a:extLst>
          </p:cNvPr>
          <p:cNvSpPr/>
          <p:nvPr/>
        </p:nvSpPr>
        <p:spPr>
          <a:xfrm rot="539929">
            <a:off x="5448299" y="1718409"/>
            <a:ext cx="1905000" cy="1905000"/>
          </a:xfrm>
          <a:prstGeom prst="rect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74C9C2-5006-491C-8614-19FFF4B77A38}"/>
              </a:ext>
            </a:extLst>
          </p:cNvPr>
          <p:cNvSpPr/>
          <p:nvPr/>
        </p:nvSpPr>
        <p:spPr>
          <a:xfrm rot="539929">
            <a:off x="7467599" y="2895600"/>
            <a:ext cx="1905000" cy="1905000"/>
          </a:xfrm>
          <a:prstGeom prst="rect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FF92EF-9E86-4EA3-9F00-DDFA0ADACDEE}"/>
              </a:ext>
            </a:extLst>
          </p:cNvPr>
          <p:cNvSpPr/>
          <p:nvPr/>
        </p:nvSpPr>
        <p:spPr>
          <a:xfrm rot="539929">
            <a:off x="9486899" y="4072791"/>
            <a:ext cx="1905000" cy="1905000"/>
          </a:xfrm>
          <a:prstGeom prst="rect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1" name="Graphic 10" descr="Open folder">
            <a:extLst>
              <a:ext uri="{FF2B5EF4-FFF2-40B4-BE49-F238E27FC236}">
                <a16:creationId xmlns:a16="http://schemas.microsoft.com/office/drawing/2014/main" id="{803708E5-0F41-4C38-85C0-554104E7A9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5028" y="2164865"/>
            <a:ext cx="914400" cy="914400"/>
          </a:xfrm>
          <a:prstGeom prst="rect">
            <a:avLst/>
          </a:prstGeom>
        </p:spPr>
      </p:pic>
      <p:pic>
        <p:nvPicPr>
          <p:cNvPr id="13" name="Graphic 12" descr="Employee badge">
            <a:extLst>
              <a:ext uri="{FF2B5EF4-FFF2-40B4-BE49-F238E27FC236}">
                <a16:creationId xmlns:a16="http://schemas.microsoft.com/office/drawing/2014/main" id="{CCB47A96-0014-4865-BCCE-44E39DF2FA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3163" y="3303470"/>
            <a:ext cx="914400" cy="914400"/>
          </a:xfrm>
          <a:prstGeom prst="rect">
            <a:avLst/>
          </a:prstGeom>
        </p:spPr>
      </p:pic>
      <p:pic>
        <p:nvPicPr>
          <p:cNvPr id="15" name="Graphic 14" descr="Meeting">
            <a:extLst>
              <a:ext uri="{FF2B5EF4-FFF2-40B4-BE49-F238E27FC236}">
                <a16:creationId xmlns:a16="http://schemas.microsoft.com/office/drawing/2014/main" id="{1246B80B-3C73-4002-BAD9-E69CCC65CE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65284" y="4553577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77E05D0-96C4-4ED8-B321-5FC8CACBB0B6}"/>
              </a:ext>
            </a:extLst>
          </p:cNvPr>
          <p:cNvSpPr txBox="1"/>
          <p:nvPr/>
        </p:nvSpPr>
        <p:spPr>
          <a:xfrm>
            <a:off x="7490560" y="1821663"/>
            <a:ext cx="71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dirty="0">
                <a:solidFill>
                  <a:srgbClr val="CC00CC"/>
                </a:solidFill>
                <a:latin typeface="Bebas Neue" panose="020B0606020202050201" pitchFamily="34" charset="0"/>
              </a:rPr>
              <a:t>01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7D0CC9-1120-4C67-994A-F0DA3732455E}"/>
              </a:ext>
            </a:extLst>
          </p:cNvPr>
          <p:cNvSpPr txBox="1"/>
          <p:nvPr/>
        </p:nvSpPr>
        <p:spPr>
          <a:xfrm>
            <a:off x="9511956" y="2933479"/>
            <a:ext cx="71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dirty="0">
                <a:solidFill>
                  <a:srgbClr val="CC00CC"/>
                </a:solidFill>
                <a:latin typeface="Bebas Neue" panose="020B0606020202050201" pitchFamily="34" charset="0"/>
              </a:rPr>
              <a:t>02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D85D05-2ADD-4A89-97EE-BB84FE4FA9C6}"/>
              </a:ext>
            </a:extLst>
          </p:cNvPr>
          <p:cNvSpPr txBox="1"/>
          <p:nvPr/>
        </p:nvSpPr>
        <p:spPr>
          <a:xfrm>
            <a:off x="11518838" y="4045295"/>
            <a:ext cx="71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dirty="0">
                <a:solidFill>
                  <a:srgbClr val="CC00CC"/>
                </a:solidFill>
                <a:latin typeface="Bebas Neue" panose="020B0606020202050201" pitchFamily="34" charset="0"/>
              </a:rPr>
              <a:t>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EEC434-2EAC-4FD8-911E-345A3E0CC6F9}"/>
              </a:ext>
            </a:extLst>
          </p:cNvPr>
          <p:cNvSpPr txBox="1"/>
          <p:nvPr/>
        </p:nvSpPr>
        <p:spPr>
          <a:xfrm>
            <a:off x="349630" y="5957151"/>
            <a:ext cx="21795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5400" dirty="0">
                <a:solidFill>
                  <a:schemeClr val="bg1"/>
                </a:solidFill>
                <a:latin typeface="Bebas Neue" panose="020B0606020202050201" pitchFamily="34" charset="0"/>
              </a:rPr>
              <a:t>PAGE 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3F3D5A-E8F0-4339-86A5-BFB2641AA77A}"/>
              </a:ext>
            </a:extLst>
          </p:cNvPr>
          <p:cNvSpPr/>
          <p:nvPr/>
        </p:nvSpPr>
        <p:spPr>
          <a:xfrm>
            <a:off x="-32195" y="2239611"/>
            <a:ext cx="4887809" cy="872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</a:pPr>
            <a:r>
              <a:rPr lang="en-MY" sz="2800" dirty="0">
                <a:solidFill>
                  <a:srgbClr val="CC00CC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800" dirty="0">
              <a:solidFill>
                <a:srgbClr val="CC00CC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7FBCAF-4778-4556-A42E-71C5339A06D9}"/>
              </a:ext>
            </a:extLst>
          </p:cNvPr>
          <p:cNvSpPr/>
          <p:nvPr/>
        </p:nvSpPr>
        <p:spPr>
          <a:xfrm>
            <a:off x="1104898" y="3729076"/>
            <a:ext cx="4887809" cy="872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</a:pPr>
            <a:r>
              <a:rPr lang="en-MY" sz="2800" dirty="0">
                <a:solidFill>
                  <a:srgbClr val="CC00CC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800" dirty="0">
              <a:solidFill>
                <a:srgbClr val="CC00CC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4DB34F-9C8A-4C62-89F1-DCD2474BEF12}"/>
              </a:ext>
            </a:extLst>
          </p:cNvPr>
          <p:cNvSpPr/>
          <p:nvPr/>
        </p:nvSpPr>
        <p:spPr>
          <a:xfrm>
            <a:off x="3085354" y="4912886"/>
            <a:ext cx="4887809" cy="872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</a:pPr>
            <a:r>
              <a:rPr lang="en-MY" sz="2800" dirty="0">
                <a:solidFill>
                  <a:srgbClr val="CC00CC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800" dirty="0">
              <a:solidFill>
                <a:srgbClr val="CC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023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accel="60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accel="60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9" grpId="0" animBg="1"/>
      <p:bldP spid="16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18EF1C-1EFC-4BAB-BD7A-BBF2F039F802}"/>
              </a:ext>
            </a:extLst>
          </p:cNvPr>
          <p:cNvSpPr/>
          <p:nvPr/>
        </p:nvSpPr>
        <p:spPr>
          <a:xfrm>
            <a:off x="323850" y="361950"/>
            <a:ext cx="11525250" cy="61531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7AAC01-FBB2-4D63-A8E7-C2CCF6C44776}"/>
              </a:ext>
            </a:extLst>
          </p:cNvPr>
          <p:cNvSpPr/>
          <p:nvPr/>
        </p:nvSpPr>
        <p:spPr>
          <a:xfrm>
            <a:off x="323850" y="361950"/>
            <a:ext cx="11525250" cy="61531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374C0D-E7F6-45D6-B243-E04828F5634C}"/>
              </a:ext>
            </a:extLst>
          </p:cNvPr>
          <p:cNvSpPr txBox="1"/>
          <p:nvPr/>
        </p:nvSpPr>
        <p:spPr>
          <a:xfrm>
            <a:off x="3371850" y="1133561"/>
            <a:ext cx="5429249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MY" sz="5400" dirty="0">
                <a:solidFill>
                  <a:schemeClr val="bg1"/>
                </a:solidFill>
                <a:latin typeface="Akrobat Thin" panose="00000300000000000000" pitchFamily="50" charset="0"/>
              </a:rPr>
              <a:t>BUSINESS STRATEGY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D400A8-ABAC-4418-BFE4-8B160CB3EA55}"/>
              </a:ext>
            </a:extLst>
          </p:cNvPr>
          <p:cNvSpPr/>
          <p:nvPr/>
        </p:nvSpPr>
        <p:spPr>
          <a:xfrm>
            <a:off x="5276569" y="3195816"/>
            <a:ext cx="2276927" cy="26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MY" sz="28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8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2B7B80-47D9-49C8-A602-7D5090B58B3C}"/>
              </a:ext>
            </a:extLst>
          </p:cNvPr>
          <p:cNvSpPr txBox="1"/>
          <p:nvPr/>
        </p:nvSpPr>
        <p:spPr>
          <a:xfrm>
            <a:off x="4676952" y="3259316"/>
            <a:ext cx="71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800" dirty="0">
                <a:solidFill>
                  <a:schemeClr val="bg1"/>
                </a:solidFill>
                <a:latin typeface="Bebas Neue" panose="020B0606020202050201" pitchFamily="34" charset="0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9CD022-6D0F-422E-83DA-FCB5F1471150}"/>
              </a:ext>
            </a:extLst>
          </p:cNvPr>
          <p:cNvSpPr/>
          <p:nvPr/>
        </p:nvSpPr>
        <p:spPr>
          <a:xfrm>
            <a:off x="8953219" y="3195816"/>
            <a:ext cx="2276927" cy="26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MY" sz="28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8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51BEAC-6583-4B5C-A013-EB8C893B2836}"/>
              </a:ext>
            </a:extLst>
          </p:cNvPr>
          <p:cNvSpPr txBox="1"/>
          <p:nvPr/>
        </p:nvSpPr>
        <p:spPr>
          <a:xfrm>
            <a:off x="8353602" y="3259316"/>
            <a:ext cx="71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800" dirty="0">
                <a:solidFill>
                  <a:schemeClr val="bg1"/>
                </a:solidFill>
                <a:latin typeface="Bebas Neue" panose="020B0606020202050201" pitchFamily="34" charset="0"/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44F759-A551-447C-8AE0-68961ACFA2DC}"/>
              </a:ext>
            </a:extLst>
          </p:cNvPr>
          <p:cNvSpPr/>
          <p:nvPr/>
        </p:nvSpPr>
        <p:spPr>
          <a:xfrm>
            <a:off x="1596744" y="3247049"/>
            <a:ext cx="2276927" cy="26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MY" sz="28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8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4FA2B2-3877-4146-8AF1-5A2780F3A502}"/>
              </a:ext>
            </a:extLst>
          </p:cNvPr>
          <p:cNvSpPr txBox="1"/>
          <p:nvPr/>
        </p:nvSpPr>
        <p:spPr>
          <a:xfrm>
            <a:off x="997127" y="3310549"/>
            <a:ext cx="71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800" dirty="0">
                <a:solidFill>
                  <a:schemeClr val="bg1"/>
                </a:solidFill>
                <a:latin typeface="Bebas Neue" panose="020B0606020202050201" pitchFamily="34" charset="0"/>
              </a:rPr>
              <a:t>01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10202AA-C746-4228-9EE2-D4326C4A027B}"/>
              </a:ext>
            </a:extLst>
          </p:cNvPr>
          <p:cNvCxnSpPr/>
          <p:nvPr/>
        </p:nvCxnSpPr>
        <p:spPr>
          <a:xfrm>
            <a:off x="1533244" y="3310549"/>
            <a:ext cx="0" cy="153078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6D7549-C0BF-4F0E-BD84-EFDDE9DD286E}"/>
              </a:ext>
            </a:extLst>
          </p:cNvPr>
          <p:cNvCxnSpPr/>
          <p:nvPr/>
        </p:nvCxnSpPr>
        <p:spPr>
          <a:xfrm>
            <a:off x="5218961" y="3310549"/>
            <a:ext cx="0" cy="153078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98A4799-3E96-4F80-A4C9-E746529D5F81}"/>
              </a:ext>
            </a:extLst>
          </p:cNvPr>
          <p:cNvCxnSpPr/>
          <p:nvPr/>
        </p:nvCxnSpPr>
        <p:spPr>
          <a:xfrm>
            <a:off x="8896069" y="3310549"/>
            <a:ext cx="0" cy="153078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709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55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7" grpId="0" animBg="1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6592A6-4463-4118-8A1E-5AA36C0A1331}"/>
              </a:ext>
            </a:extLst>
          </p:cNvPr>
          <p:cNvSpPr/>
          <p:nvPr/>
        </p:nvSpPr>
        <p:spPr>
          <a:xfrm>
            <a:off x="4194632" y="713935"/>
            <a:ext cx="5384800" cy="1274522"/>
          </a:xfrm>
          <a:prstGeom prst="round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4315118-2EFE-4419-89A5-AE36B5B43C41}"/>
              </a:ext>
            </a:extLst>
          </p:cNvPr>
          <p:cNvSpPr/>
          <p:nvPr/>
        </p:nvSpPr>
        <p:spPr>
          <a:xfrm>
            <a:off x="3418118" y="2606040"/>
            <a:ext cx="5384800" cy="1274522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E3C538D-DAB9-4262-9A07-569835B97C2E}"/>
              </a:ext>
            </a:extLst>
          </p:cNvPr>
          <p:cNvSpPr/>
          <p:nvPr/>
        </p:nvSpPr>
        <p:spPr>
          <a:xfrm>
            <a:off x="2612576" y="4498145"/>
            <a:ext cx="5384800" cy="127452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FB2FC4-BEBC-4C05-BD2C-379E11695241}"/>
              </a:ext>
            </a:extLst>
          </p:cNvPr>
          <p:cNvSpPr txBox="1"/>
          <p:nvPr/>
        </p:nvSpPr>
        <p:spPr>
          <a:xfrm>
            <a:off x="7730498" y="4398073"/>
            <a:ext cx="37006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MY" sz="4800" dirty="0">
                <a:solidFill>
                  <a:schemeClr val="bg2">
                    <a:lumMod val="25000"/>
                  </a:schemeClr>
                </a:solidFill>
                <a:latin typeface="Akrobat Thin" panose="00000300000000000000" pitchFamily="50" charset="0"/>
              </a:rPr>
              <a:t>BUSINESS STRATEGY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BD9BE24-6D94-4436-B6D5-66A15134A548}"/>
              </a:ext>
            </a:extLst>
          </p:cNvPr>
          <p:cNvGrpSpPr/>
          <p:nvPr/>
        </p:nvGrpSpPr>
        <p:grpSpPr>
          <a:xfrm>
            <a:off x="2406808" y="713935"/>
            <a:ext cx="1645920" cy="1645920"/>
            <a:chOff x="2406808" y="713935"/>
            <a:chExt cx="1645920" cy="1645920"/>
          </a:xfrm>
        </p:grpSpPr>
        <p:sp>
          <p:nvSpPr>
            <p:cNvPr id="10" name="Teardrop 9">
              <a:extLst>
                <a:ext uri="{FF2B5EF4-FFF2-40B4-BE49-F238E27FC236}">
                  <a16:creationId xmlns:a16="http://schemas.microsoft.com/office/drawing/2014/main" id="{67E43509-8754-46DD-AECE-FC2FF3A5E845}"/>
                </a:ext>
              </a:extLst>
            </p:cNvPr>
            <p:cNvSpPr/>
            <p:nvPr/>
          </p:nvSpPr>
          <p:spPr>
            <a:xfrm>
              <a:off x="2406808" y="713935"/>
              <a:ext cx="1645920" cy="1645920"/>
            </a:xfrm>
            <a:prstGeom prst="teardrop">
              <a:avLst/>
            </a:prstGeom>
            <a:solidFill>
              <a:srgbClr val="00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2FAC64B-F354-44F8-965B-3A732ADEA74C}"/>
                </a:ext>
              </a:extLst>
            </p:cNvPr>
            <p:cNvSpPr/>
            <p:nvPr/>
          </p:nvSpPr>
          <p:spPr>
            <a:xfrm>
              <a:off x="2578814" y="885941"/>
              <a:ext cx="1301908" cy="13019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FE4EAE6-01D1-417D-8A48-612331716312}"/>
              </a:ext>
            </a:extLst>
          </p:cNvPr>
          <p:cNvGrpSpPr/>
          <p:nvPr/>
        </p:nvGrpSpPr>
        <p:grpSpPr>
          <a:xfrm>
            <a:off x="1583848" y="2606040"/>
            <a:ext cx="1645920" cy="1645920"/>
            <a:chOff x="1583848" y="2606040"/>
            <a:chExt cx="1645920" cy="1645920"/>
          </a:xfrm>
        </p:grpSpPr>
        <p:sp>
          <p:nvSpPr>
            <p:cNvPr id="9" name="Teardrop 8">
              <a:extLst>
                <a:ext uri="{FF2B5EF4-FFF2-40B4-BE49-F238E27FC236}">
                  <a16:creationId xmlns:a16="http://schemas.microsoft.com/office/drawing/2014/main" id="{0AFFF0CC-9941-4520-946E-9F8F23B26AEA}"/>
                </a:ext>
              </a:extLst>
            </p:cNvPr>
            <p:cNvSpPr/>
            <p:nvPr/>
          </p:nvSpPr>
          <p:spPr>
            <a:xfrm>
              <a:off x="1583848" y="2606040"/>
              <a:ext cx="1645920" cy="1645920"/>
            </a:xfrm>
            <a:prstGeom prst="teardrop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6159B65-6820-4F2E-9AE0-DE1BA0D307A8}"/>
                </a:ext>
              </a:extLst>
            </p:cNvPr>
            <p:cNvSpPr/>
            <p:nvPr/>
          </p:nvSpPr>
          <p:spPr>
            <a:xfrm>
              <a:off x="1755854" y="2775883"/>
              <a:ext cx="1301908" cy="13019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20E5784-AA11-4227-8E12-C1D92B663632}"/>
              </a:ext>
            </a:extLst>
          </p:cNvPr>
          <p:cNvGrpSpPr/>
          <p:nvPr/>
        </p:nvGrpSpPr>
        <p:grpSpPr>
          <a:xfrm>
            <a:off x="760888" y="4498145"/>
            <a:ext cx="1645920" cy="1645920"/>
            <a:chOff x="760888" y="4498145"/>
            <a:chExt cx="1645920" cy="1645920"/>
          </a:xfrm>
        </p:grpSpPr>
        <p:sp>
          <p:nvSpPr>
            <p:cNvPr id="11" name="Teardrop 10">
              <a:extLst>
                <a:ext uri="{FF2B5EF4-FFF2-40B4-BE49-F238E27FC236}">
                  <a16:creationId xmlns:a16="http://schemas.microsoft.com/office/drawing/2014/main" id="{BDF00033-9078-42BD-9C68-7DFB5123DAD7}"/>
                </a:ext>
              </a:extLst>
            </p:cNvPr>
            <p:cNvSpPr/>
            <p:nvPr/>
          </p:nvSpPr>
          <p:spPr>
            <a:xfrm>
              <a:off x="760888" y="4498145"/>
              <a:ext cx="1645920" cy="1645920"/>
            </a:xfrm>
            <a:prstGeom prst="teardrop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C13951E-2EB7-4BAB-B472-3B97A03EFC93}"/>
                </a:ext>
              </a:extLst>
            </p:cNvPr>
            <p:cNvSpPr/>
            <p:nvPr/>
          </p:nvSpPr>
          <p:spPr>
            <a:xfrm>
              <a:off x="932894" y="4665825"/>
              <a:ext cx="1301908" cy="13019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D86F117-49D5-472B-ACE9-E30B975E0B88}"/>
              </a:ext>
            </a:extLst>
          </p:cNvPr>
          <p:cNvSpPr txBox="1"/>
          <p:nvPr/>
        </p:nvSpPr>
        <p:spPr>
          <a:xfrm>
            <a:off x="2791618" y="912264"/>
            <a:ext cx="876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7200" dirty="0">
                <a:solidFill>
                  <a:srgbClr val="009999"/>
                </a:solidFill>
                <a:latin typeface="Akrobat Light" panose="00000500000000000000" pitchFamily="50" charset="0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BFD6E5-4A58-4408-B9E1-3678FD372345}"/>
              </a:ext>
            </a:extLst>
          </p:cNvPr>
          <p:cNvSpPr txBox="1"/>
          <p:nvPr/>
        </p:nvSpPr>
        <p:spPr>
          <a:xfrm>
            <a:off x="1862374" y="2805432"/>
            <a:ext cx="10888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7200" dirty="0">
                <a:solidFill>
                  <a:srgbClr val="00B0F0"/>
                </a:solidFill>
                <a:latin typeface="Akrobat Light" panose="00000500000000000000" pitchFamily="50" charset="0"/>
              </a:rPr>
              <a:t>02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353540-B29B-488F-9A0B-BE02FEC7FA97}"/>
              </a:ext>
            </a:extLst>
          </p:cNvPr>
          <p:cNvSpPr txBox="1"/>
          <p:nvPr/>
        </p:nvSpPr>
        <p:spPr>
          <a:xfrm>
            <a:off x="1028679" y="4683450"/>
            <a:ext cx="11103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7200" dirty="0">
                <a:solidFill>
                  <a:srgbClr val="2E75B6"/>
                </a:solidFill>
                <a:latin typeface="Akrobat Light" panose="00000500000000000000" pitchFamily="50" charset="0"/>
              </a:rPr>
              <a:t>03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1AFDB6-1476-4FBB-A124-1E839AE756E8}"/>
              </a:ext>
            </a:extLst>
          </p:cNvPr>
          <p:cNvSpPr/>
          <p:nvPr/>
        </p:nvSpPr>
        <p:spPr>
          <a:xfrm>
            <a:off x="4513182" y="827958"/>
            <a:ext cx="55263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sz="28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</a:t>
            </a:r>
            <a:r>
              <a:rPr lang="en-MY" sz="2800" dirty="0" err="1">
                <a:solidFill>
                  <a:schemeClr val="bg1"/>
                </a:solidFill>
                <a:latin typeface="Aileron Thin" panose="00000300000000000000" pitchFamily="50" charset="0"/>
              </a:rPr>
              <a:t>adipiscing</a:t>
            </a:r>
            <a:r>
              <a:rPr lang="en-MY" sz="2800" dirty="0">
                <a:solidFill>
                  <a:schemeClr val="bg1"/>
                </a:solidFill>
                <a:latin typeface="Aileron Thin" panose="00000300000000000000" pitchFamily="50" charset="0"/>
              </a:rPr>
              <a:t> </a:t>
            </a:r>
            <a:r>
              <a:rPr lang="en-MY" sz="2800" dirty="0" err="1">
                <a:solidFill>
                  <a:schemeClr val="bg1"/>
                </a:solidFill>
                <a:latin typeface="Aileron Thin" panose="00000300000000000000" pitchFamily="50" charset="0"/>
              </a:rPr>
              <a:t>elit</a:t>
            </a:r>
            <a:endParaRPr lang="en-MY" sz="2800" dirty="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38E083-B16D-4519-876A-6F9DD7B37CF2}"/>
              </a:ext>
            </a:extLst>
          </p:cNvPr>
          <p:cNvSpPr/>
          <p:nvPr/>
        </p:nvSpPr>
        <p:spPr>
          <a:xfrm>
            <a:off x="3874214" y="2728118"/>
            <a:ext cx="55263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sz="28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</a:t>
            </a:r>
            <a:r>
              <a:rPr lang="en-MY" sz="2800" dirty="0" err="1">
                <a:solidFill>
                  <a:schemeClr val="bg1"/>
                </a:solidFill>
                <a:latin typeface="Aileron Thin" panose="00000300000000000000" pitchFamily="50" charset="0"/>
              </a:rPr>
              <a:t>adipiscing</a:t>
            </a:r>
            <a:r>
              <a:rPr lang="en-MY" sz="2800" dirty="0">
                <a:solidFill>
                  <a:schemeClr val="bg1"/>
                </a:solidFill>
                <a:latin typeface="Aileron Thin" panose="00000300000000000000" pitchFamily="50" charset="0"/>
              </a:rPr>
              <a:t> </a:t>
            </a:r>
            <a:r>
              <a:rPr lang="en-MY" sz="2800" dirty="0" err="1">
                <a:solidFill>
                  <a:schemeClr val="bg1"/>
                </a:solidFill>
                <a:latin typeface="Aileron Thin" panose="00000300000000000000" pitchFamily="50" charset="0"/>
              </a:rPr>
              <a:t>elit</a:t>
            </a:r>
            <a:endParaRPr lang="en-MY" sz="2800" dirty="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B1659D-9F92-4AA7-9713-3DEC0272A8FC}"/>
              </a:ext>
            </a:extLst>
          </p:cNvPr>
          <p:cNvSpPr/>
          <p:nvPr/>
        </p:nvSpPr>
        <p:spPr>
          <a:xfrm>
            <a:off x="3184262" y="4658352"/>
            <a:ext cx="55263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sz="28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</a:t>
            </a:r>
            <a:r>
              <a:rPr lang="en-MY" sz="2800" dirty="0" err="1">
                <a:solidFill>
                  <a:schemeClr val="bg1"/>
                </a:solidFill>
                <a:latin typeface="Aileron Thin" panose="00000300000000000000" pitchFamily="50" charset="0"/>
              </a:rPr>
              <a:t>adipiscing</a:t>
            </a:r>
            <a:r>
              <a:rPr lang="en-MY" sz="2800" dirty="0">
                <a:solidFill>
                  <a:schemeClr val="bg1"/>
                </a:solidFill>
                <a:latin typeface="Aileron Thin" panose="00000300000000000000" pitchFamily="50" charset="0"/>
              </a:rPr>
              <a:t> </a:t>
            </a:r>
            <a:r>
              <a:rPr lang="en-MY" sz="2800" dirty="0" err="1">
                <a:solidFill>
                  <a:schemeClr val="bg1"/>
                </a:solidFill>
                <a:latin typeface="Aileron Thin" panose="00000300000000000000" pitchFamily="50" charset="0"/>
              </a:rPr>
              <a:t>elit</a:t>
            </a:r>
            <a:endParaRPr lang="en-MY" sz="2800" dirty="0">
              <a:solidFill>
                <a:schemeClr val="bg1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5D29DB5-9F0B-4528-9C8F-5B1F5CC90FE2}"/>
              </a:ext>
            </a:extLst>
          </p:cNvPr>
          <p:cNvCxnSpPr/>
          <p:nvPr/>
        </p:nvCxnSpPr>
        <p:spPr>
          <a:xfrm>
            <a:off x="8802918" y="4498086"/>
            <a:ext cx="0" cy="1350781"/>
          </a:xfrm>
          <a:prstGeom prst="line">
            <a:avLst/>
          </a:prstGeom>
          <a:ln w="12700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41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10000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accel="40000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accel="40000" fill="hold" nodeType="withEffect" p14:presetBounceEnd="60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5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6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accel="40000" fill="hold" nodeType="withEffect" p14:presetBounceEnd="6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9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0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4" fill="hold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24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2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49" presetClass="entr" presetSubtype="0" decel="10000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49" presetClass="entr" presetSubtype="0" decel="10000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49" presetClass="entr" presetSubtype="0" decel="10000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 animBg="1"/>
          <p:bldP spid="13" grpId="0" animBg="1"/>
          <p:bldP spid="14" grpId="0" animBg="1"/>
          <p:bldP spid="15" grpId="0"/>
          <p:bldP spid="19" grpId="0"/>
          <p:bldP spid="20" grpId="0"/>
          <p:bldP spid="2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10000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accel="4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accel="4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accel="4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4" fill="hold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24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2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49" presetClass="entr" presetSubtype="0" decel="10000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49" presetClass="entr" presetSubtype="0" decel="10000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49" presetClass="entr" presetSubtype="0" decel="10000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 animBg="1"/>
          <p:bldP spid="13" grpId="0" animBg="1"/>
          <p:bldP spid="14" grpId="0" animBg="1"/>
          <p:bldP spid="15" grpId="0"/>
          <p:bldP spid="19" grpId="0"/>
          <p:bldP spid="20" grpId="0"/>
          <p:bldP spid="21" grpId="0"/>
        </p:bldLst>
      </p:timing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5C22F59-B85C-4BEE-B175-F62E09BCFD5B}"/>
              </a:ext>
            </a:extLst>
          </p:cNvPr>
          <p:cNvGrpSpPr/>
          <p:nvPr/>
        </p:nvGrpSpPr>
        <p:grpSpPr>
          <a:xfrm>
            <a:off x="3395662" y="1576386"/>
            <a:ext cx="5400674" cy="3705227"/>
            <a:chOff x="3395662" y="1576386"/>
            <a:chExt cx="5400674" cy="370522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B3E7333-F086-47A6-9E73-764AB3E1BA5A}"/>
                </a:ext>
              </a:extLst>
            </p:cNvPr>
            <p:cNvCxnSpPr/>
            <p:nvPr/>
          </p:nvCxnSpPr>
          <p:spPr>
            <a:xfrm flipH="1" flipV="1">
              <a:off x="3395662" y="1576386"/>
              <a:ext cx="2700338" cy="185261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48FEDDB-0C09-4DAE-B905-3C789E48A78B}"/>
                </a:ext>
              </a:extLst>
            </p:cNvPr>
            <p:cNvCxnSpPr/>
            <p:nvPr/>
          </p:nvCxnSpPr>
          <p:spPr>
            <a:xfrm flipV="1">
              <a:off x="6096000" y="1576386"/>
              <a:ext cx="2700336" cy="185261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3201659-D764-4C63-BE67-B14C16C53744}"/>
                </a:ext>
              </a:extLst>
            </p:cNvPr>
            <p:cNvCxnSpPr/>
            <p:nvPr/>
          </p:nvCxnSpPr>
          <p:spPr>
            <a:xfrm flipH="1">
              <a:off x="3395662" y="3429000"/>
              <a:ext cx="2700338" cy="185261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34BD8B4-7D26-4B92-89E1-23BE0116C8D1}"/>
                </a:ext>
              </a:extLst>
            </p:cNvPr>
            <p:cNvCxnSpPr/>
            <p:nvPr/>
          </p:nvCxnSpPr>
          <p:spPr>
            <a:xfrm>
              <a:off x="6096000" y="3429000"/>
              <a:ext cx="2700336" cy="185261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ED633998-AFA2-48F6-BCB2-66D6C74DF0DF}"/>
              </a:ext>
            </a:extLst>
          </p:cNvPr>
          <p:cNvSpPr/>
          <p:nvPr/>
        </p:nvSpPr>
        <p:spPr>
          <a:xfrm>
            <a:off x="4562475" y="1895475"/>
            <a:ext cx="3067050" cy="30670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5791A77-2D8B-4CBC-9784-A52842969C04}"/>
              </a:ext>
            </a:extLst>
          </p:cNvPr>
          <p:cNvSpPr/>
          <p:nvPr/>
        </p:nvSpPr>
        <p:spPr>
          <a:xfrm>
            <a:off x="2390775" y="571499"/>
            <a:ext cx="2009775" cy="20097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4C10EA2-3D5A-44F7-B987-BB19787A472C}"/>
              </a:ext>
            </a:extLst>
          </p:cNvPr>
          <p:cNvSpPr/>
          <p:nvPr/>
        </p:nvSpPr>
        <p:spPr>
          <a:xfrm>
            <a:off x="7791450" y="571499"/>
            <a:ext cx="2009775" cy="20097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6F1A74-3B75-4006-898E-CB5BD98480CC}"/>
              </a:ext>
            </a:extLst>
          </p:cNvPr>
          <p:cNvSpPr/>
          <p:nvPr/>
        </p:nvSpPr>
        <p:spPr>
          <a:xfrm>
            <a:off x="2390775" y="4276726"/>
            <a:ext cx="2009775" cy="20097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F8288F-2207-4FBF-93C3-39E0B278D51F}"/>
              </a:ext>
            </a:extLst>
          </p:cNvPr>
          <p:cNvSpPr/>
          <p:nvPr/>
        </p:nvSpPr>
        <p:spPr>
          <a:xfrm>
            <a:off x="7791449" y="4276726"/>
            <a:ext cx="2009775" cy="20097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08865F-00AE-4623-A751-D3788F97FB2D}"/>
              </a:ext>
            </a:extLst>
          </p:cNvPr>
          <p:cNvSpPr txBox="1"/>
          <p:nvPr/>
        </p:nvSpPr>
        <p:spPr>
          <a:xfrm>
            <a:off x="4245693" y="2644170"/>
            <a:ext cx="37006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4800" dirty="0">
                <a:solidFill>
                  <a:srgbClr val="00B0F0"/>
                </a:solidFill>
                <a:latin typeface="Akrobat Thin" panose="00000300000000000000" pitchFamily="50" charset="0"/>
              </a:rPr>
              <a:t>BUSINESS STRATEGY</a:t>
            </a:r>
          </a:p>
        </p:txBody>
      </p:sp>
      <p:pic>
        <p:nvPicPr>
          <p:cNvPr id="20" name="Graphic 19" descr="Single gear">
            <a:extLst>
              <a:ext uri="{FF2B5EF4-FFF2-40B4-BE49-F238E27FC236}">
                <a16:creationId xmlns:a16="http://schemas.microsoft.com/office/drawing/2014/main" id="{BB2B95B2-07F7-4052-A149-153F3C55D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00362" y="4843463"/>
            <a:ext cx="914400" cy="914400"/>
          </a:xfrm>
          <a:prstGeom prst="rect">
            <a:avLst/>
          </a:prstGeom>
        </p:spPr>
      </p:pic>
      <p:pic>
        <p:nvPicPr>
          <p:cNvPr id="22" name="Graphic 21" descr="Gears">
            <a:extLst>
              <a:ext uri="{FF2B5EF4-FFF2-40B4-BE49-F238E27FC236}">
                <a16:creationId xmlns:a16="http://schemas.microsoft.com/office/drawing/2014/main" id="{B7B29A58-460A-4303-B7F6-73576114D1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90836" y="1120149"/>
            <a:ext cx="914400" cy="914400"/>
          </a:xfrm>
          <a:prstGeom prst="rect">
            <a:avLst/>
          </a:prstGeom>
        </p:spPr>
      </p:pic>
      <p:pic>
        <p:nvPicPr>
          <p:cNvPr id="24" name="Graphic 23" descr="Head with gears">
            <a:extLst>
              <a:ext uri="{FF2B5EF4-FFF2-40B4-BE49-F238E27FC236}">
                <a16:creationId xmlns:a16="http://schemas.microsoft.com/office/drawing/2014/main" id="{04FEE332-AC17-42E4-A7B0-0692D3930A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10574" y="4824413"/>
            <a:ext cx="914400" cy="914400"/>
          </a:xfrm>
          <a:prstGeom prst="rect">
            <a:avLst/>
          </a:prstGeom>
        </p:spPr>
      </p:pic>
      <p:pic>
        <p:nvPicPr>
          <p:cNvPr id="26" name="Graphic 25" descr="Lightbulb">
            <a:extLst>
              <a:ext uri="{FF2B5EF4-FFF2-40B4-BE49-F238E27FC236}">
                <a16:creationId xmlns:a16="http://schemas.microsoft.com/office/drawing/2014/main" id="{044308A1-3A62-450C-8D7B-41D3CA1876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10574" y="1120149"/>
            <a:ext cx="914400" cy="9144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3E85646-EAAB-4798-A65F-91F12933CEED}"/>
              </a:ext>
            </a:extLst>
          </p:cNvPr>
          <p:cNvSpPr/>
          <p:nvPr/>
        </p:nvSpPr>
        <p:spPr>
          <a:xfrm>
            <a:off x="568470" y="769370"/>
            <a:ext cx="1779201" cy="1614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</a:pPr>
            <a:r>
              <a:rPr lang="en-MY" sz="24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</a:t>
            </a:r>
            <a:endParaRPr lang="en-MY" sz="2400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B2E9A7-F76A-4927-9995-D56D72A4602E}"/>
              </a:ext>
            </a:extLst>
          </p:cNvPr>
          <p:cNvSpPr/>
          <p:nvPr/>
        </p:nvSpPr>
        <p:spPr>
          <a:xfrm>
            <a:off x="530611" y="4493647"/>
            <a:ext cx="1779201" cy="1614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</a:pPr>
            <a:r>
              <a:rPr lang="en-MY" sz="24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</a:t>
            </a:r>
            <a:endParaRPr lang="en-MY" sz="2400" dirty="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B67453-1C86-4293-8862-164B014C84D2}"/>
              </a:ext>
            </a:extLst>
          </p:cNvPr>
          <p:cNvSpPr/>
          <p:nvPr/>
        </p:nvSpPr>
        <p:spPr>
          <a:xfrm>
            <a:off x="9963150" y="769370"/>
            <a:ext cx="1779201" cy="1614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MY" sz="24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</a:t>
            </a:r>
            <a:endParaRPr lang="en-MY" sz="2400" dirty="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B040E31-CD3B-4FD0-9D53-299DA7F0040C}"/>
              </a:ext>
            </a:extLst>
          </p:cNvPr>
          <p:cNvSpPr/>
          <p:nvPr/>
        </p:nvSpPr>
        <p:spPr>
          <a:xfrm>
            <a:off x="9882188" y="4474597"/>
            <a:ext cx="1779201" cy="1614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MY" sz="24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</a:t>
            </a:r>
            <a:endParaRPr lang="en-MY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29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5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5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5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5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8" grpId="0"/>
      <p:bldP spid="27" grpId="0"/>
      <p:bldP spid="28" grpId="0"/>
      <p:bldP spid="29" grpId="0"/>
      <p:bldP spid="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D4EBC9-352A-457A-9019-BE8A8672C584}"/>
              </a:ext>
            </a:extLst>
          </p:cNvPr>
          <p:cNvSpPr/>
          <p:nvPr/>
        </p:nvSpPr>
        <p:spPr>
          <a:xfrm>
            <a:off x="-228601" y="590550"/>
            <a:ext cx="7277095" cy="2972217"/>
          </a:xfrm>
          <a:prstGeom prst="rect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9B6EFB-BD40-43DD-92E0-A7C3A523276D}"/>
              </a:ext>
            </a:extLst>
          </p:cNvPr>
          <p:cNvSpPr txBox="1"/>
          <p:nvPr/>
        </p:nvSpPr>
        <p:spPr>
          <a:xfrm>
            <a:off x="247650" y="742950"/>
            <a:ext cx="371475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8800" dirty="0">
                <a:solidFill>
                  <a:schemeClr val="bg1"/>
                </a:solidFill>
                <a:latin typeface="Bebas Neue" panose="020B0606020202050201" pitchFamily="34" charset="0"/>
              </a:rPr>
              <a:t>BUSINESS STRATEGY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B53C9A-2426-4F89-89ED-F64AF8268661}"/>
              </a:ext>
            </a:extLst>
          </p:cNvPr>
          <p:cNvSpPr/>
          <p:nvPr/>
        </p:nvSpPr>
        <p:spPr>
          <a:xfrm>
            <a:off x="4957536" y="3799499"/>
            <a:ext cx="2276927" cy="26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MY" sz="28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8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C2D567-440D-4CEA-B0F4-08F1458E5C41}"/>
              </a:ext>
            </a:extLst>
          </p:cNvPr>
          <p:cNvSpPr/>
          <p:nvPr/>
        </p:nvSpPr>
        <p:spPr>
          <a:xfrm>
            <a:off x="8786586" y="3799498"/>
            <a:ext cx="2276927" cy="26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MY" sz="28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80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53B322-C017-447E-89DF-8021DBD0D7D0}"/>
              </a:ext>
            </a:extLst>
          </p:cNvPr>
          <p:cNvSpPr/>
          <p:nvPr/>
        </p:nvSpPr>
        <p:spPr>
          <a:xfrm>
            <a:off x="1128487" y="3890744"/>
            <a:ext cx="2276927" cy="26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MY" sz="28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800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EED927-BC49-4D43-B26D-9539AD986749}"/>
              </a:ext>
            </a:extLst>
          </p:cNvPr>
          <p:cNvCxnSpPr/>
          <p:nvPr/>
        </p:nvCxnSpPr>
        <p:spPr>
          <a:xfrm>
            <a:off x="4267200" y="3981450"/>
            <a:ext cx="0" cy="242626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DAB6EC2-8942-463C-B34E-8776B177E716}"/>
              </a:ext>
            </a:extLst>
          </p:cNvPr>
          <p:cNvCxnSpPr/>
          <p:nvPr/>
        </p:nvCxnSpPr>
        <p:spPr>
          <a:xfrm>
            <a:off x="7924800" y="4072696"/>
            <a:ext cx="0" cy="242626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 descr="Upward trend">
            <a:extLst>
              <a:ext uri="{FF2B5EF4-FFF2-40B4-BE49-F238E27FC236}">
                <a16:creationId xmlns:a16="http://schemas.microsoft.com/office/drawing/2014/main" id="{2E79EEB9-7D52-449B-B022-DE3477C51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5536" y="419309"/>
            <a:ext cx="3314697" cy="331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52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DF0D55-C68E-4D10-8298-30AFA757591D}"/>
              </a:ext>
            </a:extLst>
          </p:cNvPr>
          <p:cNvSpPr/>
          <p:nvPr/>
        </p:nvSpPr>
        <p:spPr>
          <a:xfrm>
            <a:off x="0" y="0"/>
            <a:ext cx="12192000" cy="1695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67B6C8-036C-4543-B3CC-A499856D0EFE}"/>
              </a:ext>
            </a:extLst>
          </p:cNvPr>
          <p:cNvSpPr txBox="1"/>
          <p:nvPr/>
        </p:nvSpPr>
        <p:spPr>
          <a:xfrm>
            <a:off x="190500" y="515600"/>
            <a:ext cx="11430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8800" dirty="0">
                <a:solidFill>
                  <a:srgbClr val="F5F4E7"/>
                </a:solidFill>
                <a:latin typeface="Bebas Neue" panose="020B0606020202050201" pitchFamily="34" charset="0"/>
              </a:rPr>
              <a:t>BUSINESS STARTEGY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DE1A70-5F82-40CA-82D9-1FE51A5414D2}"/>
              </a:ext>
            </a:extLst>
          </p:cNvPr>
          <p:cNvSpPr/>
          <p:nvPr/>
        </p:nvSpPr>
        <p:spPr>
          <a:xfrm>
            <a:off x="4957536" y="3799499"/>
            <a:ext cx="2276927" cy="26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MY" sz="2800" dirty="0">
                <a:solidFill>
                  <a:srgbClr val="4472C4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800" dirty="0">
              <a:solidFill>
                <a:srgbClr val="4472C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DFF1DE-534A-490C-93E2-A13A40686E88}"/>
              </a:ext>
            </a:extLst>
          </p:cNvPr>
          <p:cNvSpPr/>
          <p:nvPr/>
        </p:nvSpPr>
        <p:spPr>
          <a:xfrm>
            <a:off x="8786586" y="3799498"/>
            <a:ext cx="2276927" cy="26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MY" sz="2800" dirty="0">
                <a:solidFill>
                  <a:srgbClr val="4472C4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800" dirty="0">
              <a:solidFill>
                <a:srgbClr val="4472C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A825C8-C62C-4A7A-B70A-CD40E108728B}"/>
              </a:ext>
            </a:extLst>
          </p:cNvPr>
          <p:cNvSpPr/>
          <p:nvPr/>
        </p:nvSpPr>
        <p:spPr>
          <a:xfrm>
            <a:off x="1128487" y="3890744"/>
            <a:ext cx="2276927" cy="26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MY" sz="2800" dirty="0">
                <a:solidFill>
                  <a:srgbClr val="4472C4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2800" dirty="0">
              <a:solidFill>
                <a:srgbClr val="4472C4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CEA32D-FE7F-45BC-B24A-CCD5FF5013C0}"/>
              </a:ext>
            </a:extLst>
          </p:cNvPr>
          <p:cNvCxnSpPr/>
          <p:nvPr/>
        </p:nvCxnSpPr>
        <p:spPr>
          <a:xfrm>
            <a:off x="4267200" y="3981450"/>
            <a:ext cx="0" cy="2426263"/>
          </a:xfrm>
          <a:prstGeom prst="line">
            <a:avLst/>
          </a:prstGeom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86412F-C077-4DD4-9DCA-93B98E88F294}"/>
              </a:ext>
            </a:extLst>
          </p:cNvPr>
          <p:cNvCxnSpPr/>
          <p:nvPr/>
        </p:nvCxnSpPr>
        <p:spPr>
          <a:xfrm>
            <a:off x="7924800" y="4072696"/>
            <a:ext cx="0" cy="2426263"/>
          </a:xfrm>
          <a:prstGeom prst="line">
            <a:avLst/>
          </a:prstGeom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Single gear">
            <a:extLst>
              <a:ext uri="{FF2B5EF4-FFF2-40B4-BE49-F238E27FC236}">
                <a16:creationId xmlns:a16="http://schemas.microsoft.com/office/drawing/2014/main" id="{B3DEBA38-5154-4372-83B0-FCF8F25A6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1065" y="2013430"/>
            <a:ext cx="1491769" cy="1491769"/>
          </a:xfrm>
          <a:prstGeom prst="rect">
            <a:avLst/>
          </a:prstGeom>
        </p:spPr>
      </p:pic>
      <p:pic>
        <p:nvPicPr>
          <p:cNvPr id="14" name="Graphic 13" descr="Head with gears">
            <a:extLst>
              <a:ext uri="{FF2B5EF4-FFF2-40B4-BE49-F238E27FC236}">
                <a16:creationId xmlns:a16="http://schemas.microsoft.com/office/drawing/2014/main" id="{89D2A4F8-BA44-40D8-BC0B-D5E1CED0A0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50115" y="2117228"/>
            <a:ext cx="1491769" cy="1491769"/>
          </a:xfrm>
          <a:prstGeom prst="rect">
            <a:avLst/>
          </a:prstGeom>
        </p:spPr>
      </p:pic>
      <p:pic>
        <p:nvPicPr>
          <p:cNvPr id="16" name="Graphic 15" descr="Lightbulb">
            <a:extLst>
              <a:ext uri="{FF2B5EF4-FFF2-40B4-BE49-F238E27FC236}">
                <a16:creationId xmlns:a16="http://schemas.microsoft.com/office/drawing/2014/main" id="{27577AEE-44AC-4FA8-ACEF-E42DAA26CC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42875" y="2117229"/>
            <a:ext cx="1491769" cy="149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549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803</Words>
  <Application>Microsoft Office PowerPoint</Application>
  <PresentationFormat>Widescreen</PresentationFormat>
  <Paragraphs>124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Aileron Thin</vt:lpstr>
      <vt:lpstr>Akrobat</vt:lpstr>
      <vt:lpstr>Akrobat Light</vt:lpstr>
      <vt:lpstr>Akrobat Thin</vt:lpstr>
      <vt:lpstr>Arial</vt:lpstr>
      <vt:lpstr>Bebas Neue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PC1</dc:creator>
  <cp:lastModifiedBy>PC1</cp:lastModifiedBy>
  <cp:revision>139</cp:revision>
  <dcterms:created xsi:type="dcterms:W3CDTF">2019-04-05T04:24:16Z</dcterms:created>
  <dcterms:modified xsi:type="dcterms:W3CDTF">2019-04-08T09:34:02Z</dcterms:modified>
</cp:coreProperties>
</file>